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4.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5.xml" ContentType="application/vnd.openxmlformats-officedocument.theme+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6.xml" ContentType="application/vnd.openxmlformats-officedocument.theme+xml"/>
  <Override PartName="/ppt/slideLayouts/slideLayout143.xml" ContentType="application/vnd.openxmlformats-officedocument.presentationml.slideLayout+xml"/>
  <Override PartName="/ppt/theme/theme7.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3" r:id="rId1"/>
    <p:sldMasterId id="2147483888" r:id="rId2"/>
    <p:sldMasterId id="2147483891" r:id="rId3"/>
    <p:sldMasterId id="2147483893" r:id="rId4"/>
    <p:sldMasterId id="2147483936" r:id="rId5"/>
    <p:sldMasterId id="2147483944" r:id="rId6"/>
    <p:sldMasterId id="2147483981" r:id="rId7"/>
    <p:sldMasterId id="2147484001" r:id="rId8"/>
  </p:sldMasterIdLst>
  <p:notesMasterIdLst>
    <p:notesMasterId r:id="rId39"/>
  </p:notesMasterIdLst>
  <p:handoutMasterIdLst>
    <p:handoutMasterId r:id="rId40"/>
  </p:handoutMasterIdLst>
  <p:sldIdLst>
    <p:sldId id="257" r:id="rId9"/>
    <p:sldId id="274" r:id="rId10"/>
    <p:sldId id="258" r:id="rId11"/>
    <p:sldId id="259" r:id="rId12"/>
    <p:sldId id="260" r:id="rId13"/>
    <p:sldId id="284" r:id="rId14"/>
    <p:sldId id="285" r:id="rId15"/>
    <p:sldId id="286" r:id="rId16"/>
    <p:sldId id="261" r:id="rId17"/>
    <p:sldId id="262" r:id="rId18"/>
    <p:sldId id="263" r:id="rId19"/>
    <p:sldId id="264" r:id="rId20"/>
    <p:sldId id="269" r:id="rId21"/>
    <p:sldId id="265" r:id="rId22"/>
    <p:sldId id="270" r:id="rId23"/>
    <p:sldId id="272" r:id="rId24"/>
    <p:sldId id="268" r:id="rId25"/>
    <p:sldId id="276" r:id="rId26"/>
    <p:sldId id="283" r:id="rId27"/>
    <p:sldId id="267" r:id="rId28"/>
    <p:sldId id="266" r:id="rId29"/>
    <p:sldId id="273" r:id="rId30"/>
    <p:sldId id="275" r:id="rId31"/>
    <p:sldId id="281" r:id="rId32"/>
    <p:sldId id="277" r:id="rId33"/>
    <p:sldId id="282" r:id="rId34"/>
    <p:sldId id="278" r:id="rId35"/>
    <p:sldId id="280" r:id="rId36"/>
    <p:sldId id="287" r:id="rId37"/>
    <p:sldId id="288" r:id="rId3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6A38DD-EFB0-4F88-ADDC-9893DACA6307}" v="28" dt="2025-12-12T01:31:39.4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503" autoAdjust="0"/>
  </p:normalViewPr>
  <p:slideViewPr>
    <p:cSldViewPr snapToGrid="0">
      <p:cViewPr varScale="1">
        <p:scale>
          <a:sx n="64" d="100"/>
          <a:sy n="64" d="100"/>
        </p:scale>
        <p:origin x="68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notesMaster" Target="notesMasters/notesMaster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Master" Target="slideMasters/slideMaster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microsoft.com/office/2015/10/relationships/revisionInfo" Target="revisionInfo.xml"/><Relationship Id="rId20" Type="http://schemas.openxmlformats.org/officeDocument/2006/relationships/slide" Target="slides/slide12.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3-736-013_HARITHA CHINNAMASIRI" userId="904f4fae-9fa4-4531-b43d-c4ce23000ed8" providerId="ADAL" clId="{EB97FA1F-C85B-4780-B6ED-40B39EA28930}"/>
    <pc:docChg chg="undo custSel modSld modMainMaster">
      <pc:chgData name="23-736-013_HARITHA CHINNAMASIRI" userId="904f4fae-9fa4-4531-b43d-c4ce23000ed8" providerId="ADAL" clId="{EB97FA1F-C85B-4780-B6ED-40B39EA28930}" dt="2025-12-12T01:30:34.371" v="345" actId="313"/>
      <pc:docMkLst>
        <pc:docMk/>
      </pc:docMkLst>
      <pc:sldChg chg="addSp modSp mod">
        <pc:chgData name="23-736-013_HARITHA CHINNAMASIRI" userId="904f4fae-9fa4-4531-b43d-c4ce23000ed8" providerId="ADAL" clId="{EB97FA1F-C85B-4780-B6ED-40B39EA28930}" dt="2025-12-12T01:25:17.009" v="309" actId="20577"/>
        <pc:sldMkLst>
          <pc:docMk/>
          <pc:sldMk cId="1978779784" sldId="257"/>
        </pc:sldMkLst>
        <pc:spChg chg="mod">
          <ac:chgData name="23-736-013_HARITHA CHINNAMASIRI" userId="904f4fae-9fa4-4531-b43d-c4ce23000ed8" providerId="ADAL" clId="{EB97FA1F-C85B-4780-B6ED-40B39EA28930}" dt="2025-12-11T07:18:13.735" v="271" actId="14100"/>
          <ac:spMkLst>
            <pc:docMk/>
            <pc:sldMk cId="1978779784" sldId="257"/>
            <ac:spMk id="2" creationId="{121DC32D-FEC0-9BAE-02B1-BA6BFA4BD553}"/>
          </ac:spMkLst>
        </pc:spChg>
        <pc:spChg chg="mod">
          <ac:chgData name="23-736-013_HARITHA CHINNAMASIRI" userId="904f4fae-9fa4-4531-b43d-c4ce23000ed8" providerId="ADAL" clId="{EB97FA1F-C85B-4780-B6ED-40B39EA28930}" dt="2025-12-12T01:25:05.857" v="307" actId="20577"/>
          <ac:spMkLst>
            <pc:docMk/>
            <pc:sldMk cId="1978779784" sldId="257"/>
            <ac:spMk id="3" creationId="{8EFF346C-758C-5994-E44C-C8E958EC10C1}"/>
          </ac:spMkLst>
        </pc:spChg>
        <pc:spChg chg="add mod">
          <ac:chgData name="23-736-013_HARITHA CHINNAMASIRI" userId="904f4fae-9fa4-4531-b43d-c4ce23000ed8" providerId="ADAL" clId="{EB97FA1F-C85B-4780-B6ED-40B39EA28930}" dt="2025-12-12T01:25:17.009" v="309" actId="20577"/>
          <ac:spMkLst>
            <pc:docMk/>
            <pc:sldMk cId="1978779784" sldId="257"/>
            <ac:spMk id="5" creationId="{104B119C-37CB-9020-A8E9-25D5D4762181}"/>
          </ac:spMkLst>
        </pc:spChg>
        <pc:spChg chg="mod">
          <ac:chgData name="23-736-013_HARITHA CHINNAMASIRI" userId="904f4fae-9fa4-4531-b43d-c4ce23000ed8" providerId="ADAL" clId="{EB97FA1F-C85B-4780-B6ED-40B39EA28930}" dt="2025-12-11T07:01:30.340" v="144" actId="1076"/>
          <ac:spMkLst>
            <pc:docMk/>
            <pc:sldMk cId="1978779784" sldId="257"/>
            <ac:spMk id="6" creationId="{D740AA16-A86B-40E2-0BF2-F96EED03CCE6}"/>
          </ac:spMkLst>
        </pc:spChg>
        <pc:picChg chg="mod">
          <ac:chgData name="23-736-013_HARITHA CHINNAMASIRI" userId="904f4fae-9fa4-4531-b43d-c4ce23000ed8" providerId="ADAL" clId="{EB97FA1F-C85B-4780-B6ED-40B39EA28930}" dt="2025-12-11T07:19:35.520" v="282" actId="2085"/>
          <ac:picMkLst>
            <pc:docMk/>
            <pc:sldMk cId="1978779784" sldId="257"/>
            <ac:picMk id="4" creationId="{EB227BB7-2BCC-F5C0-5712-570D25DEDDC1}"/>
          </ac:picMkLst>
        </pc:picChg>
      </pc:sldChg>
      <pc:sldChg chg="modSp mod">
        <pc:chgData name="23-736-013_HARITHA CHINNAMASIRI" userId="904f4fae-9fa4-4531-b43d-c4ce23000ed8" providerId="ADAL" clId="{EB97FA1F-C85B-4780-B6ED-40B39EA28930}" dt="2025-12-12T01:26:38.825" v="318" actId="120"/>
        <pc:sldMkLst>
          <pc:docMk/>
          <pc:sldMk cId="752497432" sldId="258"/>
        </pc:sldMkLst>
        <pc:spChg chg="mod">
          <ac:chgData name="23-736-013_HARITHA CHINNAMASIRI" userId="904f4fae-9fa4-4531-b43d-c4ce23000ed8" providerId="ADAL" clId="{EB97FA1F-C85B-4780-B6ED-40B39EA28930}" dt="2025-12-12T01:26:13.020" v="314" actId="1076"/>
          <ac:spMkLst>
            <pc:docMk/>
            <pc:sldMk cId="752497432" sldId="258"/>
            <ac:spMk id="2" creationId="{932D03D1-154D-B03A-0B1F-F3F92861E3B9}"/>
          </ac:spMkLst>
        </pc:spChg>
        <pc:spChg chg="mod">
          <ac:chgData name="23-736-013_HARITHA CHINNAMASIRI" userId="904f4fae-9fa4-4531-b43d-c4ce23000ed8" providerId="ADAL" clId="{EB97FA1F-C85B-4780-B6ED-40B39EA28930}" dt="2025-12-12T01:26:38.825" v="318" actId="120"/>
          <ac:spMkLst>
            <pc:docMk/>
            <pc:sldMk cId="752497432" sldId="258"/>
            <ac:spMk id="3" creationId="{C42D6683-9C90-ED28-FDDA-A843A5B584BF}"/>
          </ac:spMkLst>
        </pc:spChg>
        <pc:spChg chg="mod">
          <ac:chgData name="23-736-013_HARITHA CHINNAMASIRI" userId="904f4fae-9fa4-4531-b43d-c4ce23000ed8" providerId="ADAL" clId="{EB97FA1F-C85B-4780-B6ED-40B39EA28930}" dt="2025-12-11T07:19:05.170" v="272"/>
          <ac:spMkLst>
            <pc:docMk/>
            <pc:sldMk cId="752497432" sldId="258"/>
            <ac:spMk id="7" creationId="{D52BE260-4188-6B24-FBE4-0AFF6A583124}"/>
          </ac:spMkLst>
        </pc:spChg>
      </pc:sldChg>
      <pc:sldChg chg="modSp mod">
        <pc:chgData name="23-736-013_HARITHA CHINNAMASIRI" userId="904f4fae-9fa4-4531-b43d-c4ce23000ed8" providerId="ADAL" clId="{EB97FA1F-C85B-4780-B6ED-40B39EA28930}" dt="2025-12-11T07:20:08.091" v="288" actId="207"/>
        <pc:sldMkLst>
          <pc:docMk/>
          <pc:sldMk cId="2082451196" sldId="259"/>
        </pc:sldMkLst>
        <pc:spChg chg="mod">
          <ac:chgData name="23-736-013_HARITHA CHINNAMASIRI" userId="904f4fae-9fa4-4531-b43d-c4ce23000ed8" providerId="ADAL" clId="{EB97FA1F-C85B-4780-B6ED-40B39EA28930}" dt="2025-12-11T07:20:08.091" v="288" actId="207"/>
          <ac:spMkLst>
            <pc:docMk/>
            <pc:sldMk cId="2082451196" sldId="259"/>
            <ac:spMk id="2" creationId="{65CF22F2-A4FC-3523-A813-57AA97D776F9}"/>
          </ac:spMkLst>
        </pc:spChg>
        <pc:spChg chg="mod">
          <ac:chgData name="23-736-013_HARITHA CHINNAMASIRI" userId="904f4fae-9fa4-4531-b43d-c4ce23000ed8" providerId="ADAL" clId="{EB97FA1F-C85B-4780-B6ED-40B39EA28930}" dt="2025-12-11T07:20:04.896" v="287" actId="207"/>
          <ac:spMkLst>
            <pc:docMk/>
            <pc:sldMk cId="2082451196" sldId="259"/>
            <ac:spMk id="3" creationId="{9FA58141-366E-ACAA-602D-A862B56A3E1F}"/>
          </ac:spMkLst>
        </pc:spChg>
        <pc:spChg chg="mod">
          <ac:chgData name="23-736-013_HARITHA CHINNAMASIRI" userId="904f4fae-9fa4-4531-b43d-c4ce23000ed8" providerId="ADAL" clId="{EB97FA1F-C85B-4780-B6ED-40B39EA28930}" dt="2025-12-11T07:19:05.170" v="272"/>
          <ac:spMkLst>
            <pc:docMk/>
            <pc:sldMk cId="2082451196" sldId="259"/>
            <ac:spMk id="7" creationId="{3B8B36B1-2237-B5FF-BCC0-921E4DEB6955}"/>
          </ac:spMkLst>
        </pc:spChg>
      </pc:sldChg>
      <pc:sldChg chg="modSp mod">
        <pc:chgData name="23-736-013_HARITHA CHINNAMASIRI" userId="904f4fae-9fa4-4531-b43d-c4ce23000ed8" providerId="ADAL" clId="{EB97FA1F-C85B-4780-B6ED-40B39EA28930}" dt="2025-12-12T01:27:49.207" v="329" actId="14100"/>
        <pc:sldMkLst>
          <pc:docMk/>
          <pc:sldMk cId="2711662140" sldId="260"/>
        </pc:sldMkLst>
        <pc:spChg chg="mod">
          <ac:chgData name="23-736-013_HARITHA CHINNAMASIRI" userId="904f4fae-9fa4-4531-b43d-c4ce23000ed8" providerId="ADAL" clId="{EB97FA1F-C85B-4780-B6ED-40B39EA28930}" dt="2025-12-12T01:27:49.207" v="329" actId="14100"/>
          <ac:spMkLst>
            <pc:docMk/>
            <pc:sldMk cId="2711662140" sldId="260"/>
            <ac:spMk id="2" creationId="{06E52206-DC0F-CB22-63C4-65A837270717}"/>
          </ac:spMkLst>
        </pc:spChg>
        <pc:spChg chg="mod">
          <ac:chgData name="23-736-013_HARITHA CHINNAMASIRI" userId="904f4fae-9fa4-4531-b43d-c4ce23000ed8" providerId="ADAL" clId="{EB97FA1F-C85B-4780-B6ED-40B39EA28930}" dt="2025-12-12T01:27:41.361" v="328" actId="14100"/>
          <ac:spMkLst>
            <pc:docMk/>
            <pc:sldMk cId="2711662140" sldId="260"/>
            <ac:spMk id="3" creationId="{C721E2A3-BD5F-36D5-3735-B38388DC914E}"/>
          </ac:spMkLst>
        </pc:spChg>
        <pc:spChg chg="mod">
          <ac:chgData name="23-736-013_HARITHA CHINNAMASIRI" userId="904f4fae-9fa4-4531-b43d-c4ce23000ed8" providerId="ADAL" clId="{EB97FA1F-C85B-4780-B6ED-40B39EA28930}" dt="2025-12-11T07:19:05.170" v="272"/>
          <ac:spMkLst>
            <pc:docMk/>
            <pc:sldMk cId="2711662140" sldId="260"/>
            <ac:spMk id="6" creationId="{BDF02232-097D-0536-E248-8D274B79301D}"/>
          </ac:spMkLst>
        </pc:spChg>
      </pc:sldChg>
      <pc:sldChg chg="modSp mod">
        <pc:chgData name="23-736-013_HARITHA CHINNAMASIRI" userId="904f4fae-9fa4-4531-b43d-c4ce23000ed8" providerId="ADAL" clId="{EB97FA1F-C85B-4780-B6ED-40B39EA28930}" dt="2025-12-11T06:42:18.252" v="3" actId="14100"/>
        <pc:sldMkLst>
          <pc:docMk/>
          <pc:sldMk cId="2645771936" sldId="261"/>
        </pc:sldMkLst>
        <pc:picChg chg="mod">
          <ac:chgData name="23-736-013_HARITHA CHINNAMASIRI" userId="904f4fae-9fa4-4531-b43d-c4ce23000ed8" providerId="ADAL" clId="{EB97FA1F-C85B-4780-B6ED-40B39EA28930}" dt="2025-12-11T06:42:18.252" v="3" actId="14100"/>
          <ac:picMkLst>
            <pc:docMk/>
            <pc:sldMk cId="2645771936" sldId="261"/>
            <ac:picMk id="4" creationId="{EFB8515C-309F-6FA3-274D-A8C77D784DB8}"/>
          </ac:picMkLst>
        </pc:picChg>
      </pc:sldChg>
      <pc:sldChg chg="modSp mod">
        <pc:chgData name="23-736-013_HARITHA CHINNAMASIRI" userId="904f4fae-9fa4-4531-b43d-c4ce23000ed8" providerId="ADAL" clId="{EB97FA1F-C85B-4780-B6ED-40B39EA28930}" dt="2025-12-11T07:02:41.792" v="154" actId="1076"/>
        <pc:sldMkLst>
          <pc:docMk/>
          <pc:sldMk cId="1580853064" sldId="263"/>
        </pc:sldMkLst>
        <pc:spChg chg="mod">
          <ac:chgData name="23-736-013_HARITHA CHINNAMASIRI" userId="904f4fae-9fa4-4531-b43d-c4ce23000ed8" providerId="ADAL" clId="{EB97FA1F-C85B-4780-B6ED-40B39EA28930}" dt="2025-12-11T07:02:36.317" v="151" actId="1076"/>
          <ac:spMkLst>
            <pc:docMk/>
            <pc:sldMk cId="1580853064" sldId="263"/>
            <ac:spMk id="2" creationId="{00000000-0000-0000-0000-000000000000}"/>
          </ac:spMkLst>
        </pc:spChg>
        <pc:picChg chg="mod">
          <ac:chgData name="23-736-013_HARITHA CHINNAMASIRI" userId="904f4fae-9fa4-4531-b43d-c4ce23000ed8" providerId="ADAL" clId="{EB97FA1F-C85B-4780-B6ED-40B39EA28930}" dt="2025-12-11T07:02:41.792" v="154" actId="1076"/>
          <ac:picMkLst>
            <pc:docMk/>
            <pc:sldMk cId="1580853064" sldId="263"/>
            <ac:picMk id="4" creationId="{B8632670-CA47-33D5-E9C0-474EC7DFAF61}"/>
          </ac:picMkLst>
        </pc:picChg>
      </pc:sldChg>
      <pc:sldChg chg="modSp mod">
        <pc:chgData name="23-736-013_HARITHA CHINNAMASIRI" userId="904f4fae-9fa4-4531-b43d-c4ce23000ed8" providerId="ADAL" clId="{EB97FA1F-C85B-4780-B6ED-40B39EA28930}" dt="2025-12-11T07:02:48.594" v="155" actId="1076"/>
        <pc:sldMkLst>
          <pc:docMk/>
          <pc:sldMk cId="2325097175" sldId="264"/>
        </pc:sldMkLst>
        <pc:picChg chg="mod">
          <ac:chgData name="23-736-013_HARITHA CHINNAMASIRI" userId="904f4fae-9fa4-4531-b43d-c4ce23000ed8" providerId="ADAL" clId="{EB97FA1F-C85B-4780-B6ED-40B39EA28930}" dt="2025-12-11T07:02:48.594" v="155" actId="1076"/>
          <ac:picMkLst>
            <pc:docMk/>
            <pc:sldMk cId="2325097175" sldId="264"/>
            <ac:picMk id="4" creationId="{D861AACD-3CF9-FA92-50CC-3DBB0E6F9BF7}"/>
          </ac:picMkLst>
        </pc:picChg>
      </pc:sldChg>
      <pc:sldChg chg="modSp mod">
        <pc:chgData name="23-736-013_HARITHA CHINNAMASIRI" userId="904f4fae-9fa4-4531-b43d-c4ce23000ed8" providerId="ADAL" clId="{EB97FA1F-C85B-4780-B6ED-40B39EA28930}" dt="2025-12-11T06:58:20.067" v="92" actId="1076"/>
        <pc:sldMkLst>
          <pc:docMk/>
          <pc:sldMk cId="1878866112" sldId="265"/>
        </pc:sldMkLst>
        <pc:picChg chg="mod">
          <ac:chgData name="23-736-013_HARITHA CHINNAMASIRI" userId="904f4fae-9fa4-4531-b43d-c4ce23000ed8" providerId="ADAL" clId="{EB97FA1F-C85B-4780-B6ED-40B39EA28930}" dt="2025-12-11T06:58:20.067" v="92" actId="1076"/>
          <ac:picMkLst>
            <pc:docMk/>
            <pc:sldMk cId="1878866112" sldId="265"/>
            <ac:picMk id="4" creationId="{54272541-1221-1258-B96E-F57A50C3A764}"/>
          </ac:picMkLst>
        </pc:picChg>
      </pc:sldChg>
      <pc:sldChg chg="modSp mod">
        <pc:chgData name="23-736-013_HARITHA CHINNAMASIRI" userId="904f4fae-9fa4-4531-b43d-c4ce23000ed8" providerId="ADAL" clId="{EB97FA1F-C85B-4780-B6ED-40B39EA28930}" dt="2025-12-11T07:07:56.243" v="194" actId="27636"/>
        <pc:sldMkLst>
          <pc:docMk/>
          <pc:sldMk cId="3009115505" sldId="266"/>
        </pc:sldMkLst>
        <pc:spChg chg="mod">
          <ac:chgData name="23-736-013_HARITHA CHINNAMASIRI" userId="904f4fae-9fa4-4531-b43d-c4ce23000ed8" providerId="ADAL" clId="{EB97FA1F-C85B-4780-B6ED-40B39EA28930}" dt="2025-12-11T07:07:56.243" v="194" actId="27636"/>
          <ac:spMkLst>
            <pc:docMk/>
            <pc:sldMk cId="3009115505" sldId="266"/>
            <ac:spMk id="2" creationId="{00000000-0000-0000-0000-000000000000}"/>
          </ac:spMkLst>
        </pc:spChg>
        <pc:picChg chg="mod">
          <ac:chgData name="23-736-013_HARITHA CHINNAMASIRI" userId="904f4fae-9fa4-4531-b43d-c4ce23000ed8" providerId="ADAL" clId="{EB97FA1F-C85B-4780-B6ED-40B39EA28930}" dt="2025-12-11T07:03:39.115" v="164" actId="1076"/>
          <ac:picMkLst>
            <pc:docMk/>
            <pc:sldMk cId="3009115505" sldId="266"/>
            <ac:picMk id="4" creationId="{C813E63A-D55B-6B20-BEE8-F24E3E60B7EA}"/>
          </ac:picMkLst>
        </pc:picChg>
      </pc:sldChg>
      <pc:sldChg chg="modSp mod">
        <pc:chgData name="23-736-013_HARITHA CHINNAMASIRI" userId="904f4fae-9fa4-4531-b43d-c4ce23000ed8" providerId="ADAL" clId="{EB97FA1F-C85B-4780-B6ED-40B39EA28930}" dt="2025-12-11T07:03:52.404" v="167" actId="1076"/>
        <pc:sldMkLst>
          <pc:docMk/>
          <pc:sldMk cId="3944950370" sldId="267"/>
        </pc:sldMkLst>
        <pc:spChg chg="mod">
          <ac:chgData name="23-736-013_HARITHA CHINNAMASIRI" userId="904f4fae-9fa4-4531-b43d-c4ce23000ed8" providerId="ADAL" clId="{EB97FA1F-C85B-4780-B6ED-40B39EA28930}" dt="2025-12-11T07:03:48.537" v="166" actId="1076"/>
          <ac:spMkLst>
            <pc:docMk/>
            <pc:sldMk cId="3944950370" sldId="267"/>
            <ac:spMk id="2" creationId="{00000000-0000-0000-0000-000000000000}"/>
          </ac:spMkLst>
        </pc:spChg>
        <pc:picChg chg="mod">
          <ac:chgData name="23-736-013_HARITHA CHINNAMASIRI" userId="904f4fae-9fa4-4531-b43d-c4ce23000ed8" providerId="ADAL" clId="{EB97FA1F-C85B-4780-B6ED-40B39EA28930}" dt="2025-12-11T07:03:52.404" v="167" actId="1076"/>
          <ac:picMkLst>
            <pc:docMk/>
            <pc:sldMk cId="3944950370" sldId="267"/>
            <ac:picMk id="4" creationId="{BDB2C248-9E13-A82A-A1DF-BAFF42EC2212}"/>
          </ac:picMkLst>
        </pc:picChg>
      </pc:sldChg>
      <pc:sldChg chg="modSp mod">
        <pc:chgData name="23-736-013_HARITHA CHINNAMASIRI" userId="904f4fae-9fa4-4531-b43d-c4ce23000ed8" providerId="ADAL" clId="{EB97FA1F-C85B-4780-B6ED-40B39EA28930}" dt="2025-12-12T01:30:24.660" v="344" actId="313"/>
        <pc:sldMkLst>
          <pc:docMk/>
          <pc:sldMk cId="2276756118" sldId="268"/>
        </pc:sldMkLst>
        <pc:spChg chg="mod">
          <ac:chgData name="23-736-013_HARITHA CHINNAMASIRI" userId="904f4fae-9fa4-4531-b43d-c4ce23000ed8" providerId="ADAL" clId="{EB97FA1F-C85B-4780-B6ED-40B39EA28930}" dt="2025-12-12T01:30:24.660" v="344" actId="313"/>
          <ac:spMkLst>
            <pc:docMk/>
            <pc:sldMk cId="2276756118" sldId="268"/>
            <ac:spMk id="2" creationId="{A17563C7-D3FC-9685-463C-1CB5CC1A8812}"/>
          </ac:spMkLst>
        </pc:spChg>
      </pc:sldChg>
      <pc:sldChg chg="modSp mod">
        <pc:chgData name="23-736-013_HARITHA CHINNAMASIRI" userId="904f4fae-9fa4-4531-b43d-c4ce23000ed8" providerId="ADAL" clId="{EB97FA1F-C85B-4780-B6ED-40B39EA28930}" dt="2025-12-11T07:02:56.304" v="156" actId="1076"/>
        <pc:sldMkLst>
          <pc:docMk/>
          <pc:sldMk cId="96196650" sldId="269"/>
        </pc:sldMkLst>
        <pc:picChg chg="mod">
          <ac:chgData name="23-736-013_HARITHA CHINNAMASIRI" userId="904f4fae-9fa4-4531-b43d-c4ce23000ed8" providerId="ADAL" clId="{EB97FA1F-C85B-4780-B6ED-40B39EA28930}" dt="2025-12-11T07:02:56.304" v="156" actId="1076"/>
          <ac:picMkLst>
            <pc:docMk/>
            <pc:sldMk cId="96196650" sldId="269"/>
            <ac:picMk id="4" creationId="{EE4E923D-0254-954D-D01B-0BFC8534F12D}"/>
          </ac:picMkLst>
        </pc:picChg>
      </pc:sldChg>
      <pc:sldChg chg="modSp mod">
        <pc:chgData name="23-736-013_HARITHA CHINNAMASIRI" userId="904f4fae-9fa4-4531-b43d-c4ce23000ed8" providerId="ADAL" clId="{EB97FA1F-C85B-4780-B6ED-40B39EA28930}" dt="2025-12-11T07:09:30.976" v="208" actId="1076"/>
        <pc:sldMkLst>
          <pc:docMk/>
          <pc:sldMk cId="765359758" sldId="270"/>
        </pc:sldMkLst>
        <pc:spChg chg="mod">
          <ac:chgData name="23-736-013_HARITHA CHINNAMASIRI" userId="904f4fae-9fa4-4531-b43d-c4ce23000ed8" providerId="ADAL" clId="{EB97FA1F-C85B-4780-B6ED-40B39EA28930}" dt="2025-12-11T07:09:30.976" v="208" actId="1076"/>
          <ac:spMkLst>
            <pc:docMk/>
            <pc:sldMk cId="765359758" sldId="270"/>
            <ac:spMk id="2" creationId="{00000000-0000-0000-0000-000000000000}"/>
          </ac:spMkLst>
        </pc:spChg>
      </pc:sldChg>
      <pc:sldChg chg="modSp mod">
        <pc:chgData name="23-736-013_HARITHA CHINNAMASIRI" userId="904f4fae-9fa4-4531-b43d-c4ce23000ed8" providerId="ADAL" clId="{EB97FA1F-C85B-4780-B6ED-40B39EA28930}" dt="2025-12-11T07:03:06.582" v="157" actId="14100"/>
        <pc:sldMkLst>
          <pc:docMk/>
          <pc:sldMk cId="4119911984" sldId="272"/>
        </pc:sldMkLst>
        <pc:spChg chg="mod">
          <ac:chgData name="23-736-013_HARITHA CHINNAMASIRI" userId="904f4fae-9fa4-4531-b43d-c4ce23000ed8" providerId="ADAL" clId="{EB97FA1F-C85B-4780-B6ED-40B39EA28930}" dt="2025-12-11T06:58:31.604" v="94" actId="14100"/>
          <ac:spMkLst>
            <pc:docMk/>
            <pc:sldMk cId="4119911984" sldId="272"/>
            <ac:spMk id="2" creationId="{00000000-0000-0000-0000-000000000000}"/>
          </ac:spMkLst>
        </pc:spChg>
        <pc:picChg chg="mod">
          <ac:chgData name="23-736-013_HARITHA CHINNAMASIRI" userId="904f4fae-9fa4-4531-b43d-c4ce23000ed8" providerId="ADAL" clId="{EB97FA1F-C85B-4780-B6ED-40B39EA28930}" dt="2025-12-11T07:03:06.582" v="157" actId="14100"/>
          <ac:picMkLst>
            <pc:docMk/>
            <pc:sldMk cId="4119911984" sldId="272"/>
            <ac:picMk id="4" creationId="{C7752F73-E9FA-BC6E-DBCF-74AD1894F32C}"/>
          </ac:picMkLst>
        </pc:picChg>
      </pc:sldChg>
      <pc:sldChg chg="modSp mod">
        <pc:chgData name="23-736-013_HARITHA CHINNAMASIRI" userId="904f4fae-9fa4-4531-b43d-c4ce23000ed8" providerId="ADAL" clId="{EB97FA1F-C85B-4780-B6ED-40B39EA28930}" dt="2025-12-12T01:25:58.750" v="313" actId="20577"/>
        <pc:sldMkLst>
          <pc:docMk/>
          <pc:sldMk cId="2590500547" sldId="274"/>
        </pc:sldMkLst>
        <pc:spChg chg="mod">
          <ac:chgData name="23-736-013_HARITHA CHINNAMASIRI" userId="904f4fae-9fa4-4531-b43d-c4ce23000ed8" providerId="ADAL" clId="{EB97FA1F-C85B-4780-B6ED-40B39EA28930}" dt="2025-12-12T01:25:58.750" v="313" actId="20577"/>
          <ac:spMkLst>
            <pc:docMk/>
            <pc:sldMk cId="2590500547" sldId="274"/>
            <ac:spMk id="2" creationId="{00000000-0000-0000-0000-000000000000}"/>
          </ac:spMkLst>
        </pc:spChg>
        <pc:spChg chg="mod">
          <ac:chgData name="23-736-013_HARITHA CHINNAMASIRI" userId="904f4fae-9fa4-4531-b43d-c4ce23000ed8" providerId="ADAL" clId="{EB97FA1F-C85B-4780-B6ED-40B39EA28930}" dt="2025-12-12T01:25:46.755" v="311" actId="27636"/>
          <ac:spMkLst>
            <pc:docMk/>
            <pc:sldMk cId="2590500547" sldId="274"/>
            <ac:spMk id="3" creationId="{00000000-0000-0000-0000-000000000000}"/>
          </ac:spMkLst>
        </pc:spChg>
        <pc:spChg chg="mod">
          <ac:chgData name="23-736-013_HARITHA CHINNAMASIRI" userId="904f4fae-9fa4-4531-b43d-c4ce23000ed8" providerId="ADAL" clId="{EB97FA1F-C85B-4780-B6ED-40B39EA28930}" dt="2025-12-11T07:19:05.170" v="272"/>
          <ac:spMkLst>
            <pc:docMk/>
            <pc:sldMk cId="2590500547" sldId="274"/>
            <ac:spMk id="5" creationId="{EA8D8FC6-AF80-95CF-DC15-961955385E4E}"/>
          </ac:spMkLst>
        </pc:spChg>
      </pc:sldChg>
      <pc:sldChg chg="modSp mod">
        <pc:chgData name="23-736-013_HARITHA CHINNAMASIRI" userId="904f4fae-9fa4-4531-b43d-c4ce23000ed8" providerId="ADAL" clId="{EB97FA1F-C85B-4780-B6ED-40B39EA28930}" dt="2025-12-11T07:03:22.730" v="159" actId="33524"/>
        <pc:sldMkLst>
          <pc:docMk/>
          <pc:sldMk cId="1868164560" sldId="276"/>
        </pc:sldMkLst>
        <pc:spChg chg="mod">
          <ac:chgData name="23-736-013_HARITHA CHINNAMASIRI" userId="904f4fae-9fa4-4531-b43d-c4ce23000ed8" providerId="ADAL" clId="{EB97FA1F-C85B-4780-B6ED-40B39EA28930}" dt="2025-12-11T07:03:22.730" v="159" actId="33524"/>
          <ac:spMkLst>
            <pc:docMk/>
            <pc:sldMk cId="1868164560" sldId="276"/>
            <ac:spMk id="2" creationId="{00000000-0000-0000-0000-000000000000}"/>
          </ac:spMkLst>
        </pc:spChg>
        <pc:picChg chg="mod">
          <ac:chgData name="23-736-013_HARITHA CHINNAMASIRI" userId="904f4fae-9fa4-4531-b43d-c4ce23000ed8" providerId="ADAL" clId="{EB97FA1F-C85B-4780-B6ED-40B39EA28930}" dt="2025-12-11T07:03:16.459" v="158" actId="1076"/>
          <ac:picMkLst>
            <pc:docMk/>
            <pc:sldMk cId="1868164560" sldId="276"/>
            <ac:picMk id="4" creationId="{7C725228-8BA0-6D0A-AFEE-A6FCDF4CAF21}"/>
          </ac:picMkLst>
        </pc:picChg>
      </pc:sldChg>
      <pc:sldChg chg="modSp mod">
        <pc:chgData name="23-736-013_HARITHA CHINNAMASIRI" userId="904f4fae-9fa4-4531-b43d-c4ce23000ed8" providerId="ADAL" clId="{EB97FA1F-C85B-4780-B6ED-40B39EA28930}" dt="2025-12-11T07:19:05.535" v="278" actId="27636"/>
        <pc:sldMkLst>
          <pc:docMk/>
          <pc:sldMk cId="1273408418" sldId="277"/>
        </pc:sldMkLst>
        <pc:spChg chg="mod ord">
          <ac:chgData name="23-736-013_HARITHA CHINNAMASIRI" userId="904f4fae-9fa4-4531-b43d-c4ce23000ed8" providerId="ADAL" clId="{EB97FA1F-C85B-4780-B6ED-40B39EA28930}" dt="2025-12-11T07:05:34.139" v="177" actId="1076"/>
          <ac:spMkLst>
            <pc:docMk/>
            <pc:sldMk cId="1273408418" sldId="277"/>
            <ac:spMk id="2" creationId="{A24734A6-6982-C090-2506-200AFE866292}"/>
          </ac:spMkLst>
        </pc:spChg>
        <pc:spChg chg="mod">
          <ac:chgData name="23-736-013_HARITHA CHINNAMASIRI" userId="904f4fae-9fa4-4531-b43d-c4ce23000ed8" providerId="ADAL" clId="{EB97FA1F-C85B-4780-B6ED-40B39EA28930}" dt="2025-12-11T07:19:05.535" v="278" actId="27636"/>
          <ac:spMkLst>
            <pc:docMk/>
            <pc:sldMk cId="1273408418" sldId="277"/>
            <ac:spMk id="5" creationId="{0B77134F-6E99-FD67-9ACE-EC58BC4DB62B}"/>
          </ac:spMkLst>
        </pc:spChg>
        <pc:graphicFrameChg chg="mod">
          <ac:chgData name="23-736-013_HARITHA CHINNAMASIRI" userId="904f4fae-9fa4-4531-b43d-c4ce23000ed8" providerId="ADAL" clId="{EB97FA1F-C85B-4780-B6ED-40B39EA28930}" dt="2025-12-11T07:10:03.129" v="210" actId="12269"/>
          <ac:graphicFrameMkLst>
            <pc:docMk/>
            <pc:sldMk cId="1273408418" sldId="277"/>
            <ac:graphicFrameMk id="12" creationId="{3152FBE7-F0D9-581C-4DA2-1305D97F37DE}"/>
          </ac:graphicFrameMkLst>
        </pc:graphicFrameChg>
      </pc:sldChg>
      <pc:sldChg chg="modSp mod">
        <pc:chgData name="23-736-013_HARITHA CHINNAMASIRI" userId="904f4fae-9fa4-4531-b43d-c4ce23000ed8" providerId="ADAL" clId="{EB97FA1F-C85B-4780-B6ED-40B39EA28930}" dt="2025-12-11T07:19:05.553" v="280" actId="27636"/>
        <pc:sldMkLst>
          <pc:docMk/>
          <pc:sldMk cId="3951725154" sldId="278"/>
        </pc:sldMkLst>
        <pc:spChg chg="mod">
          <ac:chgData name="23-736-013_HARITHA CHINNAMASIRI" userId="904f4fae-9fa4-4531-b43d-c4ce23000ed8" providerId="ADAL" clId="{EB97FA1F-C85B-4780-B6ED-40B39EA28930}" dt="2025-12-11T07:19:05.553" v="280" actId="27636"/>
          <ac:spMkLst>
            <pc:docMk/>
            <pc:sldMk cId="3951725154" sldId="278"/>
            <ac:spMk id="3" creationId="{2C9D0991-E2B4-6974-024A-D35029FAC37A}"/>
          </ac:spMkLst>
        </pc:spChg>
        <pc:spChg chg="mod">
          <ac:chgData name="23-736-013_HARITHA CHINNAMASIRI" userId="904f4fae-9fa4-4531-b43d-c4ce23000ed8" providerId="ADAL" clId="{EB97FA1F-C85B-4780-B6ED-40B39EA28930}" dt="2025-12-11T07:19:05.170" v="272"/>
          <ac:spMkLst>
            <pc:docMk/>
            <pc:sldMk cId="3951725154" sldId="278"/>
            <ac:spMk id="7" creationId="{82FF2E97-8B21-82E0-72B9-C1CC6D0046D5}"/>
          </ac:spMkLst>
        </pc:spChg>
      </pc:sldChg>
      <pc:sldChg chg="addSp delSp modSp mod">
        <pc:chgData name="23-736-013_HARITHA CHINNAMASIRI" userId="904f4fae-9fa4-4531-b43d-c4ce23000ed8" providerId="ADAL" clId="{EB97FA1F-C85B-4780-B6ED-40B39EA28930}" dt="2025-12-11T07:22:07.556" v="298" actId="403"/>
        <pc:sldMkLst>
          <pc:docMk/>
          <pc:sldMk cId="4162094052" sldId="280"/>
        </pc:sldMkLst>
        <pc:spChg chg="mod">
          <ac:chgData name="23-736-013_HARITHA CHINNAMASIRI" userId="904f4fae-9fa4-4531-b43d-c4ce23000ed8" providerId="ADAL" clId="{EB97FA1F-C85B-4780-B6ED-40B39EA28930}" dt="2025-12-11T07:22:07.556" v="298" actId="403"/>
          <ac:spMkLst>
            <pc:docMk/>
            <pc:sldMk cId="4162094052" sldId="280"/>
            <ac:spMk id="2" creationId="{00000000-0000-0000-0000-000000000000}"/>
          </ac:spMkLst>
        </pc:spChg>
        <pc:spChg chg="del mod">
          <ac:chgData name="23-736-013_HARITHA CHINNAMASIRI" userId="904f4fae-9fa4-4531-b43d-c4ce23000ed8" providerId="ADAL" clId="{EB97FA1F-C85B-4780-B6ED-40B39EA28930}" dt="2025-12-11T07:21:59.258" v="294" actId="21"/>
          <ac:spMkLst>
            <pc:docMk/>
            <pc:sldMk cId="4162094052" sldId="280"/>
            <ac:spMk id="3" creationId="{00000000-0000-0000-0000-000000000000}"/>
          </ac:spMkLst>
        </pc:spChg>
        <pc:spChg chg="mod">
          <ac:chgData name="23-736-013_HARITHA CHINNAMASIRI" userId="904f4fae-9fa4-4531-b43d-c4ce23000ed8" providerId="ADAL" clId="{EB97FA1F-C85B-4780-B6ED-40B39EA28930}" dt="2025-12-11T07:19:05.170" v="272"/>
          <ac:spMkLst>
            <pc:docMk/>
            <pc:sldMk cId="4162094052" sldId="280"/>
            <ac:spMk id="4" creationId="{00000000-0000-0000-0000-000000000000}"/>
          </ac:spMkLst>
        </pc:spChg>
        <pc:spChg chg="add mod">
          <ac:chgData name="23-736-013_HARITHA CHINNAMASIRI" userId="904f4fae-9fa4-4531-b43d-c4ce23000ed8" providerId="ADAL" clId="{EB97FA1F-C85B-4780-B6ED-40B39EA28930}" dt="2025-12-11T07:22:02.424" v="295" actId="14100"/>
          <ac:spMkLst>
            <pc:docMk/>
            <pc:sldMk cId="4162094052" sldId="280"/>
            <ac:spMk id="5" creationId="{04015E45-0DDD-0AA8-C378-4988A1618C62}"/>
          </ac:spMkLst>
        </pc:spChg>
      </pc:sldChg>
      <pc:sldChg chg="modSp mod">
        <pc:chgData name="23-736-013_HARITHA CHINNAMASIRI" userId="904f4fae-9fa4-4531-b43d-c4ce23000ed8" providerId="ADAL" clId="{EB97FA1F-C85B-4780-B6ED-40B39EA28930}" dt="2025-12-11T07:19:05.548" v="279" actId="27636"/>
        <pc:sldMkLst>
          <pc:docMk/>
          <pc:sldMk cId="3196683619" sldId="282"/>
        </pc:sldMkLst>
        <pc:spChg chg="mod">
          <ac:chgData name="23-736-013_HARITHA CHINNAMASIRI" userId="904f4fae-9fa4-4531-b43d-c4ce23000ed8" providerId="ADAL" clId="{EB97FA1F-C85B-4780-B6ED-40B39EA28930}" dt="2025-12-11T07:19:05.548" v="279" actId="27636"/>
          <ac:spMkLst>
            <pc:docMk/>
            <pc:sldMk cId="3196683619" sldId="282"/>
            <ac:spMk id="3" creationId="{6B1203E8-8519-0F16-7AD1-7A5FE9D0700B}"/>
          </ac:spMkLst>
        </pc:spChg>
        <pc:spChg chg="mod">
          <ac:chgData name="23-736-013_HARITHA CHINNAMASIRI" userId="904f4fae-9fa4-4531-b43d-c4ce23000ed8" providerId="ADAL" clId="{EB97FA1F-C85B-4780-B6ED-40B39EA28930}" dt="2025-12-11T07:19:05.170" v="272"/>
          <ac:spMkLst>
            <pc:docMk/>
            <pc:sldMk cId="3196683619" sldId="282"/>
            <ac:spMk id="4" creationId="{44D931BA-4D6B-2593-BE5C-34B6312375BA}"/>
          </ac:spMkLst>
        </pc:spChg>
      </pc:sldChg>
      <pc:sldChg chg="modSp mod">
        <pc:chgData name="23-736-013_HARITHA CHINNAMASIRI" userId="904f4fae-9fa4-4531-b43d-c4ce23000ed8" providerId="ADAL" clId="{EB97FA1F-C85B-4780-B6ED-40B39EA28930}" dt="2025-12-12T01:30:34.371" v="345" actId="313"/>
        <pc:sldMkLst>
          <pc:docMk/>
          <pc:sldMk cId="4210802807" sldId="283"/>
        </pc:sldMkLst>
        <pc:spChg chg="mod">
          <ac:chgData name="23-736-013_HARITHA CHINNAMASIRI" userId="904f4fae-9fa4-4531-b43d-c4ce23000ed8" providerId="ADAL" clId="{EB97FA1F-C85B-4780-B6ED-40B39EA28930}" dt="2025-12-12T01:30:34.371" v="345" actId="313"/>
          <ac:spMkLst>
            <pc:docMk/>
            <pc:sldMk cId="4210802807" sldId="283"/>
            <ac:spMk id="2" creationId="{8962E9E9-37B9-DB7B-06CA-3B2475763095}"/>
          </ac:spMkLst>
        </pc:spChg>
        <pc:picChg chg="mod">
          <ac:chgData name="23-736-013_HARITHA CHINNAMASIRI" userId="904f4fae-9fa4-4531-b43d-c4ce23000ed8" providerId="ADAL" clId="{EB97FA1F-C85B-4780-B6ED-40B39EA28930}" dt="2025-12-11T07:03:27.077" v="160" actId="1076"/>
          <ac:picMkLst>
            <pc:docMk/>
            <pc:sldMk cId="4210802807" sldId="283"/>
            <ac:picMk id="5" creationId="{41AAD1CE-2424-86BB-D669-2CA0EF90A572}"/>
          </ac:picMkLst>
        </pc:picChg>
      </pc:sldChg>
      <pc:sldChg chg="modSp mod">
        <pc:chgData name="23-736-013_HARITHA CHINNAMASIRI" userId="904f4fae-9fa4-4531-b43d-c4ce23000ed8" providerId="ADAL" clId="{EB97FA1F-C85B-4780-B6ED-40B39EA28930}" dt="2025-12-11T07:19:05.170" v="272"/>
        <pc:sldMkLst>
          <pc:docMk/>
          <pc:sldMk cId="276244491" sldId="284"/>
        </pc:sldMkLst>
        <pc:spChg chg="mod">
          <ac:chgData name="23-736-013_HARITHA CHINNAMASIRI" userId="904f4fae-9fa4-4531-b43d-c4ce23000ed8" providerId="ADAL" clId="{EB97FA1F-C85B-4780-B6ED-40B39EA28930}" dt="2025-12-11T07:07:56.218" v="193" actId="27636"/>
          <ac:spMkLst>
            <pc:docMk/>
            <pc:sldMk cId="276244491" sldId="284"/>
            <ac:spMk id="2" creationId="{2B10A5CF-D098-0824-7B20-5A8F9FC17C4E}"/>
          </ac:spMkLst>
        </pc:spChg>
        <pc:spChg chg="mod">
          <ac:chgData name="23-736-013_HARITHA CHINNAMASIRI" userId="904f4fae-9fa4-4531-b43d-c4ce23000ed8" providerId="ADAL" clId="{EB97FA1F-C85B-4780-B6ED-40B39EA28930}" dt="2025-12-11T07:19:05.170" v="272"/>
          <ac:spMkLst>
            <pc:docMk/>
            <pc:sldMk cId="276244491" sldId="284"/>
            <ac:spMk id="4" creationId="{85969757-4F75-37F2-7493-C72B71C8853A}"/>
          </ac:spMkLst>
        </pc:spChg>
        <pc:graphicFrameChg chg="mod modGraphic">
          <ac:chgData name="23-736-013_HARITHA CHINNAMASIRI" userId="904f4fae-9fa4-4531-b43d-c4ce23000ed8" providerId="ADAL" clId="{EB97FA1F-C85B-4780-B6ED-40B39EA28930}" dt="2025-12-11T06:55:38.816" v="64" actId="20577"/>
          <ac:graphicFrameMkLst>
            <pc:docMk/>
            <pc:sldMk cId="276244491" sldId="284"/>
            <ac:graphicFrameMk id="5" creationId="{186705E4-B3DB-0CBD-4DA9-A4DB36874827}"/>
          </ac:graphicFrameMkLst>
        </pc:graphicFrameChg>
      </pc:sldChg>
      <pc:sldChg chg="addSp modSp mod">
        <pc:chgData name="23-736-013_HARITHA CHINNAMASIRI" userId="904f4fae-9fa4-4531-b43d-c4ce23000ed8" providerId="ADAL" clId="{EB97FA1F-C85B-4780-B6ED-40B39EA28930}" dt="2025-12-11T07:19:05.170" v="272"/>
        <pc:sldMkLst>
          <pc:docMk/>
          <pc:sldMk cId="2764180073" sldId="285"/>
        </pc:sldMkLst>
        <pc:spChg chg="add mod">
          <ac:chgData name="23-736-013_HARITHA CHINNAMASIRI" userId="904f4fae-9fa4-4531-b43d-c4ce23000ed8" providerId="ADAL" clId="{EB97FA1F-C85B-4780-B6ED-40B39EA28930}" dt="2025-12-11T06:56:53.822" v="82" actId="403"/>
          <ac:spMkLst>
            <pc:docMk/>
            <pc:sldMk cId="2764180073" sldId="285"/>
            <ac:spMk id="2" creationId="{93567EF4-B69C-6EF6-170E-3F17B34FEE47}"/>
          </ac:spMkLst>
        </pc:spChg>
        <pc:spChg chg="mod">
          <ac:chgData name="23-736-013_HARITHA CHINNAMASIRI" userId="904f4fae-9fa4-4531-b43d-c4ce23000ed8" providerId="ADAL" clId="{EB97FA1F-C85B-4780-B6ED-40B39EA28930}" dt="2025-12-11T07:19:05.170" v="272"/>
          <ac:spMkLst>
            <pc:docMk/>
            <pc:sldMk cId="2764180073" sldId="285"/>
            <ac:spMk id="4" creationId="{99D4C673-F285-8CB5-A0E1-0F9DC8127C29}"/>
          </ac:spMkLst>
        </pc:spChg>
        <pc:graphicFrameChg chg="mod modGraphic">
          <ac:chgData name="23-736-013_HARITHA CHINNAMASIRI" userId="904f4fae-9fa4-4531-b43d-c4ce23000ed8" providerId="ADAL" clId="{EB97FA1F-C85B-4780-B6ED-40B39EA28930}" dt="2025-12-11T06:56:31.556" v="74" actId="1076"/>
          <ac:graphicFrameMkLst>
            <pc:docMk/>
            <pc:sldMk cId="2764180073" sldId="285"/>
            <ac:graphicFrameMk id="5" creationId="{78D643BB-C65A-0491-E5BD-6C1A08D6FDB5}"/>
          </ac:graphicFrameMkLst>
        </pc:graphicFrameChg>
      </pc:sldChg>
      <pc:sldChg chg="modSp mod">
        <pc:chgData name="23-736-013_HARITHA CHINNAMASIRI" userId="904f4fae-9fa4-4531-b43d-c4ce23000ed8" providerId="ADAL" clId="{EB97FA1F-C85B-4780-B6ED-40B39EA28930}" dt="2025-12-12T01:30:03.600" v="343" actId="313"/>
        <pc:sldMkLst>
          <pc:docMk/>
          <pc:sldMk cId="1534333489" sldId="286"/>
        </pc:sldMkLst>
        <pc:spChg chg="mod">
          <ac:chgData name="23-736-013_HARITHA CHINNAMASIRI" userId="904f4fae-9fa4-4531-b43d-c4ce23000ed8" providerId="ADAL" clId="{EB97FA1F-C85B-4780-B6ED-40B39EA28930}" dt="2025-12-12T01:29:31.118" v="341" actId="403"/>
          <ac:spMkLst>
            <pc:docMk/>
            <pc:sldMk cId="1534333489" sldId="286"/>
            <ac:spMk id="2" creationId="{D4C4D78C-5AE3-50D8-0FB8-D20293754795}"/>
          </ac:spMkLst>
        </pc:spChg>
        <pc:spChg chg="mod">
          <ac:chgData name="23-736-013_HARITHA CHINNAMASIRI" userId="904f4fae-9fa4-4531-b43d-c4ce23000ed8" providerId="ADAL" clId="{EB97FA1F-C85B-4780-B6ED-40B39EA28930}" dt="2025-12-12T01:30:03.600" v="343" actId="313"/>
          <ac:spMkLst>
            <pc:docMk/>
            <pc:sldMk cId="1534333489" sldId="286"/>
            <ac:spMk id="3" creationId="{4A51C736-8AF7-B2C6-2581-3CD8CD0EC320}"/>
          </ac:spMkLst>
        </pc:spChg>
        <pc:spChg chg="mod">
          <ac:chgData name="23-736-013_HARITHA CHINNAMASIRI" userId="904f4fae-9fa4-4531-b43d-c4ce23000ed8" providerId="ADAL" clId="{EB97FA1F-C85B-4780-B6ED-40B39EA28930}" dt="2025-12-11T07:19:05.170" v="272"/>
          <ac:spMkLst>
            <pc:docMk/>
            <pc:sldMk cId="1534333489" sldId="286"/>
            <ac:spMk id="4" creationId="{6D7AB108-27BF-ED96-2A55-BB702E3AE790}"/>
          </ac:spMkLst>
        </pc:spChg>
      </pc:sldChg>
      <pc:sldChg chg="addSp delSp modSp mod">
        <pc:chgData name="23-736-013_HARITHA CHINNAMASIRI" userId="904f4fae-9fa4-4531-b43d-c4ce23000ed8" providerId="ADAL" clId="{EB97FA1F-C85B-4780-B6ED-40B39EA28930}" dt="2025-12-11T07:22:17.441" v="302" actId="403"/>
        <pc:sldMkLst>
          <pc:docMk/>
          <pc:sldMk cId="1563888809" sldId="287"/>
        </pc:sldMkLst>
        <pc:spChg chg="mod">
          <ac:chgData name="23-736-013_HARITHA CHINNAMASIRI" userId="904f4fae-9fa4-4531-b43d-c4ce23000ed8" providerId="ADAL" clId="{EB97FA1F-C85B-4780-B6ED-40B39EA28930}" dt="2025-12-11T07:22:17.441" v="302" actId="403"/>
          <ac:spMkLst>
            <pc:docMk/>
            <pc:sldMk cId="1563888809" sldId="287"/>
            <ac:spMk id="2" creationId="{56D7D19E-2FD0-43A3-7906-06229A84CFD8}"/>
          </ac:spMkLst>
        </pc:spChg>
        <pc:spChg chg="mod">
          <ac:chgData name="23-736-013_HARITHA CHINNAMASIRI" userId="904f4fae-9fa4-4531-b43d-c4ce23000ed8" providerId="ADAL" clId="{EB97FA1F-C85B-4780-B6ED-40B39EA28930}" dt="2025-12-11T07:14:49.968" v="260" actId="403"/>
          <ac:spMkLst>
            <pc:docMk/>
            <pc:sldMk cId="1563888809" sldId="287"/>
            <ac:spMk id="3" creationId="{0E63480E-1E2F-A15A-950F-50DF805E1241}"/>
          </ac:spMkLst>
        </pc:spChg>
        <pc:spChg chg="add del mod">
          <ac:chgData name="23-736-013_HARITHA CHINNAMASIRI" userId="904f4fae-9fa4-4531-b43d-c4ce23000ed8" providerId="ADAL" clId="{EB97FA1F-C85B-4780-B6ED-40B39EA28930}" dt="2025-12-11T07:13:21.394" v="240" actId="14100"/>
          <ac:spMkLst>
            <pc:docMk/>
            <pc:sldMk cId="1563888809" sldId="287"/>
            <ac:spMk id="4" creationId="{7E09B5FC-7ACC-FB77-0433-1962BD27B81C}"/>
          </ac:spMkLst>
        </pc:spChg>
      </pc:sldChg>
      <pc:sldChg chg="modSp mod">
        <pc:chgData name="23-736-013_HARITHA CHINNAMASIRI" userId="904f4fae-9fa4-4531-b43d-c4ce23000ed8" providerId="ADAL" clId="{EB97FA1F-C85B-4780-B6ED-40B39EA28930}" dt="2025-12-11T07:22:22.540" v="305" actId="403"/>
        <pc:sldMkLst>
          <pc:docMk/>
          <pc:sldMk cId="3749328256" sldId="288"/>
        </pc:sldMkLst>
        <pc:spChg chg="mod">
          <ac:chgData name="23-736-013_HARITHA CHINNAMASIRI" userId="904f4fae-9fa4-4531-b43d-c4ce23000ed8" providerId="ADAL" clId="{EB97FA1F-C85B-4780-B6ED-40B39EA28930}" dt="2025-12-11T07:22:22.540" v="305" actId="403"/>
          <ac:spMkLst>
            <pc:docMk/>
            <pc:sldMk cId="3749328256" sldId="288"/>
            <ac:spMk id="2" creationId="{0210B5C8-49E3-DC59-D50A-A88F6757243F}"/>
          </ac:spMkLst>
        </pc:spChg>
        <pc:spChg chg="mod">
          <ac:chgData name="23-736-013_HARITHA CHINNAMASIRI" userId="904f4fae-9fa4-4531-b43d-c4ce23000ed8" providerId="ADAL" clId="{EB97FA1F-C85B-4780-B6ED-40B39EA28930}" dt="2025-12-11T07:17:59.520" v="262" actId="27636"/>
          <ac:spMkLst>
            <pc:docMk/>
            <pc:sldMk cId="3749328256" sldId="288"/>
            <ac:spMk id="3" creationId="{E0C77D71-1FFD-7C8F-15BD-E3D0B4A3088E}"/>
          </ac:spMkLst>
        </pc:spChg>
        <pc:spChg chg="mod">
          <ac:chgData name="23-736-013_HARITHA CHINNAMASIRI" userId="904f4fae-9fa4-4531-b43d-c4ce23000ed8" providerId="ADAL" clId="{EB97FA1F-C85B-4780-B6ED-40B39EA28930}" dt="2025-12-11T07:19:05.170" v="272"/>
          <ac:spMkLst>
            <pc:docMk/>
            <pc:sldMk cId="3749328256" sldId="288"/>
            <ac:spMk id="4" creationId="{5651E76B-D6D6-A723-F48A-7889CDD9EDD3}"/>
          </ac:spMkLst>
        </pc:spChg>
      </pc:sldChg>
      <pc:sldMasterChg chg="modSldLayout">
        <pc:chgData name="23-736-013_HARITHA CHINNAMASIRI" userId="904f4fae-9fa4-4531-b43d-c4ce23000ed8" providerId="ADAL" clId="{EB97FA1F-C85B-4780-B6ED-40B39EA28930}" dt="2025-12-11T06:57:21.810" v="83"/>
        <pc:sldMasterMkLst>
          <pc:docMk/>
          <pc:sldMasterMk cId="3647625777" sldId="2147483891"/>
        </pc:sldMasterMkLst>
        <pc:sldLayoutChg chg="delSp">
          <pc:chgData name="23-736-013_HARITHA CHINNAMASIRI" userId="904f4fae-9fa4-4531-b43d-c4ce23000ed8" providerId="ADAL" clId="{EB97FA1F-C85B-4780-B6ED-40B39EA28930}" dt="2025-12-11T06:57:21.810" v="83"/>
          <pc:sldLayoutMkLst>
            <pc:docMk/>
            <pc:sldMasterMk cId="3647625777" sldId="2147483891"/>
            <pc:sldLayoutMk cId="1463884912" sldId="2147483939"/>
          </pc:sldLayoutMkLst>
          <pc:grpChg chg="del">
            <ac:chgData name="23-736-013_HARITHA CHINNAMASIRI" userId="904f4fae-9fa4-4531-b43d-c4ce23000ed8" providerId="ADAL" clId="{EB97FA1F-C85B-4780-B6ED-40B39EA28930}" dt="2025-12-11T06:57:21.810" v="83"/>
            <ac:grpSpMkLst>
              <pc:docMk/>
              <pc:sldMasterMk cId="3647625777" sldId="2147483891"/>
              <pc:sldLayoutMk cId="1463884912" sldId="2147483939"/>
              <ac:grpSpMk id="9" creationId="{00000000-0000-0000-0000-000000000000}"/>
            </ac:grpSpMkLst>
          </pc:grpChg>
          <pc:grpChg chg="del">
            <ac:chgData name="23-736-013_HARITHA CHINNAMASIRI" userId="904f4fae-9fa4-4531-b43d-c4ce23000ed8" providerId="ADAL" clId="{EB97FA1F-C85B-4780-B6ED-40B39EA28930}" dt="2025-12-11T06:57:21.810" v="83"/>
            <ac:grpSpMkLst>
              <pc:docMk/>
              <pc:sldMasterMk cId="3647625777" sldId="2147483891"/>
              <pc:sldLayoutMk cId="1463884912" sldId="2147483939"/>
              <ac:grpSpMk id="35" creationId="{00000000-0000-0000-0000-000000000000}"/>
            </ac:grpSpMkLst>
          </pc:grpChg>
          <pc:grpChg chg="del">
            <ac:chgData name="23-736-013_HARITHA CHINNAMASIRI" userId="904f4fae-9fa4-4531-b43d-c4ce23000ed8" providerId="ADAL" clId="{EB97FA1F-C85B-4780-B6ED-40B39EA28930}" dt="2025-12-11T06:57:21.810" v="83"/>
            <ac:grpSpMkLst>
              <pc:docMk/>
              <pc:sldMasterMk cId="3647625777" sldId="2147483891"/>
              <pc:sldLayoutMk cId="1463884912" sldId="2147483939"/>
              <ac:grpSpMk id="48" creationId="{00000000-0000-0000-0000-000000000000}"/>
            </ac:grpSpMkLst>
          </pc:grpChg>
          <pc:grpChg chg="del">
            <ac:chgData name="23-736-013_HARITHA CHINNAMASIRI" userId="904f4fae-9fa4-4531-b43d-c4ce23000ed8" providerId="ADAL" clId="{EB97FA1F-C85B-4780-B6ED-40B39EA28930}" dt="2025-12-11T06:57:21.810" v="83"/>
            <ac:grpSpMkLst>
              <pc:docMk/>
              <pc:sldMasterMk cId="3647625777" sldId="2147483891"/>
              <pc:sldLayoutMk cId="1463884912" sldId="2147483939"/>
              <ac:grpSpMk id="52" creationId="{00000000-0000-0000-0000-000000000000}"/>
            </ac:grpSpMkLst>
          </pc:grpChg>
        </pc:sldLayoutChg>
        <pc:sldLayoutChg chg="delSp">
          <pc:chgData name="23-736-013_HARITHA CHINNAMASIRI" userId="904f4fae-9fa4-4531-b43d-c4ce23000ed8" providerId="ADAL" clId="{EB97FA1F-C85B-4780-B6ED-40B39EA28930}" dt="2025-12-11T06:57:21.810" v="83"/>
          <pc:sldLayoutMkLst>
            <pc:docMk/>
            <pc:sldMasterMk cId="3647625777" sldId="2147483891"/>
            <pc:sldLayoutMk cId="2146156379" sldId="2147483941"/>
          </pc:sldLayoutMkLst>
          <pc:grpChg chg="del">
            <ac:chgData name="23-736-013_HARITHA CHINNAMASIRI" userId="904f4fae-9fa4-4531-b43d-c4ce23000ed8" providerId="ADAL" clId="{EB97FA1F-C85B-4780-B6ED-40B39EA28930}" dt="2025-12-11T06:57:21.810" v="83"/>
            <ac:grpSpMkLst>
              <pc:docMk/>
              <pc:sldMasterMk cId="3647625777" sldId="2147483891"/>
              <pc:sldLayoutMk cId="2146156379" sldId="2147483941"/>
              <ac:grpSpMk id="178" creationId="{00000000-0000-0000-0000-000000000000}"/>
            </ac:grpSpMkLst>
          </pc:grpChg>
          <pc:grpChg chg="del">
            <ac:chgData name="23-736-013_HARITHA CHINNAMASIRI" userId="904f4fae-9fa4-4531-b43d-c4ce23000ed8" providerId="ADAL" clId="{EB97FA1F-C85B-4780-B6ED-40B39EA28930}" dt="2025-12-11T06:57:21.810" v="83"/>
            <ac:grpSpMkLst>
              <pc:docMk/>
              <pc:sldMasterMk cId="3647625777" sldId="2147483891"/>
              <pc:sldLayoutMk cId="2146156379" sldId="2147483941"/>
              <ac:grpSpMk id="182" creationId="{00000000-0000-0000-0000-000000000000}"/>
            </ac:grpSpMkLst>
          </pc:grpChg>
        </pc:sldLayoutChg>
      </pc:sldMasterChg>
      <pc:sldMasterChg chg="modSldLayout">
        <pc:chgData name="23-736-013_HARITHA CHINNAMASIRI" userId="904f4fae-9fa4-4531-b43d-c4ce23000ed8" providerId="ADAL" clId="{EB97FA1F-C85B-4780-B6ED-40B39EA28930}" dt="2025-12-11T07:17:59.205" v="261"/>
        <pc:sldMasterMkLst>
          <pc:docMk/>
          <pc:sldMasterMk cId="370892166" sldId="2147483983"/>
        </pc:sldMasterMkLst>
        <pc:sldLayoutChg chg="delSp">
          <pc:chgData name="23-736-013_HARITHA CHINNAMASIRI" userId="904f4fae-9fa4-4531-b43d-c4ce23000ed8" providerId="ADAL" clId="{EB97FA1F-C85B-4780-B6ED-40B39EA28930}" dt="2025-12-11T07:17:59.205" v="261"/>
          <pc:sldLayoutMkLst>
            <pc:docMk/>
            <pc:sldMasterMk cId="370892166" sldId="2147483983"/>
            <pc:sldLayoutMk cId="973604336" sldId="2147483997"/>
          </pc:sldLayoutMkLst>
          <pc:spChg chg="del">
            <ac:chgData name="23-736-013_HARITHA CHINNAMASIRI" userId="904f4fae-9fa4-4531-b43d-c4ce23000ed8" providerId="ADAL" clId="{EB97FA1F-C85B-4780-B6ED-40B39EA28930}" dt="2025-12-11T07:17:59.205" v="261"/>
            <ac:spMkLst>
              <pc:docMk/>
              <pc:sldMasterMk cId="370892166" sldId="2147483983"/>
              <pc:sldLayoutMk cId="973604336" sldId="2147483997"/>
              <ac:spMk id="8" creationId="{00000000-0000-0000-0000-000000000000}"/>
            </ac:spMkLst>
          </pc:spChg>
          <pc:spChg chg="del">
            <ac:chgData name="23-736-013_HARITHA CHINNAMASIRI" userId="904f4fae-9fa4-4531-b43d-c4ce23000ed8" providerId="ADAL" clId="{EB97FA1F-C85B-4780-B6ED-40B39EA28930}" dt="2025-12-11T07:17:59.205" v="261"/>
            <ac:spMkLst>
              <pc:docMk/>
              <pc:sldMasterMk cId="370892166" sldId="2147483983"/>
              <pc:sldLayoutMk cId="973604336" sldId="2147483997"/>
              <ac:spMk id="23" creationId="{00000000-0000-0000-0000-000000000000}"/>
            </ac:spMkLst>
          </pc:spChg>
          <pc:spChg chg="del">
            <ac:chgData name="23-736-013_HARITHA CHINNAMASIRI" userId="904f4fae-9fa4-4531-b43d-c4ce23000ed8" providerId="ADAL" clId="{EB97FA1F-C85B-4780-B6ED-40B39EA28930}" dt="2025-12-11T07:17:59.205" v="261"/>
            <ac:spMkLst>
              <pc:docMk/>
              <pc:sldMasterMk cId="370892166" sldId="2147483983"/>
              <pc:sldLayoutMk cId="973604336" sldId="2147483997"/>
              <ac:spMk id="24" creationId="{00000000-0000-0000-0000-000000000000}"/>
            </ac:spMkLst>
          </pc:spChg>
          <pc:grpChg chg="del">
            <ac:chgData name="23-736-013_HARITHA CHINNAMASIRI" userId="904f4fae-9fa4-4531-b43d-c4ce23000ed8" providerId="ADAL" clId="{EB97FA1F-C85B-4780-B6ED-40B39EA28930}" dt="2025-12-11T07:17:59.205" v="261"/>
            <ac:grpSpMkLst>
              <pc:docMk/>
              <pc:sldMasterMk cId="370892166" sldId="2147483983"/>
              <pc:sldLayoutMk cId="973604336" sldId="2147483997"/>
              <ac:grpSpMk id="9" creationId="{00000000-0000-0000-0000-000000000000}"/>
            </ac:grpSpMkLst>
          </pc:grpChg>
          <pc:grpChg chg="del">
            <ac:chgData name="23-736-013_HARITHA CHINNAMASIRI" userId="904f4fae-9fa4-4531-b43d-c4ce23000ed8" providerId="ADAL" clId="{EB97FA1F-C85B-4780-B6ED-40B39EA28930}" dt="2025-12-11T07:17:59.205" v="261"/>
            <ac:grpSpMkLst>
              <pc:docMk/>
              <pc:sldMasterMk cId="370892166" sldId="2147483983"/>
              <pc:sldLayoutMk cId="973604336" sldId="2147483997"/>
              <ac:grpSpMk id="25" creationId="{00000000-0000-0000-0000-000000000000}"/>
            </ac:grpSpMkLst>
          </pc:grpChg>
        </pc:sldLayoutChg>
        <pc:sldLayoutChg chg="delSp">
          <pc:chgData name="23-736-013_HARITHA CHINNAMASIRI" userId="904f4fae-9fa4-4531-b43d-c4ce23000ed8" providerId="ADAL" clId="{EB97FA1F-C85B-4780-B6ED-40B39EA28930}" dt="2025-12-11T07:17:59.205" v="261"/>
          <pc:sldLayoutMkLst>
            <pc:docMk/>
            <pc:sldMasterMk cId="370892166" sldId="2147483983"/>
            <pc:sldLayoutMk cId="3532040409" sldId="2147483999"/>
          </pc:sldLayoutMkLst>
          <pc:grpChg chg="del">
            <ac:chgData name="23-736-013_HARITHA CHINNAMASIRI" userId="904f4fae-9fa4-4531-b43d-c4ce23000ed8" providerId="ADAL" clId="{EB97FA1F-C85B-4780-B6ED-40B39EA28930}" dt="2025-12-11T07:17:59.205" v="261"/>
            <ac:grpSpMkLst>
              <pc:docMk/>
              <pc:sldMasterMk cId="370892166" sldId="2147483983"/>
              <pc:sldLayoutMk cId="3532040409" sldId="2147483999"/>
              <ac:grpSpMk id="140" creationId="{00000000-0000-0000-0000-000000000000}"/>
            </ac:grpSpMkLst>
          </pc:grpChg>
          <pc:grpChg chg="del">
            <ac:chgData name="23-736-013_HARITHA CHINNAMASIRI" userId="904f4fae-9fa4-4531-b43d-c4ce23000ed8" providerId="ADAL" clId="{EB97FA1F-C85B-4780-B6ED-40B39EA28930}" dt="2025-12-11T07:17:59.205" v="261"/>
            <ac:grpSpMkLst>
              <pc:docMk/>
              <pc:sldMasterMk cId="370892166" sldId="2147483983"/>
              <pc:sldLayoutMk cId="3532040409" sldId="2147483999"/>
              <ac:grpSpMk id="151" creationId="{00000000-0000-0000-0000-000000000000}"/>
            </ac:grpSpMkLst>
          </pc:grpChg>
        </pc:sldLayoutChg>
      </pc:sldMasterChg>
      <pc:sldMasterChg chg="modTransition">
        <pc:chgData name="23-736-013_HARITHA CHINNAMASIRI" userId="904f4fae-9fa4-4531-b43d-c4ce23000ed8" providerId="ADAL" clId="{EB97FA1F-C85B-4780-B6ED-40B39EA28930}" dt="2025-12-11T07:19:05.170" v="272"/>
        <pc:sldMasterMkLst>
          <pc:docMk/>
          <pc:sldMasterMk cId="873843833" sldId="2147484001"/>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932428-2762-4B11-A529-E498A50F177E}" type="doc">
      <dgm:prSet loTypeId="urn:microsoft.com/office/officeart/2005/8/layout/cycle2" loCatId="cycle" qsTypeId="urn:microsoft.com/office/officeart/2005/8/quickstyle/simple3" qsCatId="simple" csTypeId="urn:microsoft.com/office/officeart/2005/8/colors/colorful1" csCatId="colorful" phldr="1"/>
      <dgm:spPr/>
      <dgm:t>
        <a:bodyPr/>
        <a:lstStyle/>
        <a:p>
          <a:endParaRPr lang="en-IN"/>
        </a:p>
      </dgm:t>
    </dgm:pt>
    <dgm:pt modelId="{9DE11D04-2B8E-4371-BA9C-C8D2322FD31A}">
      <dgm:prSet custT="1"/>
      <dgm:spPr/>
      <dgm:t>
        <a:bodyPr/>
        <a:lstStyle/>
        <a:p>
          <a:r>
            <a:rPr lang="en-IN" sz="1600">
              <a:latin typeface="Times New Roman" panose="02020603050405020304" pitchFamily="18" charset="0"/>
              <a:cs typeface="Times New Roman" panose="02020603050405020304" pitchFamily="18" charset="0"/>
            </a:rPr>
            <a:t>Robot Captures Image</a:t>
          </a:r>
          <a:endParaRPr lang="en-IN" sz="1600" dirty="0">
            <a:latin typeface="Times New Roman" panose="02020603050405020304" pitchFamily="18" charset="0"/>
            <a:cs typeface="Times New Roman" panose="02020603050405020304" pitchFamily="18" charset="0"/>
          </a:endParaRPr>
        </a:p>
      </dgm:t>
    </dgm:pt>
    <dgm:pt modelId="{E944664A-87BC-4504-A838-DC829D6146D9}" type="parTrans" cxnId="{E85B075F-0F2C-449C-9901-F8ABCAD315AE}">
      <dgm:prSet/>
      <dgm:spPr/>
      <dgm:t>
        <a:bodyPr/>
        <a:lstStyle/>
        <a:p>
          <a:endParaRPr lang="en-IN"/>
        </a:p>
      </dgm:t>
    </dgm:pt>
    <dgm:pt modelId="{45826689-09B9-491B-ADB9-3FDD8D880530}" type="sibTrans" cxnId="{E85B075F-0F2C-449C-9901-F8ABCAD315AE}">
      <dgm:prSet custT="1"/>
      <dgm:spPr/>
      <dgm:t>
        <a:bodyPr/>
        <a:lstStyle/>
        <a:p>
          <a:endParaRPr lang="en-IN" sz="1600">
            <a:latin typeface="Times New Roman" panose="02020603050405020304" pitchFamily="18" charset="0"/>
            <a:cs typeface="Times New Roman" panose="02020603050405020304" pitchFamily="18" charset="0"/>
          </a:endParaRPr>
        </a:p>
      </dgm:t>
    </dgm:pt>
    <dgm:pt modelId="{A6869B95-00E4-4DD5-9D16-44AAFBD9369F}">
      <dgm:prSet custT="1"/>
      <dgm:spPr/>
      <dgm:t>
        <a:bodyPr/>
        <a:lstStyle/>
        <a:p>
          <a:r>
            <a:rPr lang="en-IN" sz="1600" dirty="0">
              <a:latin typeface="Times New Roman" panose="02020603050405020304" pitchFamily="18" charset="0"/>
              <a:cs typeface="Times New Roman" panose="02020603050405020304" pitchFamily="18" charset="0"/>
            </a:rPr>
            <a:t>Image Pre processing</a:t>
          </a:r>
        </a:p>
      </dgm:t>
    </dgm:pt>
    <dgm:pt modelId="{07C7BF2F-67FD-4782-B3DE-992779E2ABD1}" type="parTrans" cxnId="{980C8445-365B-4CAE-A941-8C6C4FF1FA8C}">
      <dgm:prSet/>
      <dgm:spPr/>
      <dgm:t>
        <a:bodyPr/>
        <a:lstStyle/>
        <a:p>
          <a:endParaRPr lang="en-IN"/>
        </a:p>
      </dgm:t>
    </dgm:pt>
    <dgm:pt modelId="{0B2ACD97-9DB7-4FD9-AB78-C74044EFB710}" type="sibTrans" cxnId="{980C8445-365B-4CAE-A941-8C6C4FF1FA8C}">
      <dgm:prSet custT="1"/>
      <dgm:spPr/>
      <dgm:t>
        <a:bodyPr/>
        <a:lstStyle/>
        <a:p>
          <a:endParaRPr lang="en-IN" sz="1600">
            <a:latin typeface="Times New Roman" panose="02020603050405020304" pitchFamily="18" charset="0"/>
            <a:cs typeface="Times New Roman" panose="02020603050405020304" pitchFamily="18" charset="0"/>
          </a:endParaRPr>
        </a:p>
      </dgm:t>
    </dgm:pt>
    <dgm:pt modelId="{BBD6D392-DFA1-4D91-BA42-7AB5BBA2C4CF}">
      <dgm:prSet custT="1"/>
      <dgm:spPr/>
      <dgm:t>
        <a:bodyPr/>
        <a:lstStyle/>
        <a:p>
          <a:r>
            <a:rPr lang="en-IN" sz="1600">
              <a:latin typeface="Times New Roman" panose="02020603050405020304" pitchFamily="18" charset="0"/>
              <a:cs typeface="Times New Roman" panose="02020603050405020304" pitchFamily="18" charset="0"/>
            </a:rPr>
            <a:t>Plant Detection / ROI Extraction Disease</a:t>
          </a:r>
          <a:endParaRPr lang="en-IN" sz="1600" dirty="0">
            <a:latin typeface="Times New Roman" panose="02020603050405020304" pitchFamily="18" charset="0"/>
            <a:cs typeface="Times New Roman" panose="02020603050405020304" pitchFamily="18" charset="0"/>
          </a:endParaRPr>
        </a:p>
      </dgm:t>
    </dgm:pt>
    <dgm:pt modelId="{D2944D0A-C67C-4A63-A007-57EF7E76670F}" type="parTrans" cxnId="{FA349C5A-79B8-4518-B27A-1BFE8D8B7CED}">
      <dgm:prSet/>
      <dgm:spPr/>
      <dgm:t>
        <a:bodyPr/>
        <a:lstStyle/>
        <a:p>
          <a:endParaRPr lang="en-IN"/>
        </a:p>
      </dgm:t>
    </dgm:pt>
    <dgm:pt modelId="{5D6CCFE5-6D13-4005-8696-287D005FB8B3}" type="sibTrans" cxnId="{FA349C5A-79B8-4518-B27A-1BFE8D8B7CED}">
      <dgm:prSet custT="1"/>
      <dgm:spPr/>
      <dgm:t>
        <a:bodyPr/>
        <a:lstStyle/>
        <a:p>
          <a:endParaRPr lang="en-IN" sz="1600">
            <a:latin typeface="Times New Roman" panose="02020603050405020304" pitchFamily="18" charset="0"/>
            <a:cs typeface="Times New Roman" panose="02020603050405020304" pitchFamily="18" charset="0"/>
          </a:endParaRPr>
        </a:p>
      </dgm:t>
    </dgm:pt>
    <dgm:pt modelId="{29EAAC14-C249-4B2A-A0B5-B5142EC1FD14}">
      <dgm:prSet custT="1"/>
      <dgm:spPr/>
      <dgm:t>
        <a:bodyPr/>
        <a:lstStyle/>
        <a:p>
          <a:r>
            <a:rPr lang="en-IN" sz="1600">
              <a:latin typeface="Times New Roman" panose="02020603050405020304" pitchFamily="18" charset="0"/>
              <a:cs typeface="Times New Roman" panose="02020603050405020304" pitchFamily="18" charset="0"/>
            </a:rPr>
            <a:t>Segmentation</a:t>
          </a:r>
        </a:p>
      </dgm:t>
    </dgm:pt>
    <dgm:pt modelId="{16D936FC-E636-41A9-A1FC-C9F4066DD9F8}" type="parTrans" cxnId="{04DC670C-7AA3-41BA-BFAE-E4965C841756}">
      <dgm:prSet/>
      <dgm:spPr/>
      <dgm:t>
        <a:bodyPr/>
        <a:lstStyle/>
        <a:p>
          <a:endParaRPr lang="en-IN"/>
        </a:p>
      </dgm:t>
    </dgm:pt>
    <dgm:pt modelId="{754222C3-149F-49AA-B033-60FC005A7669}" type="sibTrans" cxnId="{04DC670C-7AA3-41BA-BFAE-E4965C841756}">
      <dgm:prSet custT="1"/>
      <dgm:spPr/>
      <dgm:t>
        <a:bodyPr/>
        <a:lstStyle/>
        <a:p>
          <a:endParaRPr lang="en-IN" sz="1600">
            <a:latin typeface="Times New Roman" panose="02020603050405020304" pitchFamily="18" charset="0"/>
            <a:cs typeface="Times New Roman" panose="02020603050405020304" pitchFamily="18" charset="0"/>
          </a:endParaRPr>
        </a:p>
      </dgm:t>
    </dgm:pt>
    <dgm:pt modelId="{D203941F-A2C6-4A9D-9ED4-905C90E60268}">
      <dgm:prSet custT="1"/>
      <dgm:spPr/>
      <dgm:t>
        <a:bodyPr/>
        <a:lstStyle/>
        <a:p>
          <a:r>
            <a:rPr lang="en-IN" sz="1600">
              <a:latin typeface="Times New Roman" panose="02020603050405020304" pitchFamily="18" charset="0"/>
              <a:cs typeface="Times New Roman" panose="02020603050405020304" pitchFamily="18" charset="0"/>
            </a:rPr>
            <a:t>Severity Analysis</a:t>
          </a:r>
        </a:p>
      </dgm:t>
    </dgm:pt>
    <dgm:pt modelId="{3ACA0F93-9D96-41F6-B97C-5F7918353340}" type="parTrans" cxnId="{78FB3901-93D2-4B4E-9C69-987D435DD103}">
      <dgm:prSet/>
      <dgm:spPr/>
      <dgm:t>
        <a:bodyPr/>
        <a:lstStyle/>
        <a:p>
          <a:endParaRPr lang="en-IN"/>
        </a:p>
      </dgm:t>
    </dgm:pt>
    <dgm:pt modelId="{1D62AA1C-29B9-444B-BFEF-7EB3BA27A28E}" type="sibTrans" cxnId="{78FB3901-93D2-4B4E-9C69-987D435DD103}">
      <dgm:prSet custT="1"/>
      <dgm:spPr/>
      <dgm:t>
        <a:bodyPr/>
        <a:lstStyle/>
        <a:p>
          <a:endParaRPr lang="en-IN" sz="1600">
            <a:latin typeface="Times New Roman" panose="02020603050405020304" pitchFamily="18" charset="0"/>
            <a:cs typeface="Times New Roman" panose="02020603050405020304" pitchFamily="18" charset="0"/>
          </a:endParaRPr>
        </a:p>
      </dgm:t>
    </dgm:pt>
    <dgm:pt modelId="{6F9A9BAD-09A5-4EA4-8804-F1D957CB1C1C}">
      <dgm:prSet custT="1"/>
      <dgm:spPr/>
      <dgm:t>
        <a:bodyPr/>
        <a:lstStyle/>
        <a:p>
          <a:r>
            <a:rPr lang="en-IN" sz="1600">
              <a:latin typeface="Times New Roman" panose="02020603050405020304" pitchFamily="18" charset="0"/>
              <a:cs typeface="Times New Roman" panose="02020603050405020304" pitchFamily="18" charset="0"/>
            </a:rPr>
            <a:t>Generate Suggestions</a:t>
          </a:r>
        </a:p>
      </dgm:t>
    </dgm:pt>
    <dgm:pt modelId="{D62F6F43-9CEC-4372-A0A5-6CE856C6C343}" type="parTrans" cxnId="{2F75921F-27AC-4D2F-A90C-C4708B517553}">
      <dgm:prSet/>
      <dgm:spPr/>
      <dgm:t>
        <a:bodyPr/>
        <a:lstStyle/>
        <a:p>
          <a:endParaRPr lang="en-IN"/>
        </a:p>
      </dgm:t>
    </dgm:pt>
    <dgm:pt modelId="{6E8C2E7D-01A0-419D-8B05-78CDA5F17B54}" type="sibTrans" cxnId="{2F75921F-27AC-4D2F-A90C-C4708B517553}">
      <dgm:prSet custT="1"/>
      <dgm:spPr/>
      <dgm:t>
        <a:bodyPr/>
        <a:lstStyle/>
        <a:p>
          <a:endParaRPr lang="en-IN" sz="1600">
            <a:latin typeface="Times New Roman" panose="02020603050405020304" pitchFamily="18" charset="0"/>
            <a:cs typeface="Times New Roman" panose="02020603050405020304" pitchFamily="18" charset="0"/>
          </a:endParaRPr>
        </a:p>
      </dgm:t>
    </dgm:pt>
    <dgm:pt modelId="{51FCCAAA-B0F0-4891-9924-59EB42D9CC34}">
      <dgm:prSet custT="1"/>
      <dgm:spPr/>
      <dgm:t>
        <a:bodyPr/>
        <a:lstStyle/>
        <a:p>
          <a:r>
            <a:rPr lang="en-IN" sz="1600" dirty="0">
              <a:latin typeface="Times New Roman" panose="02020603050405020304" pitchFamily="18" charset="0"/>
              <a:cs typeface="Times New Roman" panose="02020603050405020304" pitchFamily="18" charset="0"/>
            </a:rPr>
            <a:t>Display output to user</a:t>
          </a:r>
        </a:p>
      </dgm:t>
    </dgm:pt>
    <dgm:pt modelId="{B6D605AC-0B45-4B6D-9C51-B87250555B3A}" type="parTrans" cxnId="{184D3ECB-2D01-47F5-BCEF-EB88EBDF781B}">
      <dgm:prSet/>
      <dgm:spPr/>
      <dgm:t>
        <a:bodyPr/>
        <a:lstStyle/>
        <a:p>
          <a:endParaRPr lang="en-IN"/>
        </a:p>
      </dgm:t>
    </dgm:pt>
    <dgm:pt modelId="{A43097DA-D0E1-40D4-A2F8-EB77B69D0526}" type="sibTrans" cxnId="{184D3ECB-2D01-47F5-BCEF-EB88EBDF781B}">
      <dgm:prSet custT="1"/>
      <dgm:spPr/>
      <dgm:t>
        <a:bodyPr/>
        <a:lstStyle/>
        <a:p>
          <a:endParaRPr lang="en-IN" sz="1600">
            <a:latin typeface="Times New Roman" panose="02020603050405020304" pitchFamily="18" charset="0"/>
            <a:cs typeface="Times New Roman" panose="02020603050405020304" pitchFamily="18" charset="0"/>
          </a:endParaRPr>
        </a:p>
      </dgm:t>
    </dgm:pt>
    <dgm:pt modelId="{DB9B79B0-85ED-4F8B-BE5D-8C74350600A4}">
      <dgm:prSet custT="1"/>
      <dgm:spPr/>
      <dgm:t>
        <a:bodyPr/>
        <a:lstStyle/>
        <a:p>
          <a:r>
            <a:rPr lang="en-IN" sz="1600" dirty="0">
              <a:latin typeface="Times New Roman" panose="02020603050405020304" pitchFamily="18" charset="0"/>
              <a:cs typeface="Times New Roman" panose="02020603050405020304" pitchFamily="18" charset="0"/>
            </a:rPr>
            <a:t>End</a:t>
          </a:r>
        </a:p>
      </dgm:t>
    </dgm:pt>
    <dgm:pt modelId="{AC904D51-296D-45F4-BAF8-08E00B38D17F}" type="parTrans" cxnId="{5CCC2914-A009-4D38-A35E-CA23001880B7}">
      <dgm:prSet/>
      <dgm:spPr/>
      <dgm:t>
        <a:bodyPr/>
        <a:lstStyle/>
        <a:p>
          <a:endParaRPr lang="en-IN"/>
        </a:p>
      </dgm:t>
    </dgm:pt>
    <dgm:pt modelId="{EC4377FB-7616-487B-9B69-61D92349462E}" type="sibTrans" cxnId="{5CCC2914-A009-4D38-A35E-CA23001880B7}">
      <dgm:prSet custT="1"/>
      <dgm:spPr/>
      <dgm:t>
        <a:bodyPr/>
        <a:lstStyle/>
        <a:p>
          <a:endParaRPr lang="en-IN" sz="1600">
            <a:latin typeface="Times New Roman" panose="02020603050405020304" pitchFamily="18" charset="0"/>
            <a:cs typeface="Times New Roman" panose="02020603050405020304" pitchFamily="18" charset="0"/>
          </a:endParaRPr>
        </a:p>
      </dgm:t>
    </dgm:pt>
    <dgm:pt modelId="{5AB89587-708D-4465-9E9B-D1F1D8B9E577}" type="pres">
      <dgm:prSet presAssocID="{6E932428-2762-4B11-A529-E498A50F177E}" presName="cycle" presStyleCnt="0">
        <dgm:presLayoutVars>
          <dgm:dir/>
          <dgm:resizeHandles val="exact"/>
        </dgm:presLayoutVars>
      </dgm:prSet>
      <dgm:spPr/>
    </dgm:pt>
    <dgm:pt modelId="{9783A639-BF8F-44EF-8ADE-09DC67E61D56}" type="pres">
      <dgm:prSet presAssocID="{9DE11D04-2B8E-4371-BA9C-C8D2322FD31A}" presName="node" presStyleLbl="node1" presStyleIdx="0" presStyleCnt="8">
        <dgm:presLayoutVars>
          <dgm:bulletEnabled val="1"/>
        </dgm:presLayoutVars>
      </dgm:prSet>
      <dgm:spPr/>
    </dgm:pt>
    <dgm:pt modelId="{993A0028-3B3A-4456-9E42-8A105E55D144}" type="pres">
      <dgm:prSet presAssocID="{45826689-09B9-491B-ADB9-3FDD8D880530}" presName="sibTrans" presStyleLbl="sibTrans2D1" presStyleIdx="0" presStyleCnt="8"/>
      <dgm:spPr/>
    </dgm:pt>
    <dgm:pt modelId="{433C4B0C-7807-47E5-B151-7811CCE864EB}" type="pres">
      <dgm:prSet presAssocID="{45826689-09B9-491B-ADB9-3FDD8D880530}" presName="connectorText" presStyleLbl="sibTrans2D1" presStyleIdx="0" presStyleCnt="8"/>
      <dgm:spPr/>
    </dgm:pt>
    <dgm:pt modelId="{EF9AD61C-D95C-4E97-8E28-66F2607F4F35}" type="pres">
      <dgm:prSet presAssocID="{A6869B95-00E4-4DD5-9D16-44AAFBD9369F}" presName="node" presStyleLbl="node1" presStyleIdx="1" presStyleCnt="8">
        <dgm:presLayoutVars>
          <dgm:bulletEnabled val="1"/>
        </dgm:presLayoutVars>
      </dgm:prSet>
      <dgm:spPr/>
    </dgm:pt>
    <dgm:pt modelId="{8760ED3A-A5BF-4605-BDF7-5FCE46B95192}" type="pres">
      <dgm:prSet presAssocID="{0B2ACD97-9DB7-4FD9-AB78-C74044EFB710}" presName="sibTrans" presStyleLbl="sibTrans2D1" presStyleIdx="1" presStyleCnt="8"/>
      <dgm:spPr/>
    </dgm:pt>
    <dgm:pt modelId="{3047EE52-3122-4BD5-A03B-AFFABD13A05D}" type="pres">
      <dgm:prSet presAssocID="{0B2ACD97-9DB7-4FD9-AB78-C74044EFB710}" presName="connectorText" presStyleLbl="sibTrans2D1" presStyleIdx="1" presStyleCnt="8"/>
      <dgm:spPr/>
    </dgm:pt>
    <dgm:pt modelId="{8DA3F7A1-4F1E-4C1A-9A9C-3C073F3ACDA3}" type="pres">
      <dgm:prSet presAssocID="{BBD6D392-DFA1-4D91-BA42-7AB5BBA2C4CF}" presName="node" presStyleLbl="node1" presStyleIdx="2" presStyleCnt="8">
        <dgm:presLayoutVars>
          <dgm:bulletEnabled val="1"/>
        </dgm:presLayoutVars>
      </dgm:prSet>
      <dgm:spPr/>
    </dgm:pt>
    <dgm:pt modelId="{91EE3E7D-6C95-4AEC-AB92-F0C2CD9CF72A}" type="pres">
      <dgm:prSet presAssocID="{5D6CCFE5-6D13-4005-8696-287D005FB8B3}" presName="sibTrans" presStyleLbl="sibTrans2D1" presStyleIdx="2" presStyleCnt="8"/>
      <dgm:spPr/>
    </dgm:pt>
    <dgm:pt modelId="{0C8F1F61-3A59-428B-83B5-2C6AFE519CFB}" type="pres">
      <dgm:prSet presAssocID="{5D6CCFE5-6D13-4005-8696-287D005FB8B3}" presName="connectorText" presStyleLbl="sibTrans2D1" presStyleIdx="2" presStyleCnt="8"/>
      <dgm:spPr/>
    </dgm:pt>
    <dgm:pt modelId="{9E9781EB-5533-49A5-8EB1-80F41A21C186}" type="pres">
      <dgm:prSet presAssocID="{29EAAC14-C249-4B2A-A0B5-B5142EC1FD14}" presName="node" presStyleLbl="node1" presStyleIdx="3" presStyleCnt="8">
        <dgm:presLayoutVars>
          <dgm:bulletEnabled val="1"/>
        </dgm:presLayoutVars>
      </dgm:prSet>
      <dgm:spPr/>
    </dgm:pt>
    <dgm:pt modelId="{AB8A92BF-2B8C-4EF0-BF28-149BD915F57E}" type="pres">
      <dgm:prSet presAssocID="{754222C3-149F-49AA-B033-60FC005A7669}" presName="sibTrans" presStyleLbl="sibTrans2D1" presStyleIdx="3" presStyleCnt="8"/>
      <dgm:spPr/>
    </dgm:pt>
    <dgm:pt modelId="{2B3CB52A-1268-4F59-B6B4-3CA7EB977453}" type="pres">
      <dgm:prSet presAssocID="{754222C3-149F-49AA-B033-60FC005A7669}" presName="connectorText" presStyleLbl="sibTrans2D1" presStyleIdx="3" presStyleCnt="8"/>
      <dgm:spPr/>
    </dgm:pt>
    <dgm:pt modelId="{9E2303FB-19A4-4802-AD05-13277D580B0D}" type="pres">
      <dgm:prSet presAssocID="{D203941F-A2C6-4A9D-9ED4-905C90E60268}" presName="node" presStyleLbl="node1" presStyleIdx="4" presStyleCnt="8">
        <dgm:presLayoutVars>
          <dgm:bulletEnabled val="1"/>
        </dgm:presLayoutVars>
      </dgm:prSet>
      <dgm:spPr/>
    </dgm:pt>
    <dgm:pt modelId="{45FC339E-32D6-40E9-8F10-135B0557345F}" type="pres">
      <dgm:prSet presAssocID="{1D62AA1C-29B9-444B-BFEF-7EB3BA27A28E}" presName="sibTrans" presStyleLbl="sibTrans2D1" presStyleIdx="4" presStyleCnt="8"/>
      <dgm:spPr/>
    </dgm:pt>
    <dgm:pt modelId="{59FBB812-5938-42A8-85B4-C5A16A143F4D}" type="pres">
      <dgm:prSet presAssocID="{1D62AA1C-29B9-444B-BFEF-7EB3BA27A28E}" presName="connectorText" presStyleLbl="sibTrans2D1" presStyleIdx="4" presStyleCnt="8"/>
      <dgm:spPr/>
    </dgm:pt>
    <dgm:pt modelId="{FF2904EB-2465-4EE9-B542-AE55C39902D8}" type="pres">
      <dgm:prSet presAssocID="{6F9A9BAD-09A5-4EA4-8804-F1D957CB1C1C}" presName="node" presStyleLbl="node1" presStyleIdx="5" presStyleCnt="8">
        <dgm:presLayoutVars>
          <dgm:bulletEnabled val="1"/>
        </dgm:presLayoutVars>
      </dgm:prSet>
      <dgm:spPr/>
    </dgm:pt>
    <dgm:pt modelId="{9C12EB87-7767-450B-B424-05B289C1581E}" type="pres">
      <dgm:prSet presAssocID="{6E8C2E7D-01A0-419D-8B05-78CDA5F17B54}" presName="sibTrans" presStyleLbl="sibTrans2D1" presStyleIdx="5" presStyleCnt="8"/>
      <dgm:spPr/>
    </dgm:pt>
    <dgm:pt modelId="{85F5A978-358A-4B85-82D5-EC1A2E303580}" type="pres">
      <dgm:prSet presAssocID="{6E8C2E7D-01A0-419D-8B05-78CDA5F17B54}" presName="connectorText" presStyleLbl="sibTrans2D1" presStyleIdx="5" presStyleCnt="8"/>
      <dgm:spPr/>
    </dgm:pt>
    <dgm:pt modelId="{30CD6914-D3AD-401F-91CD-5D353B60C2C1}" type="pres">
      <dgm:prSet presAssocID="{51FCCAAA-B0F0-4891-9924-59EB42D9CC34}" presName="node" presStyleLbl="node1" presStyleIdx="6" presStyleCnt="8">
        <dgm:presLayoutVars>
          <dgm:bulletEnabled val="1"/>
        </dgm:presLayoutVars>
      </dgm:prSet>
      <dgm:spPr/>
    </dgm:pt>
    <dgm:pt modelId="{E2377B17-CD72-4932-93A3-608D1201E3FC}" type="pres">
      <dgm:prSet presAssocID="{A43097DA-D0E1-40D4-A2F8-EB77B69D0526}" presName="sibTrans" presStyleLbl="sibTrans2D1" presStyleIdx="6" presStyleCnt="8"/>
      <dgm:spPr/>
    </dgm:pt>
    <dgm:pt modelId="{A14E50B2-32BA-43B4-A0F6-A52172582011}" type="pres">
      <dgm:prSet presAssocID="{A43097DA-D0E1-40D4-A2F8-EB77B69D0526}" presName="connectorText" presStyleLbl="sibTrans2D1" presStyleIdx="6" presStyleCnt="8"/>
      <dgm:spPr/>
    </dgm:pt>
    <dgm:pt modelId="{7D2B883B-88CF-41F4-B062-6D40F0400749}" type="pres">
      <dgm:prSet presAssocID="{DB9B79B0-85ED-4F8B-BE5D-8C74350600A4}" presName="node" presStyleLbl="node1" presStyleIdx="7" presStyleCnt="8" custRadScaleRad="107571" custRadScaleInc="-5951">
        <dgm:presLayoutVars>
          <dgm:bulletEnabled val="1"/>
        </dgm:presLayoutVars>
      </dgm:prSet>
      <dgm:spPr/>
    </dgm:pt>
    <dgm:pt modelId="{F37123C1-2FDE-43BD-AFBE-1037BFF32702}" type="pres">
      <dgm:prSet presAssocID="{EC4377FB-7616-487B-9B69-61D92349462E}" presName="sibTrans" presStyleLbl="sibTrans2D1" presStyleIdx="7" presStyleCnt="8"/>
      <dgm:spPr/>
    </dgm:pt>
    <dgm:pt modelId="{85E63031-07A3-421C-96F8-10C8EBB91AE7}" type="pres">
      <dgm:prSet presAssocID="{EC4377FB-7616-487B-9B69-61D92349462E}" presName="connectorText" presStyleLbl="sibTrans2D1" presStyleIdx="7" presStyleCnt="8"/>
      <dgm:spPr/>
    </dgm:pt>
  </dgm:ptLst>
  <dgm:cxnLst>
    <dgm:cxn modelId="{78FB3901-93D2-4B4E-9C69-987D435DD103}" srcId="{6E932428-2762-4B11-A529-E498A50F177E}" destId="{D203941F-A2C6-4A9D-9ED4-905C90E60268}" srcOrd="4" destOrd="0" parTransId="{3ACA0F93-9D96-41F6-B97C-5F7918353340}" sibTransId="{1D62AA1C-29B9-444B-BFEF-7EB3BA27A28E}"/>
    <dgm:cxn modelId="{04DC670C-7AA3-41BA-BFAE-E4965C841756}" srcId="{6E932428-2762-4B11-A529-E498A50F177E}" destId="{29EAAC14-C249-4B2A-A0B5-B5142EC1FD14}" srcOrd="3" destOrd="0" parTransId="{16D936FC-E636-41A9-A1FC-C9F4066DD9F8}" sibTransId="{754222C3-149F-49AA-B033-60FC005A7669}"/>
    <dgm:cxn modelId="{A51DBF0F-DB08-49C8-A904-77B1DFEBD852}" type="presOf" srcId="{A6869B95-00E4-4DD5-9D16-44AAFBD9369F}" destId="{EF9AD61C-D95C-4E97-8E28-66F2607F4F35}" srcOrd="0" destOrd="0" presId="urn:microsoft.com/office/officeart/2005/8/layout/cycle2"/>
    <dgm:cxn modelId="{208E2811-66CA-49D3-AA54-7C17B1C31269}" type="presOf" srcId="{45826689-09B9-491B-ADB9-3FDD8D880530}" destId="{433C4B0C-7807-47E5-B151-7811CCE864EB}" srcOrd="1" destOrd="0" presId="urn:microsoft.com/office/officeart/2005/8/layout/cycle2"/>
    <dgm:cxn modelId="{5CCC2914-A009-4D38-A35E-CA23001880B7}" srcId="{6E932428-2762-4B11-A529-E498A50F177E}" destId="{DB9B79B0-85ED-4F8B-BE5D-8C74350600A4}" srcOrd="7" destOrd="0" parTransId="{AC904D51-296D-45F4-BAF8-08E00B38D17F}" sibTransId="{EC4377FB-7616-487B-9B69-61D92349462E}"/>
    <dgm:cxn modelId="{2F75921F-27AC-4D2F-A90C-C4708B517553}" srcId="{6E932428-2762-4B11-A529-E498A50F177E}" destId="{6F9A9BAD-09A5-4EA4-8804-F1D957CB1C1C}" srcOrd="5" destOrd="0" parTransId="{D62F6F43-9CEC-4372-A0A5-6CE856C6C343}" sibTransId="{6E8C2E7D-01A0-419D-8B05-78CDA5F17B54}"/>
    <dgm:cxn modelId="{F4BB0A21-C3FD-44BF-AD9E-75CB03DAFE8F}" type="presOf" srcId="{D203941F-A2C6-4A9D-9ED4-905C90E60268}" destId="{9E2303FB-19A4-4802-AD05-13277D580B0D}" srcOrd="0" destOrd="0" presId="urn:microsoft.com/office/officeart/2005/8/layout/cycle2"/>
    <dgm:cxn modelId="{B801255C-4773-4AD6-AEEC-9A4F6E97FE56}" type="presOf" srcId="{6E8C2E7D-01A0-419D-8B05-78CDA5F17B54}" destId="{9C12EB87-7767-450B-B424-05B289C1581E}" srcOrd="0" destOrd="0" presId="urn:microsoft.com/office/officeart/2005/8/layout/cycle2"/>
    <dgm:cxn modelId="{E85B075F-0F2C-449C-9901-F8ABCAD315AE}" srcId="{6E932428-2762-4B11-A529-E498A50F177E}" destId="{9DE11D04-2B8E-4371-BA9C-C8D2322FD31A}" srcOrd="0" destOrd="0" parTransId="{E944664A-87BC-4504-A838-DC829D6146D9}" sibTransId="{45826689-09B9-491B-ADB9-3FDD8D880530}"/>
    <dgm:cxn modelId="{50328C44-738C-4BB6-8591-68A88FBD8054}" type="presOf" srcId="{EC4377FB-7616-487B-9B69-61D92349462E}" destId="{F37123C1-2FDE-43BD-AFBE-1037BFF32702}" srcOrd="0" destOrd="0" presId="urn:microsoft.com/office/officeart/2005/8/layout/cycle2"/>
    <dgm:cxn modelId="{980C8445-365B-4CAE-A941-8C6C4FF1FA8C}" srcId="{6E932428-2762-4B11-A529-E498A50F177E}" destId="{A6869B95-00E4-4DD5-9D16-44AAFBD9369F}" srcOrd="1" destOrd="0" parTransId="{07C7BF2F-67FD-4782-B3DE-992779E2ABD1}" sibTransId="{0B2ACD97-9DB7-4FD9-AB78-C74044EFB710}"/>
    <dgm:cxn modelId="{F8F30F46-BBF9-4BA1-8119-5A26AC2DBC0B}" type="presOf" srcId="{29EAAC14-C249-4B2A-A0B5-B5142EC1FD14}" destId="{9E9781EB-5533-49A5-8EB1-80F41A21C186}" srcOrd="0" destOrd="0" presId="urn:microsoft.com/office/officeart/2005/8/layout/cycle2"/>
    <dgm:cxn modelId="{DE03F768-4B65-43F0-B6D5-9A261D65F4D4}" type="presOf" srcId="{0B2ACD97-9DB7-4FD9-AB78-C74044EFB710}" destId="{8760ED3A-A5BF-4605-BDF7-5FCE46B95192}" srcOrd="0" destOrd="0" presId="urn:microsoft.com/office/officeart/2005/8/layout/cycle2"/>
    <dgm:cxn modelId="{C2FE256A-CC0A-4429-980D-5FB37D9D1417}" type="presOf" srcId="{6E932428-2762-4B11-A529-E498A50F177E}" destId="{5AB89587-708D-4465-9E9B-D1F1D8B9E577}" srcOrd="0" destOrd="0" presId="urn:microsoft.com/office/officeart/2005/8/layout/cycle2"/>
    <dgm:cxn modelId="{C9C83A74-E488-47F6-9A30-5F0378F34D2E}" type="presOf" srcId="{754222C3-149F-49AA-B033-60FC005A7669}" destId="{AB8A92BF-2B8C-4EF0-BF28-149BD915F57E}" srcOrd="0" destOrd="0" presId="urn:microsoft.com/office/officeart/2005/8/layout/cycle2"/>
    <dgm:cxn modelId="{FA349C5A-79B8-4518-B27A-1BFE8D8B7CED}" srcId="{6E932428-2762-4B11-A529-E498A50F177E}" destId="{BBD6D392-DFA1-4D91-BA42-7AB5BBA2C4CF}" srcOrd="2" destOrd="0" parTransId="{D2944D0A-C67C-4A63-A007-57EF7E76670F}" sibTransId="{5D6CCFE5-6D13-4005-8696-287D005FB8B3}"/>
    <dgm:cxn modelId="{5880267E-CBC8-4845-9F65-01CD0E24588F}" type="presOf" srcId="{5D6CCFE5-6D13-4005-8696-287D005FB8B3}" destId="{0C8F1F61-3A59-428B-83B5-2C6AFE519CFB}" srcOrd="1" destOrd="0" presId="urn:microsoft.com/office/officeart/2005/8/layout/cycle2"/>
    <dgm:cxn modelId="{D4C75684-7AB4-4F17-B8C7-E977A2204DAA}" type="presOf" srcId="{1D62AA1C-29B9-444B-BFEF-7EB3BA27A28E}" destId="{59FBB812-5938-42A8-85B4-C5A16A143F4D}" srcOrd="1" destOrd="0" presId="urn:microsoft.com/office/officeart/2005/8/layout/cycle2"/>
    <dgm:cxn modelId="{24B2BB85-C949-49F7-B530-EC813CABC67A}" type="presOf" srcId="{A43097DA-D0E1-40D4-A2F8-EB77B69D0526}" destId="{E2377B17-CD72-4932-93A3-608D1201E3FC}" srcOrd="0" destOrd="0" presId="urn:microsoft.com/office/officeart/2005/8/layout/cycle2"/>
    <dgm:cxn modelId="{AA1B1688-F37C-406B-B3A1-25C079616B9F}" type="presOf" srcId="{BBD6D392-DFA1-4D91-BA42-7AB5BBA2C4CF}" destId="{8DA3F7A1-4F1E-4C1A-9A9C-3C073F3ACDA3}" srcOrd="0" destOrd="0" presId="urn:microsoft.com/office/officeart/2005/8/layout/cycle2"/>
    <dgm:cxn modelId="{3EEB2A8F-96C2-4AF1-95CE-579619D2D7CB}" type="presOf" srcId="{51FCCAAA-B0F0-4891-9924-59EB42D9CC34}" destId="{30CD6914-D3AD-401F-91CD-5D353B60C2C1}" srcOrd="0" destOrd="0" presId="urn:microsoft.com/office/officeart/2005/8/layout/cycle2"/>
    <dgm:cxn modelId="{A802AB95-505E-4CE2-891D-5836E43BBCA0}" type="presOf" srcId="{A43097DA-D0E1-40D4-A2F8-EB77B69D0526}" destId="{A14E50B2-32BA-43B4-A0F6-A52172582011}" srcOrd="1" destOrd="0" presId="urn:microsoft.com/office/officeart/2005/8/layout/cycle2"/>
    <dgm:cxn modelId="{706C84A3-D4DD-4255-8090-B3CE36C2D80C}" type="presOf" srcId="{45826689-09B9-491B-ADB9-3FDD8D880530}" destId="{993A0028-3B3A-4456-9E42-8A105E55D144}" srcOrd="0" destOrd="0" presId="urn:microsoft.com/office/officeart/2005/8/layout/cycle2"/>
    <dgm:cxn modelId="{4C77F9A4-E381-4716-8117-F1D59221A2E7}" type="presOf" srcId="{6F9A9BAD-09A5-4EA4-8804-F1D957CB1C1C}" destId="{FF2904EB-2465-4EE9-B542-AE55C39902D8}" srcOrd="0" destOrd="0" presId="urn:microsoft.com/office/officeart/2005/8/layout/cycle2"/>
    <dgm:cxn modelId="{E4436AB1-5E38-4E71-B29A-220FACA0FFCA}" type="presOf" srcId="{1D62AA1C-29B9-444B-BFEF-7EB3BA27A28E}" destId="{45FC339E-32D6-40E9-8F10-135B0557345F}" srcOrd="0" destOrd="0" presId="urn:microsoft.com/office/officeart/2005/8/layout/cycle2"/>
    <dgm:cxn modelId="{653CE9C1-2FB7-48C5-9C3B-BC378A3CF0C9}" type="presOf" srcId="{9DE11D04-2B8E-4371-BA9C-C8D2322FD31A}" destId="{9783A639-BF8F-44EF-8ADE-09DC67E61D56}" srcOrd="0" destOrd="0" presId="urn:microsoft.com/office/officeart/2005/8/layout/cycle2"/>
    <dgm:cxn modelId="{F0635DC2-8158-42A9-ABA2-298FB97515C9}" type="presOf" srcId="{DB9B79B0-85ED-4F8B-BE5D-8C74350600A4}" destId="{7D2B883B-88CF-41F4-B062-6D40F0400749}" srcOrd="0" destOrd="0" presId="urn:microsoft.com/office/officeart/2005/8/layout/cycle2"/>
    <dgm:cxn modelId="{184D3ECB-2D01-47F5-BCEF-EB88EBDF781B}" srcId="{6E932428-2762-4B11-A529-E498A50F177E}" destId="{51FCCAAA-B0F0-4891-9924-59EB42D9CC34}" srcOrd="6" destOrd="0" parTransId="{B6D605AC-0B45-4B6D-9C51-B87250555B3A}" sibTransId="{A43097DA-D0E1-40D4-A2F8-EB77B69D0526}"/>
    <dgm:cxn modelId="{B5E415CC-7324-41E9-AD06-5F7FB4EDEBD0}" type="presOf" srcId="{5D6CCFE5-6D13-4005-8696-287D005FB8B3}" destId="{91EE3E7D-6C95-4AEC-AB92-F0C2CD9CF72A}" srcOrd="0" destOrd="0" presId="urn:microsoft.com/office/officeart/2005/8/layout/cycle2"/>
    <dgm:cxn modelId="{124CA6E2-F2ED-45C3-9F96-EB2FB9646898}" type="presOf" srcId="{0B2ACD97-9DB7-4FD9-AB78-C74044EFB710}" destId="{3047EE52-3122-4BD5-A03B-AFFABD13A05D}" srcOrd="1" destOrd="0" presId="urn:microsoft.com/office/officeart/2005/8/layout/cycle2"/>
    <dgm:cxn modelId="{2B9E8CEA-3353-47F8-8932-E9D91BD35DD4}" type="presOf" srcId="{EC4377FB-7616-487B-9B69-61D92349462E}" destId="{85E63031-07A3-421C-96F8-10C8EBB91AE7}" srcOrd="1" destOrd="0" presId="urn:microsoft.com/office/officeart/2005/8/layout/cycle2"/>
    <dgm:cxn modelId="{5F3619EF-96D9-4253-A523-E7D8B949970F}" type="presOf" srcId="{754222C3-149F-49AA-B033-60FC005A7669}" destId="{2B3CB52A-1268-4F59-B6B4-3CA7EB977453}" srcOrd="1" destOrd="0" presId="urn:microsoft.com/office/officeart/2005/8/layout/cycle2"/>
    <dgm:cxn modelId="{E36AFEF5-AD67-4498-A600-5FAB4044FEA1}" type="presOf" srcId="{6E8C2E7D-01A0-419D-8B05-78CDA5F17B54}" destId="{85F5A978-358A-4B85-82D5-EC1A2E303580}" srcOrd="1" destOrd="0" presId="urn:microsoft.com/office/officeart/2005/8/layout/cycle2"/>
    <dgm:cxn modelId="{12BD7ED0-3C54-4C32-965C-95E50E398CD7}" type="presParOf" srcId="{5AB89587-708D-4465-9E9B-D1F1D8B9E577}" destId="{9783A639-BF8F-44EF-8ADE-09DC67E61D56}" srcOrd="0" destOrd="0" presId="urn:microsoft.com/office/officeart/2005/8/layout/cycle2"/>
    <dgm:cxn modelId="{B6B159C6-E2EF-4E4D-A6CD-023BCA013960}" type="presParOf" srcId="{5AB89587-708D-4465-9E9B-D1F1D8B9E577}" destId="{993A0028-3B3A-4456-9E42-8A105E55D144}" srcOrd="1" destOrd="0" presId="urn:microsoft.com/office/officeart/2005/8/layout/cycle2"/>
    <dgm:cxn modelId="{CFBD1352-07E9-41C6-8BBA-80322D709F3F}" type="presParOf" srcId="{993A0028-3B3A-4456-9E42-8A105E55D144}" destId="{433C4B0C-7807-47E5-B151-7811CCE864EB}" srcOrd="0" destOrd="0" presId="urn:microsoft.com/office/officeart/2005/8/layout/cycle2"/>
    <dgm:cxn modelId="{65271A5A-BCBE-406C-AF9C-2B681295235F}" type="presParOf" srcId="{5AB89587-708D-4465-9E9B-D1F1D8B9E577}" destId="{EF9AD61C-D95C-4E97-8E28-66F2607F4F35}" srcOrd="2" destOrd="0" presId="urn:microsoft.com/office/officeart/2005/8/layout/cycle2"/>
    <dgm:cxn modelId="{8CCA501B-3020-43CD-9672-42B5BDD27501}" type="presParOf" srcId="{5AB89587-708D-4465-9E9B-D1F1D8B9E577}" destId="{8760ED3A-A5BF-4605-BDF7-5FCE46B95192}" srcOrd="3" destOrd="0" presId="urn:microsoft.com/office/officeart/2005/8/layout/cycle2"/>
    <dgm:cxn modelId="{C0437B7E-6970-4131-BF88-CA4E6F6ED5F5}" type="presParOf" srcId="{8760ED3A-A5BF-4605-BDF7-5FCE46B95192}" destId="{3047EE52-3122-4BD5-A03B-AFFABD13A05D}" srcOrd="0" destOrd="0" presId="urn:microsoft.com/office/officeart/2005/8/layout/cycle2"/>
    <dgm:cxn modelId="{CDEF8C49-0726-4673-B39C-6A7B1EDF1830}" type="presParOf" srcId="{5AB89587-708D-4465-9E9B-D1F1D8B9E577}" destId="{8DA3F7A1-4F1E-4C1A-9A9C-3C073F3ACDA3}" srcOrd="4" destOrd="0" presId="urn:microsoft.com/office/officeart/2005/8/layout/cycle2"/>
    <dgm:cxn modelId="{BB70C86B-1AAD-4BA2-9323-90E92B9B87FF}" type="presParOf" srcId="{5AB89587-708D-4465-9E9B-D1F1D8B9E577}" destId="{91EE3E7D-6C95-4AEC-AB92-F0C2CD9CF72A}" srcOrd="5" destOrd="0" presId="urn:microsoft.com/office/officeart/2005/8/layout/cycle2"/>
    <dgm:cxn modelId="{DCB574D8-4C54-4D60-BC25-22225780B5AE}" type="presParOf" srcId="{91EE3E7D-6C95-4AEC-AB92-F0C2CD9CF72A}" destId="{0C8F1F61-3A59-428B-83B5-2C6AFE519CFB}" srcOrd="0" destOrd="0" presId="urn:microsoft.com/office/officeart/2005/8/layout/cycle2"/>
    <dgm:cxn modelId="{48E89063-2690-4ABC-A19C-02BCFF36A996}" type="presParOf" srcId="{5AB89587-708D-4465-9E9B-D1F1D8B9E577}" destId="{9E9781EB-5533-49A5-8EB1-80F41A21C186}" srcOrd="6" destOrd="0" presId="urn:microsoft.com/office/officeart/2005/8/layout/cycle2"/>
    <dgm:cxn modelId="{FC53D7F7-2DF7-4B26-8E25-F2C57A4D735B}" type="presParOf" srcId="{5AB89587-708D-4465-9E9B-D1F1D8B9E577}" destId="{AB8A92BF-2B8C-4EF0-BF28-149BD915F57E}" srcOrd="7" destOrd="0" presId="urn:microsoft.com/office/officeart/2005/8/layout/cycle2"/>
    <dgm:cxn modelId="{084A5A18-7F0B-48E2-B1A9-53DF8B50D920}" type="presParOf" srcId="{AB8A92BF-2B8C-4EF0-BF28-149BD915F57E}" destId="{2B3CB52A-1268-4F59-B6B4-3CA7EB977453}" srcOrd="0" destOrd="0" presId="urn:microsoft.com/office/officeart/2005/8/layout/cycle2"/>
    <dgm:cxn modelId="{79CF5D6C-4787-4011-A534-BD81023AFB60}" type="presParOf" srcId="{5AB89587-708D-4465-9E9B-D1F1D8B9E577}" destId="{9E2303FB-19A4-4802-AD05-13277D580B0D}" srcOrd="8" destOrd="0" presId="urn:microsoft.com/office/officeart/2005/8/layout/cycle2"/>
    <dgm:cxn modelId="{949CB185-232D-4400-BFDA-D1C353912321}" type="presParOf" srcId="{5AB89587-708D-4465-9E9B-D1F1D8B9E577}" destId="{45FC339E-32D6-40E9-8F10-135B0557345F}" srcOrd="9" destOrd="0" presId="urn:microsoft.com/office/officeart/2005/8/layout/cycle2"/>
    <dgm:cxn modelId="{06ECE7F3-D976-4C00-A846-D9E416D1F51E}" type="presParOf" srcId="{45FC339E-32D6-40E9-8F10-135B0557345F}" destId="{59FBB812-5938-42A8-85B4-C5A16A143F4D}" srcOrd="0" destOrd="0" presId="urn:microsoft.com/office/officeart/2005/8/layout/cycle2"/>
    <dgm:cxn modelId="{2A243895-D02C-4440-9CAE-E77B268FCE68}" type="presParOf" srcId="{5AB89587-708D-4465-9E9B-D1F1D8B9E577}" destId="{FF2904EB-2465-4EE9-B542-AE55C39902D8}" srcOrd="10" destOrd="0" presId="urn:microsoft.com/office/officeart/2005/8/layout/cycle2"/>
    <dgm:cxn modelId="{106208E9-14F0-4FAB-8BF8-A5D05B813C51}" type="presParOf" srcId="{5AB89587-708D-4465-9E9B-D1F1D8B9E577}" destId="{9C12EB87-7767-450B-B424-05B289C1581E}" srcOrd="11" destOrd="0" presId="urn:microsoft.com/office/officeart/2005/8/layout/cycle2"/>
    <dgm:cxn modelId="{13C4AFCD-43A2-449E-8D19-BC59ACDB705F}" type="presParOf" srcId="{9C12EB87-7767-450B-B424-05B289C1581E}" destId="{85F5A978-358A-4B85-82D5-EC1A2E303580}" srcOrd="0" destOrd="0" presId="urn:microsoft.com/office/officeart/2005/8/layout/cycle2"/>
    <dgm:cxn modelId="{76BB2507-4ADB-4836-8B18-0EFCED02483B}" type="presParOf" srcId="{5AB89587-708D-4465-9E9B-D1F1D8B9E577}" destId="{30CD6914-D3AD-401F-91CD-5D353B60C2C1}" srcOrd="12" destOrd="0" presId="urn:microsoft.com/office/officeart/2005/8/layout/cycle2"/>
    <dgm:cxn modelId="{6344F929-E1D3-4B20-8C23-B5A797B476C5}" type="presParOf" srcId="{5AB89587-708D-4465-9E9B-D1F1D8B9E577}" destId="{E2377B17-CD72-4932-93A3-608D1201E3FC}" srcOrd="13" destOrd="0" presId="urn:microsoft.com/office/officeart/2005/8/layout/cycle2"/>
    <dgm:cxn modelId="{75E6BC50-5873-426D-9BE9-1CC7D9A24A1D}" type="presParOf" srcId="{E2377B17-CD72-4932-93A3-608D1201E3FC}" destId="{A14E50B2-32BA-43B4-A0F6-A52172582011}" srcOrd="0" destOrd="0" presId="urn:microsoft.com/office/officeart/2005/8/layout/cycle2"/>
    <dgm:cxn modelId="{AE67912E-0EDE-4308-9ADD-19F3A535D0F8}" type="presParOf" srcId="{5AB89587-708D-4465-9E9B-D1F1D8B9E577}" destId="{7D2B883B-88CF-41F4-B062-6D40F0400749}" srcOrd="14" destOrd="0" presId="urn:microsoft.com/office/officeart/2005/8/layout/cycle2"/>
    <dgm:cxn modelId="{EA0A4A36-A19C-4968-8D28-1ACF49E675EC}" type="presParOf" srcId="{5AB89587-708D-4465-9E9B-D1F1D8B9E577}" destId="{F37123C1-2FDE-43BD-AFBE-1037BFF32702}" srcOrd="15" destOrd="0" presId="urn:microsoft.com/office/officeart/2005/8/layout/cycle2"/>
    <dgm:cxn modelId="{30F2D0A7-5EF6-47ED-ABBF-414D018CEC9A}" type="presParOf" srcId="{F37123C1-2FDE-43BD-AFBE-1037BFF32702}" destId="{85E63031-07A3-421C-96F8-10C8EBB91AE7}"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83A639-BF8F-44EF-8ADE-09DC67E61D56}">
      <dsp:nvSpPr>
        <dsp:cNvPr id="0" name=""/>
        <dsp:cNvSpPr/>
      </dsp:nvSpPr>
      <dsp:spPr>
        <a:xfrm>
          <a:off x="5083098" y="1161"/>
          <a:ext cx="1295609" cy="1295609"/>
        </a:xfrm>
        <a:prstGeom prst="ellipse">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rPr>
            <a:t>Robot Captures Image</a:t>
          </a:r>
          <a:endParaRPr lang="en-IN" sz="1600" kern="1200" dirty="0">
            <a:latin typeface="Times New Roman" panose="02020603050405020304" pitchFamily="18" charset="0"/>
            <a:cs typeface="Times New Roman" panose="02020603050405020304" pitchFamily="18" charset="0"/>
          </a:endParaRPr>
        </a:p>
      </dsp:txBody>
      <dsp:txXfrm>
        <a:off x="5272836" y="190899"/>
        <a:ext cx="916133" cy="916133"/>
      </dsp:txXfrm>
    </dsp:sp>
    <dsp:sp modelId="{993A0028-3B3A-4456-9E42-8A105E55D144}">
      <dsp:nvSpPr>
        <dsp:cNvPr id="0" name=""/>
        <dsp:cNvSpPr/>
      </dsp:nvSpPr>
      <dsp:spPr>
        <a:xfrm rot="1350000">
          <a:off x="6448503" y="798982"/>
          <a:ext cx="344802" cy="437268"/>
        </a:xfrm>
        <a:prstGeom prst="rightArrow">
          <a:avLst>
            <a:gd name="adj1" fmla="val 60000"/>
            <a:gd name="adj2" fmla="val 5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latin typeface="Times New Roman" panose="02020603050405020304" pitchFamily="18" charset="0"/>
            <a:cs typeface="Times New Roman" panose="02020603050405020304" pitchFamily="18" charset="0"/>
          </a:endParaRPr>
        </a:p>
      </dsp:txBody>
      <dsp:txXfrm>
        <a:off x="6452440" y="866643"/>
        <a:ext cx="241361" cy="262360"/>
      </dsp:txXfrm>
    </dsp:sp>
    <dsp:sp modelId="{EF9AD61C-D95C-4E97-8E28-66F2607F4F35}">
      <dsp:nvSpPr>
        <dsp:cNvPr id="0" name=""/>
        <dsp:cNvSpPr/>
      </dsp:nvSpPr>
      <dsp:spPr>
        <a:xfrm>
          <a:off x="6881134" y="745931"/>
          <a:ext cx="1295609" cy="1295609"/>
        </a:xfrm>
        <a:prstGeom prst="ellipse">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Image Pre processing</a:t>
          </a:r>
        </a:p>
      </dsp:txBody>
      <dsp:txXfrm>
        <a:off x="7070872" y="935669"/>
        <a:ext cx="916133" cy="916133"/>
      </dsp:txXfrm>
    </dsp:sp>
    <dsp:sp modelId="{8760ED3A-A5BF-4605-BDF7-5FCE46B95192}">
      <dsp:nvSpPr>
        <dsp:cNvPr id="0" name=""/>
        <dsp:cNvSpPr/>
      </dsp:nvSpPr>
      <dsp:spPr>
        <a:xfrm rot="4050000">
          <a:off x="7725188" y="2065104"/>
          <a:ext cx="344802" cy="437268"/>
        </a:xfrm>
        <a:prstGeom prst="rightArrow">
          <a:avLst>
            <a:gd name="adj1" fmla="val 60000"/>
            <a:gd name="adj2" fmla="val 5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latin typeface="Times New Roman" panose="02020603050405020304" pitchFamily="18" charset="0"/>
            <a:cs typeface="Times New Roman" panose="02020603050405020304" pitchFamily="18" charset="0"/>
          </a:endParaRPr>
        </a:p>
      </dsp:txBody>
      <dsp:txXfrm>
        <a:off x="7757116" y="2104774"/>
        <a:ext cx="241361" cy="262360"/>
      </dsp:txXfrm>
    </dsp:sp>
    <dsp:sp modelId="{8DA3F7A1-4F1E-4C1A-9A9C-3C073F3ACDA3}">
      <dsp:nvSpPr>
        <dsp:cNvPr id="0" name=""/>
        <dsp:cNvSpPr/>
      </dsp:nvSpPr>
      <dsp:spPr>
        <a:xfrm>
          <a:off x="7625905" y="2543967"/>
          <a:ext cx="1295609" cy="1295609"/>
        </a:xfrm>
        <a:prstGeom prst="ellips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rPr>
            <a:t>Plant Detection / ROI Extraction Disease</a:t>
          </a:r>
          <a:endParaRPr lang="en-IN" sz="1600" kern="1200" dirty="0">
            <a:latin typeface="Times New Roman" panose="02020603050405020304" pitchFamily="18" charset="0"/>
            <a:cs typeface="Times New Roman" panose="02020603050405020304" pitchFamily="18" charset="0"/>
          </a:endParaRPr>
        </a:p>
      </dsp:txBody>
      <dsp:txXfrm>
        <a:off x="7815643" y="2733705"/>
        <a:ext cx="916133" cy="916133"/>
      </dsp:txXfrm>
    </dsp:sp>
    <dsp:sp modelId="{91EE3E7D-6C95-4AEC-AB92-F0C2CD9CF72A}">
      <dsp:nvSpPr>
        <dsp:cNvPr id="0" name=""/>
        <dsp:cNvSpPr/>
      </dsp:nvSpPr>
      <dsp:spPr>
        <a:xfrm rot="6750000">
          <a:off x="7732657" y="3863140"/>
          <a:ext cx="344802" cy="437268"/>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latin typeface="Times New Roman" panose="02020603050405020304" pitchFamily="18" charset="0"/>
            <a:cs typeface="Times New Roman" panose="02020603050405020304" pitchFamily="18" charset="0"/>
          </a:endParaRPr>
        </a:p>
      </dsp:txBody>
      <dsp:txXfrm rot="10800000">
        <a:off x="7804170" y="3902810"/>
        <a:ext cx="241361" cy="262360"/>
      </dsp:txXfrm>
    </dsp:sp>
    <dsp:sp modelId="{9E9781EB-5533-49A5-8EB1-80F41A21C186}">
      <dsp:nvSpPr>
        <dsp:cNvPr id="0" name=""/>
        <dsp:cNvSpPr/>
      </dsp:nvSpPr>
      <dsp:spPr>
        <a:xfrm>
          <a:off x="6881134" y="4342003"/>
          <a:ext cx="1295609" cy="1295609"/>
        </a:xfrm>
        <a:prstGeom prst="ellipse">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rPr>
            <a:t>Segmentation</a:t>
          </a:r>
        </a:p>
      </dsp:txBody>
      <dsp:txXfrm>
        <a:off x="7070872" y="4531741"/>
        <a:ext cx="916133" cy="916133"/>
      </dsp:txXfrm>
    </dsp:sp>
    <dsp:sp modelId="{AB8A92BF-2B8C-4EF0-BF28-149BD915F57E}">
      <dsp:nvSpPr>
        <dsp:cNvPr id="0" name=""/>
        <dsp:cNvSpPr/>
      </dsp:nvSpPr>
      <dsp:spPr>
        <a:xfrm rot="9450000">
          <a:off x="6466535" y="5139825"/>
          <a:ext cx="344802" cy="437268"/>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latin typeface="Times New Roman" panose="02020603050405020304" pitchFamily="18" charset="0"/>
            <a:cs typeface="Times New Roman" panose="02020603050405020304" pitchFamily="18" charset="0"/>
          </a:endParaRPr>
        </a:p>
      </dsp:txBody>
      <dsp:txXfrm rot="10800000">
        <a:off x="6566039" y="5207486"/>
        <a:ext cx="241361" cy="262360"/>
      </dsp:txXfrm>
    </dsp:sp>
    <dsp:sp modelId="{9E2303FB-19A4-4802-AD05-13277D580B0D}">
      <dsp:nvSpPr>
        <dsp:cNvPr id="0" name=""/>
        <dsp:cNvSpPr/>
      </dsp:nvSpPr>
      <dsp:spPr>
        <a:xfrm>
          <a:off x="5083098" y="5086774"/>
          <a:ext cx="1295609" cy="1295609"/>
        </a:xfrm>
        <a:prstGeom prst="ellipse">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rPr>
            <a:t>Severity Analysis</a:t>
          </a:r>
        </a:p>
      </dsp:txBody>
      <dsp:txXfrm>
        <a:off x="5272836" y="5276512"/>
        <a:ext cx="916133" cy="916133"/>
      </dsp:txXfrm>
    </dsp:sp>
    <dsp:sp modelId="{45FC339E-32D6-40E9-8F10-135B0557345F}">
      <dsp:nvSpPr>
        <dsp:cNvPr id="0" name=""/>
        <dsp:cNvSpPr/>
      </dsp:nvSpPr>
      <dsp:spPr>
        <a:xfrm rot="12150000">
          <a:off x="4668499" y="5147294"/>
          <a:ext cx="344802" cy="437268"/>
        </a:xfrm>
        <a:prstGeom prst="rightArrow">
          <a:avLst>
            <a:gd name="adj1" fmla="val 60000"/>
            <a:gd name="adj2" fmla="val 5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latin typeface="Times New Roman" panose="02020603050405020304" pitchFamily="18" charset="0"/>
            <a:cs typeface="Times New Roman" panose="02020603050405020304" pitchFamily="18" charset="0"/>
          </a:endParaRPr>
        </a:p>
      </dsp:txBody>
      <dsp:txXfrm rot="10800000">
        <a:off x="4768003" y="5254541"/>
        <a:ext cx="241361" cy="262360"/>
      </dsp:txXfrm>
    </dsp:sp>
    <dsp:sp modelId="{FF2904EB-2465-4EE9-B542-AE55C39902D8}">
      <dsp:nvSpPr>
        <dsp:cNvPr id="0" name=""/>
        <dsp:cNvSpPr/>
      </dsp:nvSpPr>
      <dsp:spPr>
        <a:xfrm>
          <a:off x="3285062" y="4342003"/>
          <a:ext cx="1295609" cy="1295609"/>
        </a:xfrm>
        <a:prstGeom prst="ellipse">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N" sz="1600" kern="1200">
              <a:latin typeface="Times New Roman" panose="02020603050405020304" pitchFamily="18" charset="0"/>
              <a:cs typeface="Times New Roman" panose="02020603050405020304" pitchFamily="18" charset="0"/>
            </a:rPr>
            <a:t>Generate Suggestions</a:t>
          </a:r>
        </a:p>
      </dsp:txBody>
      <dsp:txXfrm>
        <a:off x="3474800" y="4531741"/>
        <a:ext cx="916133" cy="916133"/>
      </dsp:txXfrm>
    </dsp:sp>
    <dsp:sp modelId="{9C12EB87-7767-450B-B424-05B289C1581E}">
      <dsp:nvSpPr>
        <dsp:cNvPr id="0" name=""/>
        <dsp:cNvSpPr/>
      </dsp:nvSpPr>
      <dsp:spPr>
        <a:xfrm rot="14850000">
          <a:off x="3391814" y="3881172"/>
          <a:ext cx="344802" cy="437268"/>
        </a:xfrm>
        <a:prstGeom prst="rightArrow">
          <a:avLst>
            <a:gd name="adj1" fmla="val 60000"/>
            <a:gd name="adj2" fmla="val 5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latin typeface="Times New Roman" panose="02020603050405020304" pitchFamily="18" charset="0"/>
            <a:cs typeface="Times New Roman" panose="02020603050405020304" pitchFamily="18" charset="0"/>
          </a:endParaRPr>
        </a:p>
      </dsp:txBody>
      <dsp:txXfrm rot="10800000">
        <a:off x="3463327" y="4016410"/>
        <a:ext cx="241361" cy="262360"/>
      </dsp:txXfrm>
    </dsp:sp>
    <dsp:sp modelId="{30CD6914-D3AD-401F-91CD-5D353B60C2C1}">
      <dsp:nvSpPr>
        <dsp:cNvPr id="0" name=""/>
        <dsp:cNvSpPr/>
      </dsp:nvSpPr>
      <dsp:spPr>
        <a:xfrm>
          <a:off x="2540291" y="2543967"/>
          <a:ext cx="1295609" cy="1295609"/>
        </a:xfrm>
        <a:prstGeom prst="ellipse">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Display output to user</a:t>
          </a:r>
        </a:p>
      </dsp:txBody>
      <dsp:txXfrm>
        <a:off x="2730029" y="2733705"/>
        <a:ext cx="916133" cy="916133"/>
      </dsp:txXfrm>
    </dsp:sp>
    <dsp:sp modelId="{E2377B17-CD72-4932-93A3-608D1201E3FC}">
      <dsp:nvSpPr>
        <dsp:cNvPr id="0" name=""/>
        <dsp:cNvSpPr/>
      </dsp:nvSpPr>
      <dsp:spPr>
        <a:xfrm rot="17197679">
          <a:off x="3288244" y="2038623"/>
          <a:ext cx="357880" cy="437268"/>
        </a:xfrm>
        <a:prstGeom prst="rightArrow">
          <a:avLst>
            <a:gd name="adj1" fmla="val 60000"/>
            <a:gd name="adj2" fmla="val 5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latin typeface="Times New Roman" panose="02020603050405020304" pitchFamily="18" charset="0"/>
            <a:cs typeface="Times New Roman" panose="02020603050405020304" pitchFamily="18" charset="0"/>
          </a:endParaRPr>
        </a:p>
      </dsp:txBody>
      <dsp:txXfrm>
        <a:off x="3326565" y="2177514"/>
        <a:ext cx="250516" cy="262360"/>
      </dsp:txXfrm>
    </dsp:sp>
    <dsp:sp modelId="{7D2B883B-88CF-41F4-B062-6D40F0400749}">
      <dsp:nvSpPr>
        <dsp:cNvPr id="0" name=""/>
        <dsp:cNvSpPr/>
      </dsp:nvSpPr>
      <dsp:spPr>
        <a:xfrm>
          <a:off x="3104264" y="655527"/>
          <a:ext cx="1295609" cy="1295609"/>
        </a:xfrm>
        <a:prstGeom prst="ellips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IN" sz="1600" kern="1200" dirty="0">
              <a:latin typeface="Times New Roman" panose="02020603050405020304" pitchFamily="18" charset="0"/>
              <a:cs typeface="Times New Roman" panose="02020603050405020304" pitchFamily="18" charset="0"/>
            </a:rPr>
            <a:t>End</a:t>
          </a:r>
        </a:p>
      </dsp:txBody>
      <dsp:txXfrm>
        <a:off x="3294002" y="845265"/>
        <a:ext cx="916133" cy="916133"/>
      </dsp:txXfrm>
    </dsp:sp>
    <dsp:sp modelId="{F37123C1-2FDE-43BD-AFBE-1037BFF32702}">
      <dsp:nvSpPr>
        <dsp:cNvPr id="0" name=""/>
        <dsp:cNvSpPr/>
      </dsp:nvSpPr>
      <dsp:spPr>
        <a:xfrm rot="20502110">
          <a:off x="4521273" y="761228"/>
          <a:ext cx="417964" cy="437268"/>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latin typeface="Times New Roman" panose="02020603050405020304" pitchFamily="18" charset="0"/>
            <a:cs typeface="Times New Roman" panose="02020603050405020304" pitchFamily="18" charset="0"/>
          </a:endParaRPr>
        </a:p>
      </dsp:txBody>
      <dsp:txXfrm>
        <a:off x="4524443" y="868366"/>
        <a:ext cx="292575" cy="262360"/>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E8129C-9021-D70A-9019-FAA5DF1FE7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10733BD-17D1-7D73-C19A-42AC35B3F4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760792-BB18-4C8B-B3B7-C4BC827C8B5A}" type="datetimeFigureOut">
              <a:rPr lang="en-IN" smtClean="0"/>
              <a:t>12-12-2025</a:t>
            </a:fld>
            <a:endParaRPr lang="en-IN"/>
          </a:p>
        </p:txBody>
      </p:sp>
      <p:sp>
        <p:nvSpPr>
          <p:cNvPr id="4" name="Footer Placeholder 3">
            <a:extLst>
              <a:ext uri="{FF2B5EF4-FFF2-40B4-BE49-F238E27FC236}">
                <a16:creationId xmlns:a16="http://schemas.microsoft.com/office/drawing/2014/main" id="{1B3ECF95-3ECF-7D95-F625-E6BA6784A7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E5A1D6A-B1C1-8689-9241-A17DD471075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D6CCA3-E552-4F63-B13D-04A606AFBB58}" type="slidenum">
              <a:rPr lang="en-IN" smtClean="0"/>
              <a:t>‹#›</a:t>
            </a:fld>
            <a:endParaRPr lang="en-IN"/>
          </a:p>
        </p:txBody>
      </p:sp>
    </p:spTree>
    <p:extLst>
      <p:ext uri="{BB962C8B-B14F-4D97-AF65-F5344CB8AC3E}">
        <p14:creationId xmlns:p14="http://schemas.microsoft.com/office/powerpoint/2010/main" val="579486417"/>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6CE6C5-0FCB-47CE-BB72-32C5854FD4D9}" type="datetimeFigureOut">
              <a:rPr lang="en-IN" smtClean="0"/>
              <a:t>12-12-2025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1C4F81-1E87-49FC-B7A7-504CD67A5C0F}" type="slidenum">
              <a:rPr lang="en-IN" smtClean="0"/>
              <a:t>‹#›</a:t>
            </a:fld>
            <a:endParaRPr lang="en-IN"/>
          </a:p>
        </p:txBody>
      </p:sp>
    </p:spTree>
    <p:extLst>
      <p:ext uri="{BB962C8B-B14F-4D97-AF65-F5344CB8AC3E}">
        <p14:creationId xmlns:p14="http://schemas.microsoft.com/office/powerpoint/2010/main" val="178119526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www.freepik.com/"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4.xml"/><Relationship Id="rId4" Type="http://schemas.openxmlformats.org/officeDocument/2006/relationships/hyperlink" Target="http://bit.ly/2TtBDfr" TargetMode="Externa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6.xml"/><Relationship Id="rId4" Type="http://schemas.openxmlformats.org/officeDocument/2006/relationships/hyperlink" Target="http://bit.ly/2TtBDfr" TargetMode="Externa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86633" y="1766000"/>
            <a:ext cx="9418800" cy="27368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8666"/>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0" name="Google Shape;10;p2"/>
          <p:cNvSpPr txBox="1">
            <a:spLocks noGrp="1"/>
          </p:cNvSpPr>
          <p:nvPr>
            <p:ph type="subTitle" idx="1"/>
          </p:nvPr>
        </p:nvSpPr>
        <p:spPr>
          <a:xfrm>
            <a:off x="1386667" y="4502800"/>
            <a:ext cx="9418800" cy="589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21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US"/>
              <a:t>Click to edit Master subtitle style</a:t>
            </a:r>
            <a:endParaRPr/>
          </a:p>
        </p:txBody>
      </p:sp>
      <p:cxnSp>
        <p:nvCxnSpPr>
          <p:cNvPr id="11" name="Google Shape;11;p2"/>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343967" y="-96733"/>
            <a:ext cx="4063200" cy="1795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8623267" y="5247167"/>
            <a:ext cx="4063200" cy="1795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96541787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1156400" y="3155033"/>
            <a:ext cx="9879200" cy="10912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Clr>
                <a:schemeClr val="accent4"/>
              </a:buClr>
              <a:buSzPts val="3600"/>
              <a:buNone/>
              <a:defRPr sz="66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7" name="Google Shape;17;p3"/>
          <p:cNvSpPr txBox="1">
            <a:spLocks noGrp="1"/>
          </p:cNvSpPr>
          <p:nvPr>
            <p:ph type="title" idx="2" hasCustomPrompt="1"/>
          </p:nvPr>
        </p:nvSpPr>
        <p:spPr>
          <a:xfrm>
            <a:off x="4995400" y="1785551"/>
            <a:ext cx="2201200" cy="130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9333">
                <a:solidFill>
                  <a:schemeClr val="accent1"/>
                </a:solidFill>
              </a:defRPr>
            </a:lvl1pPr>
            <a:lvl2pPr lvl="1" algn="ctr" rtl="0">
              <a:spcBef>
                <a:spcPts val="0"/>
              </a:spcBef>
              <a:spcAft>
                <a:spcPts val="0"/>
              </a:spcAft>
              <a:buSzPts val="6000"/>
              <a:buNone/>
              <a:defRPr sz="8000" b="1"/>
            </a:lvl2pPr>
            <a:lvl3pPr lvl="2" algn="ctr" rtl="0">
              <a:spcBef>
                <a:spcPts val="0"/>
              </a:spcBef>
              <a:spcAft>
                <a:spcPts val="0"/>
              </a:spcAft>
              <a:buSzPts val="6000"/>
              <a:buNone/>
              <a:defRPr sz="8000" b="1"/>
            </a:lvl3pPr>
            <a:lvl4pPr lvl="3" algn="ctr" rtl="0">
              <a:spcBef>
                <a:spcPts val="0"/>
              </a:spcBef>
              <a:spcAft>
                <a:spcPts val="0"/>
              </a:spcAft>
              <a:buSzPts val="6000"/>
              <a:buNone/>
              <a:defRPr sz="8000" b="1"/>
            </a:lvl4pPr>
            <a:lvl5pPr lvl="4" algn="ctr" rtl="0">
              <a:spcBef>
                <a:spcPts val="0"/>
              </a:spcBef>
              <a:spcAft>
                <a:spcPts val="0"/>
              </a:spcAft>
              <a:buSzPts val="6000"/>
              <a:buNone/>
              <a:defRPr sz="8000" b="1"/>
            </a:lvl5pPr>
            <a:lvl6pPr lvl="5" algn="ctr" rtl="0">
              <a:spcBef>
                <a:spcPts val="0"/>
              </a:spcBef>
              <a:spcAft>
                <a:spcPts val="0"/>
              </a:spcAft>
              <a:buSzPts val="6000"/>
              <a:buNone/>
              <a:defRPr sz="8000" b="1"/>
            </a:lvl6pPr>
            <a:lvl7pPr lvl="6" algn="ctr" rtl="0">
              <a:spcBef>
                <a:spcPts val="0"/>
              </a:spcBef>
              <a:spcAft>
                <a:spcPts val="0"/>
              </a:spcAft>
              <a:buSzPts val="6000"/>
              <a:buNone/>
              <a:defRPr sz="8000" b="1"/>
            </a:lvl7pPr>
            <a:lvl8pPr lvl="7" algn="ctr" rtl="0">
              <a:spcBef>
                <a:spcPts val="0"/>
              </a:spcBef>
              <a:spcAft>
                <a:spcPts val="0"/>
              </a:spcAft>
              <a:buSzPts val="6000"/>
              <a:buNone/>
              <a:defRPr sz="8000" b="1"/>
            </a:lvl8pPr>
            <a:lvl9pPr lvl="8" algn="ctr" rtl="0">
              <a:spcBef>
                <a:spcPts val="0"/>
              </a:spcBef>
              <a:spcAft>
                <a:spcPts val="0"/>
              </a:spcAft>
              <a:buSzPts val="6000"/>
              <a:buNone/>
              <a:defRPr sz="8000" b="1"/>
            </a:lvl9pPr>
          </a:lstStyle>
          <a:p>
            <a:r>
              <a:t>xx%</a:t>
            </a:r>
          </a:p>
        </p:txBody>
      </p:sp>
      <p:sp>
        <p:nvSpPr>
          <p:cNvPr id="18" name="Google Shape;18;p3"/>
          <p:cNvSpPr txBox="1">
            <a:spLocks noGrp="1"/>
          </p:cNvSpPr>
          <p:nvPr>
            <p:ph type="subTitle" idx="1"/>
          </p:nvPr>
        </p:nvSpPr>
        <p:spPr>
          <a:xfrm>
            <a:off x="3055200" y="4407033"/>
            <a:ext cx="6081600" cy="52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cxnSp>
        <p:nvCxnSpPr>
          <p:cNvPr id="19" name="Google Shape;19;p3"/>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0" name="Google Shape;20;p3"/>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1" name="Google Shape;21;p3"/>
          <p:cNvCxnSpPr/>
          <p:nvPr/>
        </p:nvCxnSpPr>
        <p:spPr>
          <a:xfrm flipH="1">
            <a:off x="10598567" y="5306367"/>
            <a:ext cx="1838000" cy="1648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 name="Google Shape;22;p3"/>
          <p:cNvCxnSpPr/>
          <p:nvPr/>
        </p:nvCxnSpPr>
        <p:spPr>
          <a:xfrm flipH="1">
            <a:off x="-150500" y="-118267"/>
            <a:ext cx="1891600" cy="1419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325756414"/>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950967" y="593367"/>
            <a:ext cx="62820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25" name="Google Shape;25;p4"/>
          <p:cNvSpPr txBox="1">
            <a:spLocks noGrp="1"/>
          </p:cNvSpPr>
          <p:nvPr>
            <p:ph type="body" idx="1"/>
          </p:nvPr>
        </p:nvSpPr>
        <p:spPr>
          <a:xfrm>
            <a:off x="951000" y="1697233"/>
            <a:ext cx="10290000" cy="4394400"/>
          </a:xfrm>
          <a:prstGeom prst="rect">
            <a:avLst/>
          </a:prstGeom>
        </p:spPr>
        <p:txBody>
          <a:bodyPr spcFirstLastPara="1" wrap="square" lIns="91425" tIns="91425" rIns="91425" bIns="91425" anchor="t" anchorCtr="0">
            <a:noAutofit/>
          </a:bodyPr>
          <a:lstStyle>
            <a:lvl1pPr marL="609585" lvl="0" indent="-457189">
              <a:lnSpc>
                <a:spcPct val="100000"/>
              </a:lnSpc>
              <a:spcBef>
                <a:spcPts val="0"/>
              </a:spcBef>
              <a:spcAft>
                <a:spcPts val="0"/>
              </a:spcAft>
              <a:buClr>
                <a:schemeClr val="dk1"/>
              </a:buClr>
              <a:buSzPts val="1800"/>
              <a:buFont typeface="Lato"/>
              <a:buChar char="●"/>
              <a:defRPr sz="1467"/>
            </a:lvl1pPr>
            <a:lvl2pPr marL="1219170" lvl="1" indent="-423323">
              <a:spcBef>
                <a:spcPts val="0"/>
              </a:spcBef>
              <a:spcAft>
                <a:spcPts val="0"/>
              </a:spcAft>
              <a:buClr>
                <a:schemeClr val="dk1"/>
              </a:buClr>
              <a:buSzPts val="1400"/>
              <a:buFont typeface="Lato"/>
              <a:buChar char="○"/>
              <a:defRPr/>
            </a:lvl2pPr>
            <a:lvl3pPr marL="1828754" lvl="2" indent="-423323">
              <a:spcBef>
                <a:spcPts val="0"/>
              </a:spcBef>
              <a:spcAft>
                <a:spcPts val="0"/>
              </a:spcAft>
              <a:buClr>
                <a:schemeClr val="dk1"/>
              </a:buClr>
              <a:buSzPts val="1400"/>
              <a:buFont typeface="Lato"/>
              <a:buChar char="■"/>
              <a:defRPr/>
            </a:lvl3pPr>
            <a:lvl4pPr marL="2438339" lvl="3" indent="-423323">
              <a:spcBef>
                <a:spcPts val="0"/>
              </a:spcBef>
              <a:spcAft>
                <a:spcPts val="0"/>
              </a:spcAft>
              <a:buClr>
                <a:schemeClr val="dk1"/>
              </a:buClr>
              <a:buSzPts val="1400"/>
              <a:buFont typeface="Lato"/>
              <a:buChar char="●"/>
              <a:defRPr/>
            </a:lvl4pPr>
            <a:lvl5pPr marL="3047924" lvl="4" indent="-423323">
              <a:spcBef>
                <a:spcPts val="0"/>
              </a:spcBef>
              <a:spcAft>
                <a:spcPts val="0"/>
              </a:spcAft>
              <a:buClr>
                <a:schemeClr val="dk1"/>
              </a:buClr>
              <a:buSzPts val="1400"/>
              <a:buFont typeface="Lato"/>
              <a:buChar char="○"/>
              <a:defRPr/>
            </a:lvl5pPr>
            <a:lvl6pPr marL="3657509" lvl="5" indent="-423323">
              <a:spcBef>
                <a:spcPts val="0"/>
              </a:spcBef>
              <a:spcAft>
                <a:spcPts val="0"/>
              </a:spcAft>
              <a:buClr>
                <a:schemeClr val="dk1"/>
              </a:buClr>
              <a:buSzPts val="1400"/>
              <a:buFont typeface="Lato"/>
              <a:buChar char="■"/>
              <a:defRPr/>
            </a:lvl6pPr>
            <a:lvl7pPr marL="4267093" lvl="6" indent="-423323">
              <a:spcBef>
                <a:spcPts val="0"/>
              </a:spcBef>
              <a:spcAft>
                <a:spcPts val="0"/>
              </a:spcAft>
              <a:buClr>
                <a:schemeClr val="dk1"/>
              </a:buClr>
              <a:buSzPts val="1400"/>
              <a:buFont typeface="Lato"/>
              <a:buChar char="●"/>
              <a:defRPr/>
            </a:lvl7pPr>
            <a:lvl8pPr marL="4876678" lvl="7" indent="-423323">
              <a:spcBef>
                <a:spcPts val="0"/>
              </a:spcBef>
              <a:spcAft>
                <a:spcPts val="0"/>
              </a:spcAft>
              <a:buClr>
                <a:schemeClr val="dk1"/>
              </a:buClr>
              <a:buSzPts val="1400"/>
              <a:buFont typeface="Lato"/>
              <a:buChar char="○"/>
              <a:defRPr/>
            </a:lvl8pPr>
            <a:lvl9pPr marL="5486263" lvl="8" indent="-423323">
              <a:spcBef>
                <a:spcPts val="0"/>
              </a:spcBef>
              <a:spcAft>
                <a:spcPts val="0"/>
              </a:spcAft>
              <a:buClr>
                <a:schemeClr val="dk1"/>
              </a:buClr>
              <a:buSzPts val="1400"/>
              <a:buFont typeface="Lato"/>
              <a:buChar char="■"/>
              <a:defRPr/>
            </a:lvl9pPr>
          </a:lstStyle>
          <a:p>
            <a:pPr lvl="0"/>
            <a:r>
              <a:rPr lang="en-US"/>
              <a:t>Click to edit Master text styles</a:t>
            </a:r>
          </a:p>
        </p:txBody>
      </p:sp>
      <p:cxnSp>
        <p:nvCxnSpPr>
          <p:cNvPr id="26" name="Google Shape;26;p4"/>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7" name="Google Shape;27;p4"/>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8" name="Google Shape;28;p4"/>
          <p:cNvCxnSpPr/>
          <p:nvPr/>
        </p:nvCxnSpPr>
        <p:spPr>
          <a:xfrm>
            <a:off x="9179867" y="-151467"/>
            <a:ext cx="3420800" cy="17416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98132483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950967" y="593367"/>
            <a:ext cx="75748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31" name="Google Shape;31;p5"/>
          <p:cNvSpPr txBox="1">
            <a:spLocks noGrp="1"/>
          </p:cNvSpPr>
          <p:nvPr>
            <p:ph type="subTitle" idx="1"/>
          </p:nvPr>
        </p:nvSpPr>
        <p:spPr>
          <a:xfrm>
            <a:off x="6718633" y="3401932"/>
            <a:ext cx="3314800" cy="66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3200" b="1">
                <a:latin typeface="Vidaloka"/>
                <a:ea typeface="Vidaloka"/>
                <a:cs typeface="Vidaloka"/>
                <a:sym typeface="Vidaloka"/>
              </a:defRPr>
            </a:lvl2pPr>
            <a:lvl3pPr lvl="2" algn="ctr" rtl="0">
              <a:spcBef>
                <a:spcPts val="0"/>
              </a:spcBef>
              <a:spcAft>
                <a:spcPts val="0"/>
              </a:spcAft>
              <a:buSzPts val="2400"/>
              <a:buFont typeface="Vidaloka"/>
              <a:buNone/>
              <a:defRPr sz="3200" b="1">
                <a:latin typeface="Vidaloka"/>
                <a:ea typeface="Vidaloka"/>
                <a:cs typeface="Vidaloka"/>
                <a:sym typeface="Vidaloka"/>
              </a:defRPr>
            </a:lvl3pPr>
            <a:lvl4pPr lvl="3" algn="ctr" rtl="0">
              <a:spcBef>
                <a:spcPts val="0"/>
              </a:spcBef>
              <a:spcAft>
                <a:spcPts val="0"/>
              </a:spcAft>
              <a:buSzPts val="2400"/>
              <a:buFont typeface="Vidaloka"/>
              <a:buNone/>
              <a:defRPr sz="3200" b="1">
                <a:latin typeface="Vidaloka"/>
                <a:ea typeface="Vidaloka"/>
                <a:cs typeface="Vidaloka"/>
                <a:sym typeface="Vidaloka"/>
              </a:defRPr>
            </a:lvl4pPr>
            <a:lvl5pPr lvl="4" algn="ctr" rtl="0">
              <a:spcBef>
                <a:spcPts val="0"/>
              </a:spcBef>
              <a:spcAft>
                <a:spcPts val="0"/>
              </a:spcAft>
              <a:buSzPts val="2400"/>
              <a:buFont typeface="Vidaloka"/>
              <a:buNone/>
              <a:defRPr sz="3200" b="1">
                <a:latin typeface="Vidaloka"/>
                <a:ea typeface="Vidaloka"/>
                <a:cs typeface="Vidaloka"/>
                <a:sym typeface="Vidaloka"/>
              </a:defRPr>
            </a:lvl5pPr>
            <a:lvl6pPr lvl="5" algn="ctr" rtl="0">
              <a:spcBef>
                <a:spcPts val="0"/>
              </a:spcBef>
              <a:spcAft>
                <a:spcPts val="0"/>
              </a:spcAft>
              <a:buSzPts val="2400"/>
              <a:buFont typeface="Vidaloka"/>
              <a:buNone/>
              <a:defRPr sz="3200" b="1">
                <a:latin typeface="Vidaloka"/>
                <a:ea typeface="Vidaloka"/>
                <a:cs typeface="Vidaloka"/>
                <a:sym typeface="Vidaloka"/>
              </a:defRPr>
            </a:lvl6pPr>
            <a:lvl7pPr lvl="6" algn="ctr" rtl="0">
              <a:spcBef>
                <a:spcPts val="0"/>
              </a:spcBef>
              <a:spcAft>
                <a:spcPts val="0"/>
              </a:spcAft>
              <a:buSzPts val="2400"/>
              <a:buFont typeface="Vidaloka"/>
              <a:buNone/>
              <a:defRPr sz="3200" b="1">
                <a:latin typeface="Vidaloka"/>
                <a:ea typeface="Vidaloka"/>
                <a:cs typeface="Vidaloka"/>
                <a:sym typeface="Vidaloka"/>
              </a:defRPr>
            </a:lvl7pPr>
            <a:lvl8pPr lvl="7" algn="ctr" rtl="0">
              <a:spcBef>
                <a:spcPts val="0"/>
              </a:spcBef>
              <a:spcAft>
                <a:spcPts val="0"/>
              </a:spcAft>
              <a:buSzPts val="2400"/>
              <a:buFont typeface="Vidaloka"/>
              <a:buNone/>
              <a:defRPr sz="3200" b="1">
                <a:latin typeface="Vidaloka"/>
                <a:ea typeface="Vidaloka"/>
                <a:cs typeface="Vidaloka"/>
                <a:sym typeface="Vidaloka"/>
              </a:defRPr>
            </a:lvl8pPr>
            <a:lvl9pPr lvl="8" algn="ctr" rtl="0">
              <a:spcBef>
                <a:spcPts val="0"/>
              </a:spcBef>
              <a:spcAft>
                <a:spcPts val="0"/>
              </a:spcAft>
              <a:buSzPts val="2400"/>
              <a:buFont typeface="Vidaloka"/>
              <a:buNone/>
              <a:defRPr sz="3200" b="1">
                <a:latin typeface="Vidaloka"/>
                <a:ea typeface="Vidaloka"/>
                <a:cs typeface="Vidaloka"/>
                <a:sym typeface="Vidaloka"/>
              </a:defRPr>
            </a:lvl9pPr>
          </a:lstStyle>
          <a:p>
            <a:r>
              <a:rPr lang="en-US"/>
              <a:t>Click to edit Master subtitle style</a:t>
            </a:r>
            <a:endParaRPr/>
          </a:p>
        </p:txBody>
      </p:sp>
      <p:sp>
        <p:nvSpPr>
          <p:cNvPr id="32" name="Google Shape;32;p5"/>
          <p:cNvSpPr txBox="1">
            <a:spLocks noGrp="1"/>
          </p:cNvSpPr>
          <p:nvPr>
            <p:ph type="subTitle" idx="2"/>
          </p:nvPr>
        </p:nvSpPr>
        <p:spPr>
          <a:xfrm>
            <a:off x="6718633" y="3948267"/>
            <a:ext cx="3314800" cy="120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3" name="Google Shape;33;p5"/>
          <p:cNvSpPr txBox="1">
            <a:spLocks noGrp="1"/>
          </p:cNvSpPr>
          <p:nvPr>
            <p:ph type="subTitle" idx="3"/>
          </p:nvPr>
        </p:nvSpPr>
        <p:spPr>
          <a:xfrm>
            <a:off x="2257567" y="3401932"/>
            <a:ext cx="3314800" cy="668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SzPts val="2400"/>
              <a:buFont typeface="Vidaloka"/>
              <a:buNone/>
              <a:defRPr sz="3200" b="1">
                <a:latin typeface="Vidaloka"/>
                <a:ea typeface="Vidaloka"/>
                <a:cs typeface="Vidaloka"/>
                <a:sym typeface="Vidaloka"/>
              </a:defRPr>
            </a:lvl2pPr>
            <a:lvl3pPr lvl="2" algn="ctr" rtl="0">
              <a:spcBef>
                <a:spcPts val="0"/>
              </a:spcBef>
              <a:spcAft>
                <a:spcPts val="0"/>
              </a:spcAft>
              <a:buSzPts val="2400"/>
              <a:buFont typeface="Vidaloka"/>
              <a:buNone/>
              <a:defRPr sz="3200" b="1">
                <a:latin typeface="Vidaloka"/>
                <a:ea typeface="Vidaloka"/>
                <a:cs typeface="Vidaloka"/>
                <a:sym typeface="Vidaloka"/>
              </a:defRPr>
            </a:lvl3pPr>
            <a:lvl4pPr lvl="3" algn="ctr" rtl="0">
              <a:spcBef>
                <a:spcPts val="0"/>
              </a:spcBef>
              <a:spcAft>
                <a:spcPts val="0"/>
              </a:spcAft>
              <a:buSzPts val="2400"/>
              <a:buFont typeface="Vidaloka"/>
              <a:buNone/>
              <a:defRPr sz="3200" b="1">
                <a:latin typeface="Vidaloka"/>
                <a:ea typeface="Vidaloka"/>
                <a:cs typeface="Vidaloka"/>
                <a:sym typeface="Vidaloka"/>
              </a:defRPr>
            </a:lvl4pPr>
            <a:lvl5pPr lvl="4" algn="ctr" rtl="0">
              <a:spcBef>
                <a:spcPts val="0"/>
              </a:spcBef>
              <a:spcAft>
                <a:spcPts val="0"/>
              </a:spcAft>
              <a:buSzPts val="2400"/>
              <a:buFont typeface="Vidaloka"/>
              <a:buNone/>
              <a:defRPr sz="3200" b="1">
                <a:latin typeface="Vidaloka"/>
                <a:ea typeface="Vidaloka"/>
                <a:cs typeface="Vidaloka"/>
                <a:sym typeface="Vidaloka"/>
              </a:defRPr>
            </a:lvl5pPr>
            <a:lvl6pPr lvl="5" algn="ctr" rtl="0">
              <a:spcBef>
                <a:spcPts val="0"/>
              </a:spcBef>
              <a:spcAft>
                <a:spcPts val="0"/>
              </a:spcAft>
              <a:buSzPts val="2400"/>
              <a:buFont typeface="Vidaloka"/>
              <a:buNone/>
              <a:defRPr sz="3200" b="1">
                <a:latin typeface="Vidaloka"/>
                <a:ea typeface="Vidaloka"/>
                <a:cs typeface="Vidaloka"/>
                <a:sym typeface="Vidaloka"/>
              </a:defRPr>
            </a:lvl6pPr>
            <a:lvl7pPr lvl="6" algn="ctr" rtl="0">
              <a:spcBef>
                <a:spcPts val="0"/>
              </a:spcBef>
              <a:spcAft>
                <a:spcPts val="0"/>
              </a:spcAft>
              <a:buSzPts val="2400"/>
              <a:buFont typeface="Vidaloka"/>
              <a:buNone/>
              <a:defRPr sz="3200" b="1">
                <a:latin typeface="Vidaloka"/>
                <a:ea typeface="Vidaloka"/>
                <a:cs typeface="Vidaloka"/>
                <a:sym typeface="Vidaloka"/>
              </a:defRPr>
            </a:lvl7pPr>
            <a:lvl8pPr lvl="7" algn="ctr" rtl="0">
              <a:spcBef>
                <a:spcPts val="0"/>
              </a:spcBef>
              <a:spcAft>
                <a:spcPts val="0"/>
              </a:spcAft>
              <a:buSzPts val="2400"/>
              <a:buFont typeface="Vidaloka"/>
              <a:buNone/>
              <a:defRPr sz="3200" b="1">
                <a:latin typeface="Vidaloka"/>
                <a:ea typeface="Vidaloka"/>
                <a:cs typeface="Vidaloka"/>
                <a:sym typeface="Vidaloka"/>
              </a:defRPr>
            </a:lvl8pPr>
            <a:lvl9pPr lvl="8" algn="ctr" rtl="0">
              <a:spcBef>
                <a:spcPts val="0"/>
              </a:spcBef>
              <a:spcAft>
                <a:spcPts val="0"/>
              </a:spcAft>
              <a:buSzPts val="2400"/>
              <a:buFont typeface="Vidaloka"/>
              <a:buNone/>
              <a:defRPr sz="3200" b="1">
                <a:latin typeface="Vidaloka"/>
                <a:ea typeface="Vidaloka"/>
                <a:cs typeface="Vidaloka"/>
                <a:sym typeface="Vidaloka"/>
              </a:defRPr>
            </a:lvl9pPr>
          </a:lstStyle>
          <a:p>
            <a:r>
              <a:rPr lang="en-US"/>
              <a:t>Click to edit Master subtitle style</a:t>
            </a:r>
            <a:endParaRPr/>
          </a:p>
        </p:txBody>
      </p:sp>
      <p:sp>
        <p:nvSpPr>
          <p:cNvPr id="34" name="Google Shape;34;p5"/>
          <p:cNvSpPr txBox="1">
            <a:spLocks noGrp="1"/>
          </p:cNvSpPr>
          <p:nvPr>
            <p:ph type="subTitle" idx="4"/>
          </p:nvPr>
        </p:nvSpPr>
        <p:spPr>
          <a:xfrm>
            <a:off x="2257567" y="3948267"/>
            <a:ext cx="3314800" cy="120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cxnSp>
        <p:nvCxnSpPr>
          <p:cNvPr id="35" name="Google Shape;35;p5"/>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6" name="Google Shape;36;p5"/>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7" name="Google Shape;37;p5"/>
          <p:cNvCxnSpPr/>
          <p:nvPr/>
        </p:nvCxnSpPr>
        <p:spPr>
          <a:xfrm flipH="1">
            <a:off x="9247667" y="5241767"/>
            <a:ext cx="3399200" cy="1806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12891892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950967" y="593367"/>
            <a:ext cx="102900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cxnSp>
        <p:nvCxnSpPr>
          <p:cNvPr id="40" name="Google Shape;40;p6"/>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1" name="Google Shape;41;p6"/>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204066925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2"/>
        <p:cNvGrpSpPr/>
        <p:nvPr/>
      </p:nvGrpSpPr>
      <p:grpSpPr>
        <a:xfrm>
          <a:off x="0" y="0"/>
          <a:ext cx="0" cy="0"/>
          <a:chOff x="0" y="0"/>
          <a:chExt cx="0" cy="0"/>
        </a:xfrm>
      </p:grpSpPr>
      <p:sp>
        <p:nvSpPr>
          <p:cNvPr id="43" name="Google Shape;43;p7"/>
          <p:cNvSpPr txBox="1">
            <a:spLocks noGrp="1"/>
          </p:cNvSpPr>
          <p:nvPr>
            <p:ph type="subTitle" idx="1"/>
          </p:nvPr>
        </p:nvSpPr>
        <p:spPr>
          <a:xfrm>
            <a:off x="2996667" y="1910733"/>
            <a:ext cx="2450800" cy="47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b="1">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b="1">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b="1">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b="1">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b="1">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b="1">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b="1">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b="1">
                <a:solidFill>
                  <a:schemeClr val="accent1"/>
                </a:solidFill>
                <a:latin typeface="Vidaloka"/>
                <a:ea typeface="Vidaloka"/>
                <a:cs typeface="Vidaloka"/>
                <a:sym typeface="Vidaloka"/>
              </a:defRPr>
            </a:lvl9pPr>
          </a:lstStyle>
          <a:p>
            <a:r>
              <a:rPr lang="en-US"/>
              <a:t>Click to edit Master subtitle style</a:t>
            </a:r>
            <a:endParaRPr/>
          </a:p>
        </p:txBody>
      </p:sp>
      <p:sp>
        <p:nvSpPr>
          <p:cNvPr id="44" name="Google Shape;44;p7"/>
          <p:cNvSpPr txBox="1">
            <a:spLocks noGrp="1"/>
          </p:cNvSpPr>
          <p:nvPr>
            <p:ph type="subTitle" idx="2"/>
          </p:nvPr>
        </p:nvSpPr>
        <p:spPr>
          <a:xfrm>
            <a:off x="2996667" y="2386733"/>
            <a:ext cx="6880400" cy="3672000"/>
          </a:xfrm>
          <a:prstGeom prst="rect">
            <a:avLst/>
          </a:prstGeom>
        </p:spPr>
        <p:txBody>
          <a:bodyPr spcFirstLastPara="1" wrap="square" lIns="91425" tIns="91425" rIns="91425" bIns="91425" anchor="t" anchorCtr="0">
            <a:noAutofit/>
          </a:bodyPr>
          <a:lstStyle>
            <a:lvl1pPr marR="67732" lvl="0" rtl="0">
              <a:lnSpc>
                <a:spcPct val="166000"/>
              </a:lnSpc>
              <a:spcBef>
                <a:spcPts val="0"/>
              </a:spcBef>
              <a:spcAft>
                <a:spcPts val="0"/>
              </a:spcAft>
              <a:buClr>
                <a:schemeClr val="accent1"/>
              </a:buClr>
              <a:buSzPts val="1400"/>
              <a:buChar char="●"/>
              <a:defRPr sz="1867">
                <a:solidFill>
                  <a:srgbClr val="374957"/>
                </a:solidFill>
              </a:defRPr>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r>
              <a:rPr lang="en-US"/>
              <a:t>Click to edit Master subtitle style</a:t>
            </a:r>
            <a:endParaRPr/>
          </a:p>
        </p:txBody>
      </p:sp>
      <p:sp>
        <p:nvSpPr>
          <p:cNvPr id="45" name="Google Shape;45;p7"/>
          <p:cNvSpPr txBox="1">
            <a:spLocks noGrp="1"/>
          </p:cNvSpPr>
          <p:nvPr>
            <p:ph type="title"/>
          </p:nvPr>
        </p:nvSpPr>
        <p:spPr>
          <a:xfrm>
            <a:off x="950967" y="593367"/>
            <a:ext cx="57296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46" name="Google Shape;46;p7"/>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7" name="Google Shape;47;p7"/>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157588632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1496667" y="1430667"/>
            <a:ext cx="9198800" cy="3808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128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r>
              <a:rPr lang="en-US"/>
              <a:t>Click to edit Master title style</a:t>
            </a:r>
            <a:endParaRPr/>
          </a:p>
        </p:txBody>
      </p:sp>
      <p:cxnSp>
        <p:nvCxnSpPr>
          <p:cNvPr id="50" name="Google Shape;50;p8"/>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51" name="Google Shape;51;p8"/>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52" name="Google Shape;52;p8"/>
          <p:cNvCxnSpPr/>
          <p:nvPr/>
        </p:nvCxnSpPr>
        <p:spPr>
          <a:xfrm flipH="1">
            <a:off x="9457667" y="5246767"/>
            <a:ext cx="3110400" cy="1796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3" name="Google Shape;53;p8"/>
          <p:cNvCxnSpPr/>
          <p:nvPr/>
        </p:nvCxnSpPr>
        <p:spPr>
          <a:xfrm flipH="1">
            <a:off x="-560600" y="-162133"/>
            <a:ext cx="3110400" cy="1796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43778872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1194600" y="2242667"/>
            <a:ext cx="5129600" cy="317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867"/>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r>
              <a:rPr lang="en-US"/>
              <a:t>Click to edit Master subtitle style</a:t>
            </a:r>
            <a:endParaRPr/>
          </a:p>
        </p:txBody>
      </p:sp>
      <p:sp>
        <p:nvSpPr>
          <p:cNvPr id="56" name="Google Shape;56;p9"/>
          <p:cNvSpPr txBox="1">
            <a:spLocks noGrp="1"/>
          </p:cNvSpPr>
          <p:nvPr>
            <p:ph type="title"/>
          </p:nvPr>
        </p:nvSpPr>
        <p:spPr>
          <a:xfrm>
            <a:off x="950967" y="593367"/>
            <a:ext cx="75732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57" name="Google Shape;57;p9"/>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7900600" y="3730000"/>
            <a:ext cx="4504000" cy="3289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90097722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0"/>
        <p:cNvGrpSpPr/>
        <p:nvPr/>
      </p:nvGrpSpPr>
      <p:grpSpPr>
        <a:xfrm>
          <a:off x="0" y="0"/>
          <a:ext cx="0" cy="0"/>
          <a:chOff x="0" y="0"/>
          <a:chExt cx="0" cy="0"/>
        </a:xfrm>
      </p:grpSpPr>
      <p:sp>
        <p:nvSpPr>
          <p:cNvPr id="61" name="Google Shape;61;p10"/>
          <p:cNvSpPr txBox="1">
            <a:spLocks noGrp="1"/>
          </p:cNvSpPr>
          <p:nvPr>
            <p:ph type="body" idx="1"/>
          </p:nvPr>
        </p:nvSpPr>
        <p:spPr>
          <a:xfrm>
            <a:off x="950967" y="589236"/>
            <a:ext cx="4742800" cy="1303600"/>
          </a:xfrm>
          <a:prstGeom prst="rect">
            <a:avLst/>
          </a:prstGeom>
        </p:spPr>
        <p:txBody>
          <a:bodyPr spcFirstLastPara="1" wrap="square" lIns="91425" tIns="91425" rIns="91425" bIns="91425" anchor="t" anchorCtr="0">
            <a:noAutofit/>
          </a:bodyPr>
          <a:lstStyle>
            <a:lvl1pPr marL="609585" lvl="0" indent="-304792">
              <a:lnSpc>
                <a:spcPct val="100000"/>
              </a:lnSpc>
              <a:spcBef>
                <a:spcPts val="0"/>
              </a:spcBef>
              <a:spcAft>
                <a:spcPts val="0"/>
              </a:spcAft>
              <a:buSzPts val="1800"/>
              <a:buNone/>
              <a:defRPr sz="4000">
                <a:latin typeface="Vidaloka"/>
                <a:ea typeface="Vidaloka"/>
                <a:cs typeface="Vidaloka"/>
                <a:sym typeface="Vidaloka"/>
              </a:defRPr>
            </a:lvl1pPr>
          </a:lstStyle>
          <a:p>
            <a:pPr lvl="0"/>
            <a:r>
              <a:rPr lang="en-US"/>
              <a:t>Click to edit Master text styles</a:t>
            </a:r>
          </a:p>
        </p:txBody>
      </p:sp>
      <p:cxnSp>
        <p:nvCxnSpPr>
          <p:cNvPr id="62" name="Google Shape;62;p10"/>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63" name="Google Shape;63;p10"/>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64" name="Google Shape;64;p10"/>
          <p:cNvCxnSpPr/>
          <p:nvPr/>
        </p:nvCxnSpPr>
        <p:spPr>
          <a:xfrm rot="10800000" flipH="1">
            <a:off x="8193300" y="4138300"/>
            <a:ext cx="4157600" cy="29348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312106383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5"/>
        <p:cNvGrpSpPr/>
        <p:nvPr/>
      </p:nvGrpSpPr>
      <p:grpSpPr>
        <a:xfrm>
          <a:off x="0" y="0"/>
          <a:ext cx="0" cy="0"/>
          <a:chOff x="0" y="0"/>
          <a:chExt cx="0" cy="0"/>
        </a:xfrm>
      </p:grpSpPr>
      <p:sp>
        <p:nvSpPr>
          <p:cNvPr id="66" name="Google Shape;66;p11"/>
          <p:cNvSpPr txBox="1">
            <a:spLocks noGrp="1"/>
          </p:cNvSpPr>
          <p:nvPr>
            <p:ph type="title" hasCustomPrompt="1"/>
          </p:nvPr>
        </p:nvSpPr>
        <p:spPr>
          <a:xfrm>
            <a:off x="950967" y="1793817"/>
            <a:ext cx="10290000" cy="21924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0"/>
              <a:buNone/>
              <a:defRPr sz="16000">
                <a:solidFill>
                  <a:schemeClr val="accent1"/>
                </a:solidFill>
              </a:defRPr>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67" name="Google Shape;67;p11"/>
          <p:cNvSpPr txBox="1">
            <a:spLocks noGrp="1"/>
          </p:cNvSpPr>
          <p:nvPr>
            <p:ph type="subTitle" idx="1"/>
          </p:nvPr>
        </p:nvSpPr>
        <p:spPr>
          <a:xfrm>
            <a:off x="2019100" y="4251531"/>
            <a:ext cx="8160400" cy="500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2133"/>
            </a:lvl1pPr>
            <a:lvl2pPr lvl="1" algn="ctr">
              <a:spcBef>
                <a:spcPts val="0"/>
              </a:spcBef>
              <a:spcAft>
                <a:spcPts val="0"/>
              </a:spcAft>
              <a:buSzPts val="1600"/>
              <a:buNone/>
              <a:defRPr sz="2133"/>
            </a:lvl2pPr>
            <a:lvl3pPr lvl="2" algn="ctr">
              <a:spcBef>
                <a:spcPts val="0"/>
              </a:spcBef>
              <a:spcAft>
                <a:spcPts val="0"/>
              </a:spcAft>
              <a:buSzPts val="1600"/>
              <a:buNone/>
              <a:defRPr sz="2133"/>
            </a:lvl3pPr>
            <a:lvl4pPr lvl="3" algn="ctr">
              <a:spcBef>
                <a:spcPts val="0"/>
              </a:spcBef>
              <a:spcAft>
                <a:spcPts val="0"/>
              </a:spcAft>
              <a:buSzPts val="1600"/>
              <a:buNone/>
              <a:defRPr sz="2133"/>
            </a:lvl4pPr>
            <a:lvl5pPr lvl="4" algn="ctr">
              <a:spcBef>
                <a:spcPts val="0"/>
              </a:spcBef>
              <a:spcAft>
                <a:spcPts val="0"/>
              </a:spcAft>
              <a:buSzPts val="1600"/>
              <a:buNone/>
              <a:defRPr sz="2133"/>
            </a:lvl5pPr>
            <a:lvl6pPr lvl="5" algn="ctr">
              <a:spcBef>
                <a:spcPts val="0"/>
              </a:spcBef>
              <a:spcAft>
                <a:spcPts val="0"/>
              </a:spcAft>
              <a:buSzPts val="1600"/>
              <a:buNone/>
              <a:defRPr sz="2133"/>
            </a:lvl6pPr>
            <a:lvl7pPr lvl="6" algn="ctr">
              <a:spcBef>
                <a:spcPts val="0"/>
              </a:spcBef>
              <a:spcAft>
                <a:spcPts val="0"/>
              </a:spcAft>
              <a:buSzPts val="1600"/>
              <a:buNone/>
              <a:defRPr sz="2133"/>
            </a:lvl7pPr>
            <a:lvl8pPr lvl="7" algn="ctr">
              <a:spcBef>
                <a:spcPts val="0"/>
              </a:spcBef>
              <a:spcAft>
                <a:spcPts val="0"/>
              </a:spcAft>
              <a:buSzPts val="1600"/>
              <a:buNone/>
              <a:defRPr sz="2133"/>
            </a:lvl8pPr>
            <a:lvl9pPr lvl="8" algn="ctr">
              <a:spcBef>
                <a:spcPts val="0"/>
              </a:spcBef>
              <a:spcAft>
                <a:spcPts val="0"/>
              </a:spcAft>
              <a:buSzPts val="1600"/>
              <a:buNone/>
              <a:defRPr sz="2133"/>
            </a:lvl9pPr>
          </a:lstStyle>
          <a:p>
            <a:r>
              <a:rPr lang="en-US"/>
              <a:t>Click to edit Master subtitle style</a:t>
            </a:r>
            <a:endParaRPr/>
          </a:p>
        </p:txBody>
      </p:sp>
      <p:cxnSp>
        <p:nvCxnSpPr>
          <p:cNvPr id="68" name="Google Shape;68;p11"/>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69" name="Google Shape;69;p11"/>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70" name="Google Shape;70;p11"/>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1" name="Google Shape;71;p11"/>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99170194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2"/>
        <p:cNvGrpSpPr/>
        <p:nvPr/>
      </p:nvGrpSpPr>
      <p:grpSpPr>
        <a:xfrm>
          <a:off x="0" y="0"/>
          <a:ext cx="0" cy="0"/>
          <a:chOff x="0" y="0"/>
          <a:chExt cx="0" cy="0"/>
        </a:xfrm>
      </p:grpSpPr>
    </p:spTree>
    <p:extLst>
      <p:ext uri="{BB962C8B-B14F-4D97-AF65-F5344CB8AC3E}">
        <p14:creationId xmlns:p14="http://schemas.microsoft.com/office/powerpoint/2010/main" val="3073798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950967" y="593367"/>
            <a:ext cx="47784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75" name="Google Shape;75;p13"/>
          <p:cNvSpPr txBox="1">
            <a:spLocks noGrp="1"/>
          </p:cNvSpPr>
          <p:nvPr>
            <p:ph type="subTitle" idx="1"/>
          </p:nvPr>
        </p:nvSpPr>
        <p:spPr>
          <a:xfrm>
            <a:off x="6668000" y="2590567"/>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76" name="Google Shape;76;p13"/>
          <p:cNvSpPr txBox="1">
            <a:spLocks noGrp="1"/>
          </p:cNvSpPr>
          <p:nvPr>
            <p:ph type="subTitle" idx="2"/>
          </p:nvPr>
        </p:nvSpPr>
        <p:spPr>
          <a:xfrm>
            <a:off x="6668000" y="3006800"/>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77" name="Google Shape;77;p13"/>
          <p:cNvSpPr txBox="1">
            <a:spLocks noGrp="1"/>
          </p:cNvSpPr>
          <p:nvPr>
            <p:ph type="subTitle" idx="3"/>
          </p:nvPr>
        </p:nvSpPr>
        <p:spPr>
          <a:xfrm>
            <a:off x="2206933" y="2590567"/>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78" name="Google Shape;78;p13"/>
          <p:cNvSpPr txBox="1">
            <a:spLocks noGrp="1"/>
          </p:cNvSpPr>
          <p:nvPr>
            <p:ph type="subTitle" idx="4"/>
          </p:nvPr>
        </p:nvSpPr>
        <p:spPr>
          <a:xfrm>
            <a:off x="2206933" y="3006800"/>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79" name="Google Shape;79;p13"/>
          <p:cNvSpPr txBox="1">
            <a:spLocks noGrp="1"/>
          </p:cNvSpPr>
          <p:nvPr>
            <p:ph type="subTitle" idx="5"/>
          </p:nvPr>
        </p:nvSpPr>
        <p:spPr>
          <a:xfrm>
            <a:off x="6668000" y="4965267"/>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80" name="Google Shape;80;p13"/>
          <p:cNvSpPr txBox="1">
            <a:spLocks noGrp="1"/>
          </p:cNvSpPr>
          <p:nvPr>
            <p:ph type="subTitle" idx="6"/>
          </p:nvPr>
        </p:nvSpPr>
        <p:spPr>
          <a:xfrm>
            <a:off x="6668000" y="5381500"/>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81" name="Google Shape;81;p13"/>
          <p:cNvSpPr txBox="1">
            <a:spLocks noGrp="1"/>
          </p:cNvSpPr>
          <p:nvPr>
            <p:ph type="subTitle" idx="7"/>
          </p:nvPr>
        </p:nvSpPr>
        <p:spPr>
          <a:xfrm>
            <a:off x="2206933" y="4965267"/>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82" name="Google Shape;82;p13"/>
          <p:cNvSpPr txBox="1">
            <a:spLocks noGrp="1"/>
          </p:cNvSpPr>
          <p:nvPr>
            <p:ph type="subTitle" idx="8"/>
          </p:nvPr>
        </p:nvSpPr>
        <p:spPr>
          <a:xfrm>
            <a:off x="2207000" y="5381500"/>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83" name="Google Shape;83;p13"/>
          <p:cNvSpPr txBox="1">
            <a:spLocks noGrp="1"/>
          </p:cNvSpPr>
          <p:nvPr>
            <p:ph type="title" idx="9" hasCustomPrompt="1"/>
          </p:nvPr>
        </p:nvSpPr>
        <p:spPr>
          <a:xfrm>
            <a:off x="3171533" y="1738117"/>
            <a:ext cx="1385600" cy="89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5067">
                <a:solidFill>
                  <a:schemeClr val="accent1"/>
                </a:solidFill>
              </a:defRPr>
            </a:lvl1pPr>
            <a:lvl2pPr lvl="1" algn="ctr" rtl="0">
              <a:spcBef>
                <a:spcPts val="0"/>
              </a:spcBef>
              <a:spcAft>
                <a:spcPts val="0"/>
              </a:spcAft>
              <a:buClr>
                <a:schemeClr val="dk2"/>
              </a:buClr>
              <a:buSzPts val="4000"/>
              <a:buNone/>
              <a:defRPr sz="5333">
                <a:solidFill>
                  <a:schemeClr val="dk2"/>
                </a:solidFill>
              </a:defRPr>
            </a:lvl2pPr>
            <a:lvl3pPr lvl="2" algn="ctr" rtl="0">
              <a:spcBef>
                <a:spcPts val="0"/>
              </a:spcBef>
              <a:spcAft>
                <a:spcPts val="0"/>
              </a:spcAft>
              <a:buClr>
                <a:schemeClr val="dk2"/>
              </a:buClr>
              <a:buSzPts val="4000"/>
              <a:buNone/>
              <a:defRPr sz="5333">
                <a:solidFill>
                  <a:schemeClr val="dk2"/>
                </a:solidFill>
              </a:defRPr>
            </a:lvl3pPr>
            <a:lvl4pPr lvl="3" algn="ctr" rtl="0">
              <a:spcBef>
                <a:spcPts val="0"/>
              </a:spcBef>
              <a:spcAft>
                <a:spcPts val="0"/>
              </a:spcAft>
              <a:buClr>
                <a:schemeClr val="dk2"/>
              </a:buClr>
              <a:buSzPts val="4000"/>
              <a:buNone/>
              <a:defRPr sz="5333">
                <a:solidFill>
                  <a:schemeClr val="dk2"/>
                </a:solidFill>
              </a:defRPr>
            </a:lvl4pPr>
            <a:lvl5pPr lvl="4" algn="ctr" rtl="0">
              <a:spcBef>
                <a:spcPts val="0"/>
              </a:spcBef>
              <a:spcAft>
                <a:spcPts val="0"/>
              </a:spcAft>
              <a:buClr>
                <a:schemeClr val="dk2"/>
              </a:buClr>
              <a:buSzPts val="4000"/>
              <a:buNone/>
              <a:defRPr sz="5333">
                <a:solidFill>
                  <a:schemeClr val="dk2"/>
                </a:solidFill>
              </a:defRPr>
            </a:lvl5pPr>
            <a:lvl6pPr lvl="5" algn="ctr" rtl="0">
              <a:spcBef>
                <a:spcPts val="0"/>
              </a:spcBef>
              <a:spcAft>
                <a:spcPts val="0"/>
              </a:spcAft>
              <a:buClr>
                <a:schemeClr val="dk2"/>
              </a:buClr>
              <a:buSzPts val="4000"/>
              <a:buNone/>
              <a:defRPr sz="5333">
                <a:solidFill>
                  <a:schemeClr val="dk2"/>
                </a:solidFill>
              </a:defRPr>
            </a:lvl6pPr>
            <a:lvl7pPr lvl="6" algn="ctr" rtl="0">
              <a:spcBef>
                <a:spcPts val="0"/>
              </a:spcBef>
              <a:spcAft>
                <a:spcPts val="0"/>
              </a:spcAft>
              <a:buClr>
                <a:schemeClr val="dk2"/>
              </a:buClr>
              <a:buSzPts val="4000"/>
              <a:buNone/>
              <a:defRPr sz="5333">
                <a:solidFill>
                  <a:schemeClr val="dk2"/>
                </a:solidFill>
              </a:defRPr>
            </a:lvl7pPr>
            <a:lvl8pPr lvl="7" algn="ctr" rtl="0">
              <a:spcBef>
                <a:spcPts val="0"/>
              </a:spcBef>
              <a:spcAft>
                <a:spcPts val="0"/>
              </a:spcAft>
              <a:buClr>
                <a:schemeClr val="dk2"/>
              </a:buClr>
              <a:buSzPts val="4000"/>
              <a:buNone/>
              <a:defRPr sz="5333">
                <a:solidFill>
                  <a:schemeClr val="dk2"/>
                </a:solidFill>
              </a:defRPr>
            </a:lvl8pPr>
            <a:lvl9pPr lvl="8" algn="ctr" rtl="0">
              <a:spcBef>
                <a:spcPts val="0"/>
              </a:spcBef>
              <a:spcAft>
                <a:spcPts val="0"/>
              </a:spcAft>
              <a:buClr>
                <a:schemeClr val="dk2"/>
              </a:buClr>
              <a:buSzPts val="4000"/>
              <a:buNone/>
              <a:defRPr sz="5333">
                <a:solidFill>
                  <a:schemeClr val="dk2"/>
                </a:solidFill>
              </a:defRPr>
            </a:lvl9pPr>
          </a:lstStyle>
          <a:p>
            <a:r>
              <a:t>xx%</a:t>
            </a:r>
          </a:p>
        </p:txBody>
      </p:sp>
      <p:sp>
        <p:nvSpPr>
          <p:cNvPr id="84" name="Google Shape;84;p13"/>
          <p:cNvSpPr txBox="1">
            <a:spLocks noGrp="1"/>
          </p:cNvSpPr>
          <p:nvPr>
            <p:ph type="title" idx="13" hasCustomPrompt="1"/>
          </p:nvPr>
        </p:nvSpPr>
        <p:spPr>
          <a:xfrm>
            <a:off x="7632600" y="1738117"/>
            <a:ext cx="1385600" cy="89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5067">
                <a:solidFill>
                  <a:schemeClr val="accent1"/>
                </a:solidFill>
              </a:defRPr>
            </a:lvl1pPr>
            <a:lvl2pPr lvl="1" algn="ctr" rtl="0">
              <a:spcBef>
                <a:spcPts val="0"/>
              </a:spcBef>
              <a:spcAft>
                <a:spcPts val="0"/>
              </a:spcAft>
              <a:buClr>
                <a:schemeClr val="dk2"/>
              </a:buClr>
              <a:buSzPts val="4000"/>
              <a:buNone/>
              <a:defRPr sz="5333">
                <a:solidFill>
                  <a:schemeClr val="dk2"/>
                </a:solidFill>
              </a:defRPr>
            </a:lvl2pPr>
            <a:lvl3pPr lvl="2" algn="ctr" rtl="0">
              <a:spcBef>
                <a:spcPts val="0"/>
              </a:spcBef>
              <a:spcAft>
                <a:spcPts val="0"/>
              </a:spcAft>
              <a:buClr>
                <a:schemeClr val="dk2"/>
              </a:buClr>
              <a:buSzPts val="4000"/>
              <a:buNone/>
              <a:defRPr sz="5333">
                <a:solidFill>
                  <a:schemeClr val="dk2"/>
                </a:solidFill>
              </a:defRPr>
            </a:lvl3pPr>
            <a:lvl4pPr lvl="3" algn="ctr" rtl="0">
              <a:spcBef>
                <a:spcPts val="0"/>
              </a:spcBef>
              <a:spcAft>
                <a:spcPts val="0"/>
              </a:spcAft>
              <a:buClr>
                <a:schemeClr val="dk2"/>
              </a:buClr>
              <a:buSzPts val="4000"/>
              <a:buNone/>
              <a:defRPr sz="5333">
                <a:solidFill>
                  <a:schemeClr val="dk2"/>
                </a:solidFill>
              </a:defRPr>
            </a:lvl4pPr>
            <a:lvl5pPr lvl="4" algn="ctr" rtl="0">
              <a:spcBef>
                <a:spcPts val="0"/>
              </a:spcBef>
              <a:spcAft>
                <a:spcPts val="0"/>
              </a:spcAft>
              <a:buClr>
                <a:schemeClr val="dk2"/>
              </a:buClr>
              <a:buSzPts val="4000"/>
              <a:buNone/>
              <a:defRPr sz="5333">
                <a:solidFill>
                  <a:schemeClr val="dk2"/>
                </a:solidFill>
              </a:defRPr>
            </a:lvl5pPr>
            <a:lvl6pPr lvl="5" algn="ctr" rtl="0">
              <a:spcBef>
                <a:spcPts val="0"/>
              </a:spcBef>
              <a:spcAft>
                <a:spcPts val="0"/>
              </a:spcAft>
              <a:buClr>
                <a:schemeClr val="dk2"/>
              </a:buClr>
              <a:buSzPts val="4000"/>
              <a:buNone/>
              <a:defRPr sz="5333">
                <a:solidFill>
                  <a:schemeClr val="dk2"/>
                </a:solidFill>
              </a:defRPr>
            </a:lvl6pPr>
            <a:lvl7pPr lvl="6" algn="ctr" rtl="0">
              <a:spcBef>
                <a:spcPts val="0"/>
              </a:spcBef>
              <a:spcAft>
                <a:spcPts val="0"/>
              </a:spcAft>
              <a:buClr>
                <a:schemeClr val="dk2"/>
              </a:buClr>
              <a:buSzPts val="4000"/>
              <a:buNone/>
              <a:defRPr sz="5333">
                <a:solidFill>
                  <a:schemeClr val="dk2"/>
                </a:solidFill>
              </a:defRPr>
            </a:lvl7pPr>
            <a:lvl8pPr lvl="7" algn="ctr" rtl="0">
              <a:spcBef>
                <a:spcPts val="0"/>
              </a:spcBef>
              <a:spcAft>
                <a:spcPts val="0"/>
              </a:spcAft>
              <a:buClr>
                <a:schemeClr val="dk2"/>
              </a:buClr>
              <a:buSzPts val="4000"/>
              <a:buNone/>
              <a:defRPr sz="5333">
                <a:solidFill>
                  <a:schemeClr val="dk2"/>
                </a:solidFill>
              </a:defRPr>
            </a:lvl8pPr>
            <a:lvl9pPr lvl="8" algn="ctr" rtl="0">
              <a:spcBef>
                <a:spcPts val="0"/>
              </a:spcBef>
              <a:spcAft>
                <a:spcPts val="0"/>
              </a:spcAft>
              <a:buClr>
                <a:schemeClr val="dk2"/>
              </a:buClr>
              <a:buSzPts val="4000"/>
              <a:buNone/>
              <a:defRPr sz="5333">
                <a:solidFill>
                  <a:schemeClr val="dk2"/>
                </a:solidFill>
              </a:defRPr>
            </a:lvl9pPr>
          </a:lstStyle>
          <a:p>
            <a:r>
              <a:t>xx%</a:t>
            </a:r>
          </a:p>
        </p:txBody>
      </p:sp>
      <p:sp>
        <p:nvSpPr>
          <p:cNvPr id="85" name="Google Shape;85;p13"/>
          <p:cNvSpPr txBox="1">
            <a:spLocks noGrp="1"/>
          </p:cNvSpPr>
          <p:nvPr>
            <p:ph type="title" idx="14" hasCustomPrompt="1"/>
          </p:nvPr>
        </p:nvSpPr>
        <p:spPr>
          <a:xfrm>
            <a:off x="3171600" y="4110317"/>
            <a:ext cx="1385600" cy="89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5067">
                <a:solidFill>
                  <a:schemeClr val="accent1"/>
                </a:solidFill>
              </a:defRPr>
            </a:lvl1pPr>
            <a:lvl2pPr lvl="1" algn="ctr" rtl="0">
              <a:spcBef>
                <a:spcPts val="0"/>
              </a:spcBef>
              <a:spcAft>
                <a:spcPts val="0"/>
              </a:spcAft>
              <a:buClr>
                <a:schemeClr val="dk2"/>
              </a:buClr>
              <a:buSzPts val="4000"/>
              <a:buNone/>
              <a:defRPr sz="5333">
                <a:solidFill>
                  <a:schemeClr val="dk2"/>
                </a:solidFill>
              </a:defRPr>
            </a:lvl2pPr>
            <a:lvl3pPr lvl="2" algn="ctr" rtl="0">
              <a:spcBef>
                <a:spcPts val="0"/>
              </a:spcBef>
              <a:spcAft>
                <a:spcPts val="0"/>
              </a:spcAft>
              <a:buClr>
                <a:schemeClr val="dk2"/>
              </a:buClr>
              <a:buSzPts val="4000"/>
              <a:buNone/>
              <a:defRPr sz="5333">
                <a:solidFill>
                  <a:schemeClr val="dk2"/>
                </a:solidFill>
              </a:defRPr>
            </a:lvl3pPr>
            <a:lvl4pPr lvl="3" algn="ctr" rtl="0">
              <a:spcBef>
                <a:spcPts val="0"/>
              </a:spcBef>
              <a:spcAft>
                <a:spcPts val="0"/>
              </a:spcAft>
              <a:buClr>
                <a:schemeClr val="dk2"/>
              </a:buClr>
              <a:buSzPts val="4000"/>
              <a:buNone/>
              <a:defRPr sz="5333">
                <a:solidFill>
                  <a:schemeClr val="dk2"/>
                </a:solidFill>
              </a:defRPr>
            </a:lvl4pPr>
            <a:lvl5pPr lvl="4" algn="ctr" rtl="0">
              <a:spcBef>
                <a:spcPts val="0"/>
              </a:spcBef>
              <a:spcAft>
                <a:spcPts val="0"/>
              </a:spcAft>
              <a:buClr>
                <a:schemeClr val="dk2"/>
              </a:buClr>
              <a:buSzPts val="4000"/>
              <a:buNone/>
              <a:defRPr sz="5333">
                <a:solidFill>
                  <a:schemeClr val="dk2"/>
                </a:solidFill>
              </a:defRPr>
            </a:lvl5pPr>
            <a:lvl6pPr lvl="5" algn="ctr" rtl="0">
              <a:spcBef>
                <a:spcPts val="0"/>
              </a:spcBef>
              <a:spcAft>
                <a:spcPts val="0"/>
              </a:spcAft>
              <a:buClr>
                <a:schemeClr val="dk2"/>
              </a:buClr>
              <a:buSzPts val="4000"/>
              <a:buNone/>
              <a:defRPr sz="5333">
                <a:solidFill>
                  <a:schemeClr val="dk2"/>
                </a:solidFill>
              </a:defRPr>
            </a:lvl6pPr>
            <a:lvl7pPr lvl="6" algn="ctr" rtl="0">
              <a:spcBef>
                <a:spcPts val="0"/>
              </a:spcBef>
              <a:spcAft>
                <a:spcPts val="0"/>
              </a:spcAft>
              <a:buClr>
                <a:schemeClr val="dk2"/>
              </a:buClr>
              <a:buSzPts val="4000"/>
              <a:buNone/>
              <a:defRPr sz="5333">
                <a:solidFill>
                  <a:schemeClr val="dk2"/>
                </a:solidFill>
              </a:defRPr>
            </a:lvl7pPr>
            <a:lvl8pPr lvl="7" algn="ctr" rtl="0">
              <a:spcBef>
                <a:spcPts val="0"/>
              </a:spcBef>
              <a:spcAft>
                <a:spcPts val="0"/>
              </a:spcAft>
              <a:buClr>
                <a:schemeClr val="dk2"/>
              </a:buClr>
              <a:buSzPts val="4000"/>
              <a:buNone/>
              <a:defRPr sz="5333">
                <a:solidFill>
                  <a:schemeClr val="dk2"/>
                </a:solidFill>
              </a:defRPr>
            </a:lvl8pPr>
            <a:lvl9pPr lvl="8" algn="ctr" rtl="0">
              <a:spcBef>
                <a:spcPts val="0"/>
              </a:spcBef>
              <a:spcAft>
                <a:spcPts val="0"/>
              </a:spcAft>
              <a:buClr>
                <a:schemeClr val="dk2"/>
              </a:buClr>
              <a:buSzPts val="4000"/>
              <a:buNone/>
              <a:defRPr sz="5333">
                <a:solidFill>
                  <a:schemeClr val="dk2"/>
                </a:solidFill>
              </a:defRPr>
            </a:lvl9pPr>
          </a:lstStyle>
          <a:p>
            <a:r>
              <a:t>xx%</a:t>
            </a:r>
          </a:p>
        </p:txBody>
      </p:sp>
      <p:sp>
        <p:nvSpPr>
          <p:cNvPr id="86" name="Google Shape;86;p13"/>
          <p:cNvSpPr txBox="1">
            <a:spLocks noGrp="1"/>
          </p:cNvSpPr>
          <p:nvPr>
            <p:ph type="title" idx="15" hasCustomPrompt="1"/>
          </p:nvPr>
        </p:nvSpPr>
        <p:spPr>
          <a:xfrm>
            <a:off x="7632600" y="4110317"/>
            <a:ext cx="1385600" cy="89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4000"/>
              <a:buNone/>
              <a:defRPr sz="5067">
                <a:solidFill>
                  <a:schemeClr val="accent1"/>
                </a:solidFill>
              </a:defRPr>
            </a:lvl1pPr>
            <a:lvl2pPr lvl="1" algn="ctr" rtl="0">
              <a:spcBef>
                <a:spcPts val="0"/>
              </a:spcBef>
              <a:spcAft>
                <a:spcPts val="0"/>
              </a:spcAft>
              <a:buClr>
                <a:schemeClr val="dk2"/>
              </a:buClr>
              <a:buSzPts val="4000"/>
              <a:buNone/>
              <a:defRPr sz="5333">
                <a:solidFill>
                  <a:schemeClr val="dk2"/>
                </a:solidFill>
              </a:defRPr>
            </a:lvl2pPr>
            <a:lvl3pPr lvl="2" algn="ctr" rtl="0">
              <a:spcBef>
                <a:spcPts val="0"/>
              </a:spcBef>
              <a:spcAft>
                <a:spcPts val="0"/>
              </a:spcAft>
              <a:buClr>
                <a:schemeClr val="dk2"/>
              </a:buClr>
              <a:buSzPts val="4000"/>
              <a:buNone/>
              <a:defRPr sz="5333">
                <a:solidFill>
                  <a:schemeClr val="dk2"/>
                </a:solidFill>
              </a:defRPr>
            </a:lvl3pPr>
            <a:lvl4pPr lvl="3" algn="ctr" rtl="0">
              <a:spcBef>
                <a:spcPts val="0"/>
              </a:spcBef>
              <a:spcAft>
                <a:spcPts val="0"/>
              </a:spcAft>
              <a:buClr>
                <a:schemeClr val="dk2"/>
              </a:buClr>
              <a:buSzPts val="4000"/>
              <a:buNone/>
              <a:defRPr sz="5333">
                <a:solidFill>
                  <a:schemeClr val="dk2"/>
                </a:solidFill>
              </a:defRPr>
            </a:lvl4pPr>
            <a:lvl5pPr lvl="4" algn="ctr" rtl="0">
              <a:spcBef>
                <a:spcPts val="0"/>
              </a:spcBef>
              <a:spcAft>
                <a:spcPts val="0"/>
              </a:spcAft>
              <a:buClr>
                <a:schemeClr val="dk2"/>
              </a:buClr>
              <a:buSzPts val="4000"/>
              <a:buNone/>
              <a:defRPr sz="5333">
                <a:solidFill>
                  <a:schemeClr val="dk2"/>
                </a:solidFill>
              </a:defRPr>
            </a:lvl5pPr>
            <a:lvl6pPr lvl="5" algn="ctr" rtl="0">
              <a:spcBef>
                <a:spcPts val="0"/>
              </a:spcBef>
              <a:spcAft>
                <a:spcPts val="0"/>
              </a:spcAft>
              <a:buClr>
                <a:schemeClr val="dk2"/>
              </a:buClr>
              <a:buSzPts val="4000"/>
              <a:buNone/>
              <a:defRPr sz="5333">
                <a:solidFill>
                  <a:schemeClr val="dk2"/>
                </a:solidFill>
              </a:defRPr>
            </a:lvl6pPr>
            <a:lvl7pPr lvl="6" algn="ctr" rtl="0">
              <a:spcBef>
                <a:spcPts val="0"/>
              </a:spcBef>
              <a:spcAft>
                <a:spcPts val="0"/>
              </a:spcAft>
              <a:buClr>
                <a:schemeClr val="dk2"/>
              </a:buClr>
              <a:buSzPts val="4000"/>
              <a:buNone/>
              <a:defRPr sz="5333">
                <a:solidFill>
                  <a:schemeClr val="dk2"/>
                </a:solidFill>
              </a:defRPr>
            </a:lvl7pPr>
            <a:lvl8pPr lvl="7" algn="ctr" rtl="0">
              <a:spcBef>
                <a:spcPts val="0"/>
              </a:spcBef>
              <a:spcAft>
                <a:spcPts val="0"/>
              </a:spcAft>
              <a:buClr>
                <a:schemeClr val="dk2"/>
              </a:buClr>
              <a:buSzPts val="4000"/>
              <a:buNone/>
              <a:defRPr sz="5333">
                <a:solidFill>
                  <a:schemeClr val="dk2"/>
                </a:solidFill>
              </a:defRPr>
            </a:lvl8pPr>
            <a:lvl9pPr lvl="8" algn="ctr" rtl="0">
              <a:spcBef>
                <a:spcPts val="0"/>
              </a:spcBef>
              <a:spcAft>
                <a:spcPts val="0"/>
              </a:spcAft>
              <a:buClr>
                <a:schemeClr val="dk2"/>
              </a:buClr>
              <a:buSzPts val="4000"/>
              <a:buNone/>
              <a:defRPr sz="5333">
                <a:solidFill>
                  <a:schemeClr val="dk2"/>
                </a:solidFill>
              </a:defRPr>
            </a:lvl9pPr>
          </a:lstStyle>
          <a:p>
            <a:r>
              <a:t>xx%</a:t>
            </a:r>
          </a:p>
        </p:txBody>
      </p:sp>
      <p:cxnSp>
        <p:nvCxnSpPr>
          <p:cNvPr id="87" name="Google Shape;87;p13"/>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88" name="Google Shape;88;p13"/>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51015813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Table of contents 1">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960000" y="2236291"/>
            <a:ext cx="3115200" cy="540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91" name="Google Shape;91;p14"/>
          <p:cNvSpPr txBox="1">
            <a:spLocks noGrp="1"/>
          </p:cNvSpPr>
          <p:nvPr>
            <p:ph type="title" idx="2" hasCustomPrompt="1"/>
          </p:nvPr>
        </p:nvSpPr>
        <p:spPr>
          <a:xfrm>
            <a:off x="1976800" y="1460433"/>
            <a:ext cx="1081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5067"/>
            </a:lvl1pPr>
            <a:lvl2pPr lvl="1" rtl="0">
              <a:spcBef>
                <a:spcPts val="0"/>
              </a:spcBef>
              <a:spcAft>
                <a:spcPts val="0"/>
              </a:spcAft>
              <a:buSzPts val="3900"/>
              <a:buNone/>
              <a:defRPr sz="5200"/>
            </a:lvl2pPr>
            <a:lvl3pPr lvl="2" rtl="0">
              <a:spcBef>
                <a:spcPts val="0"/>
              </a:spcBef>
              <a:spcAft>
                <a:spcPts val="0"/>
              </a:spcAft>
              <a:buSzPts val="3900"/>
              <a:buNone/>
              <a:defRPr sz="5200"/>
            </a:lvl3pPr>
            <a:lvl4pPr lvl="3" rtl="0">
              <a:spcBef>
                <a:spcPts val="0"/>
              </a:spcBef>
              <a:spcAft>
                <a:spcPts val="0"/>
              </a:spcAft>
              <a:buSzPts val="3900"/>
              <a:buNone/>
              <a:defRPr sz="5200"/>
            </a:lvl4pPr>
            <a:lvl5pPr lvl="4" rtl="0">
              <a:spcBef>
                <a:spcPts val="0"/>
              </a:spcBef>
              <a:spcAft>
                <a:spcPts val="0"/>
              </a:spcAft>
              <a:buSzPts val="3900"/>
              <a:buNone/>
              <a:defRPr sz="5200"/>
            </a:lvl5pPr>
            <a:lvl6pPr lvl="5" rtl="0">
              <a:spcBef>
                <a:spcPts val="0"/>
              </a:spcBef>
              <a:spcAft>
                <a:spcPts val="0"/>
              </a:spcAft>
              <a:buSzPts val="3900"/>
              <a:buNone/>
              <a:defRPr sz="5200"/>
            </a:lvl6pPr>
            <a:lvl7pPr lvl="6" rtl="0">
              <a:spcBef>
                <a:spcPts val="0"/>
              </a:spcBef>
              <a:spcAft>
                <a:spcPts val="0"/>
              </a:spcAft>
              <a:buSzPts val="3900"/>
              <a:buNone/>
              <a:defRPr sz="5200"/>
            </a:lvl7pPr>
            <a:lvl8pPr lvl="7" rtl="0">
              <a:spcBef>
                <a:spcPts val="0"/>
              </a:spcBef>
              <a:spcAft>
                <a:spcPts val="0"/>
              </a:spcAft>
              <a:buSzPts val="3900"/>
              <a:buNone/>
              <a:defRPr sz="5200"/>
            </a:lvl8pPr>
            <a:lvl9pPr lvl="8" rtl="0">
              <a:spcBef>
                <a:spcPts val="0"/>
              </a:spcBef>
              <a:spcAft>
                <a:spcPts val="0"/>
              </a:spcAft>
              <a:buSzPts val="3900"/>
              <a:buNone/>
              <a:defRPr sz="5200"/>
            </a:lvl9pPr>
          </a:lstStyle>
          <a:p>
            <a:r>
              <a:t>xx%</a:t>
            </a:r>
          </a:p>
        </p:txBody>
      </p:sp>
      <p:sp>
        <p:nvSpPr>
          <p:cNvPr id="92" name="Google Shape;92;p14"/>
          <p:cNvSpPr txBox="1">
            <a:spLocks noGrp="1"/>
          </p:cNvSpPr>
          <p:nvPr>
            <p:ph type="subTitle" idx="1"/>
          </p:nvPr>
        </p:nvSpPr>
        <p:spPr>
          <a:xfrm>
            <a:off x="960000" y="2774932"/>
            <a:ext cx="3115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867"/>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93" name="Google Shape;93;p14"/>
          <p:cNvSpPr txBox="1">
            <a:spLocks noGrp="1"/>
          </p:cNvSpPr>
          <p:nvPr>
            <p:ph type="title" idx="3"/>
          </p:nvPr>
        </p:nvSpPr>
        <p:spPr>
          <a:xfrm>
            <a:off x="4538400" y="2236291"/>
            <a:ext cx="3115200" cy="540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94" name="Google Shape;94;p14"/>
          <p:cNvSpPr txBox="1">
            <a:spLocks noGrp="1"/>
          </p:cNvSpPr>
          <p:nvPr>
            <p:ph type="title" idx="4" hasCustomPrompt="1"/>
          </p:nvPr>
        </p:nvSpPr>
        <p:spPr>
          <a:xfrm>
            <a:off x="5555200" y="1460433"/>
            <a:ext cx="1081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5067"/>
            </a:lvl1pPr>
            <a:lvl2pPr lvl="1" rtl="0">
              <a:spcBef>
                <a:spcPts val="0"/>
              </a:spcBef>
              <a:spcAft>
                <a:spcPts val="0"/>
              </a:spcAft>
              <a:buSzPts val="3900"/>
              <a:buNone/>
              <a:defRPr sz="5200"/>
            </a:lvl2pPr>
            <a:lvl3pPr lvl="2" rtl="0">
              <a:spcBef>
                <a:spcPts val="0"/>
              </a:spcBef>
              <a:spcAft>
                <a:spcPts val="0"/>
              </a:spcAft>
              <a:buSzPts val="3900"/>
              <a:buNone/>
              <a:defRPr sz="5200"/>
            </a:lvl3pPr>
            <a:lvl4pPr lvl="3" rtl="0">
              <a:spcBef>
                <a:spcPts val="0"/>
              </a:spcBef>
              <a:spcAft>
                <a:spcPts val="0"/>
              </a:spcAft>
              <a:buSzPts val="3900"/>
              <a:buNone/>
              <a:defRPr sz="5200"/>
            </a:lvl4pPr>
            <a:lvl5pPr lvl="4" rtl="0">
              <a:spcBef>
                <a:spcPts val="0"/>
              </a:spcBef>
              <a:spcAft>
                <a:spcPts val="0"/>
              </a:spcAft>
              <a:buSzPts val="3900"/>
              <a:buNone/>
              <a:defRPr sz="5200"/>
            </a:lvl5pPr>
            <a:lvl6pPr lvl="5" rtl="0">
              <a:spcBef>
                <a:spcPts val="0"/>
              </a:spcBef>
              <a:spcAft>
                <a:spcPts val="0"/>
              </a:spcAft>
              <a:buSzPts val="3900"/>
              <a:buNone/>
              <a:defRPr sz="5200"/>
            </a:lvl6pPr>
            <a:lvl7pPr lvl="6" rtl="0">
              <a:spcBef>
                <a:spcPts val="0"/>
              </a:spcBef>
              <a:spcAft>
                <a:spcPts val="0"/>
              </a:spcAft>
              <a:buSzPts val="3900"/>
              <a:buNone/>
              <a:defRPr sz="5200"/>
            </a:lvl7pPr>
            <a:lvl8pPr lvl="7" rtl="0">
              <a:spcBef>
                <a:spcPts val="0"/>
              </a:spcBef>
              <a:spcAft>
                <a:spcPts val="0"/>
              </a:spcAft>
              <a:buSzPts val="3900"/>
              <a:buNone/>
              <a:defRPr sz="5200"/>
            </a:lvl8pPr>
            <a:lvl9pPr lvl="8" rtl="0">
              <a:spcBef>
                <a:spcPts val="0"/>
              </a:spcBef>
              <a:spcAft>
                <a:spcPts val="0"/>
              </a:spcAft>
              <a:buSzPts val="3900"/>
              <a:buNone/>
              <a:defRPr sz="5200"/>
            </a:lvl9pPr>
          </a:lstStyle>
          <a:p>
            <a:r>
              <a:t>xx%</a:t>
            </a:r>
          </a:p>
        </p:txBody>
      </p:sp>
      <p:sp>
        <p:nvSpPr>
          <p:cNvPr id="95" name="Google Shape;95;p14"/>
          <p:cNvSpPr txBox="1">
            <a:spLocks noGrp="1"/>
          </p:cNvSpPr>
          <p:nvPr>
            <p:ph type="subTitle" idx="5"/>
          </p:nvPr>
        </p:nvSpPr>
        <p:spPr>
          <a:xfrm>
            <a:off x="4538400" y="2774944"/>
            <a:ext cx="3115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867">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96" name="Google Shape;96;p14"/>
          <p:cNvSpPr txBox="1">
            <a:spLocks noGrp="1"/>
          </p:cNvSpPr>
          <p:nvPr>
            <p:ph type="title" idx="6"/>
          </p:nvPr>
        </p:nvSpPr>
        <p:spPr>
          <a:xfrm>
            <a:off x="8116800" y="2236291"/>
            <a:ext cx="3115200" cy="540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97" name="Google Shape;97;p14"/>
          <p:cNvSpPr txBox="1">
            <a:spLocks noGrp="1"/>
          </p:cNvSpPr>
          <p:nvPr>
            <p:ph type="title" idx="7" hasCustomPrompt="1"/>
          </p:nvPr>
        </p:nvSpPr>
        <p:spPr>
          <a:xfrm>
            <a:off x="9133600" y="1460433"/>
            <a:ext cx="1081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5067"/>
            </a:lvl1pPr>
            <a:lvl2pPr lvl="1" rtl="0">
              <a:spcBef>
                <a:spcPts val="0"/>
              </a:spcBef>
              <a:spcAft>
                <a:spcPts val="0"/>
              </a:spcAft>
              <a:buSzPts val="3900"/>
              <a:buNone/>
              <a:defRPr sz="5200"/>
            </a:lvl2pPr>
            <a:lvl3pPr lvl="2" rtl="0">
              <a:spcBef>
                <a:spcPts val="0"/>
              </a:spcBef>
              <a:spcAft>
                <a:spcPts val="0"/>
              </a:spcAft>
              <a:buSzPts val="3900"/>
              <a:buNone/>
              <a:defRPr sz="5200"/>
            </a:lvl3pPr>
            <a:lvl4pPr lvl="3" rtl="0">
              <a:spcBef>
                <a:spcPts val="0"/>
              </a:spcBef>
              <a:spcAft>
                <a:spcPts val="0"/>
              </a:spcAft>
              <a:buSzPts val="3900"/>
              <a:buNone/>
              <a:defRPr sz="5200"/>
            </a:lvl4pPr>
            <a:lvl5pPr lvl="4" rtl="0">
              <a:spcBef>
                <a:spcPts val="0"/>
              </a:spcBef>
              <a:spcAft>
                <a:spcPts val="0"/>
              </a:spcAft>
              <a:buSzPts val="3900"/>
              <a:buNone/>
              <a:defRPr sz="5200"/>
            </a:lvl5pPr>
            <a:lvl6pPr lvl="5" rtl="0">
              <a:spcBef>
                <a:spcPts val="0"/>
              </a:spcBef>
              <a:spcAft>
                <a:spcPts val="0"/>
              </a:spcAft>
              <a:buSzPts val="3900"/>
              <a:buNone/>
              <a:defRPr sz="5200"/>
            </a:lvl6pPr>
            <a:lvl7pPr lvl="6" rtl="0">
              <a:spcBef>
                <a:spcPts val="0"/>
              </a:spcBef>
              <a:spcAft>
                <a:spcPts val="0"/>
              </a:spcAft>
              <a:buSzPts val="3900"/>
              <a:buNone/>
              <a:defRPr sz="5200"/>
            </a:lvl7pPr>
            <a:lvl8pPr lvl="7" rtl="0">
              <a:spcBef>
                <a:spcPts val="0"/>
              </a:spcBef>
              <a:spcAft>
                <a:spcPts val="0"/>
              </a:spcAft>
              <a:buSzPts val="3900"/>
              <a:buNone/>
              <a:defRPr sz="5200"/>
            </a:lvl8pPr>
            <a:lvl9pPr lvl="8" rtl="0">
              <a:spcBef>
                <a:spcPts val="0"/>
              </a:spcBef>
              <a:spcAft>
                <a:spcPts val="0"/>
              </a:spcAft>
              <a:buSzPts val="3900"/>
              <a:buNone/>
              <a:defRPr sz="5200"/>
            </a:lvl9pPr>
          </a:lstStyle>
          <a:p>
            <a:r>
              <a:t>xx%</a:t>
            </a:r>
          </a:p>
        </p:txBody>
      </p:sp>
      <p:sp>
        <p:nvSpPr>
          <p:cNvPr id="98" name="Google Shape;98;p14"/>
          <p:cNvSpPr txBox="1">
            <a:spLocks noGrp="1"/>
          </p:cNvSpPr>
          <p:nvPr>
            <p:ph type="subTitle" idx="8"/>
          </p:nvPr>
        </p:nvSpPr>
        <p:spPr>
          <a:xfrm>
            <a:off x="8116800" y="2774944"/>
            <a:ext cx="3115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867">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99" name="Google Shape;99;p14"/>
          <p:cNvSpPr txBox="1">
            <a:spLocks noGrp="1"/>
          </p:cNvSpPr>
          <p:nvPr>
            <p:ph type="title" idx="9"/>
          </p:nvPr>
        </p:nvSpPr>
        <p:spPr>
          <a:xfrm>
            <a:off x="960000" y="4418105"/>
            <a:ext cx="3115200" cy="540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100" name="Google Shape;100;p14"/>
          <p:cNvSpPr txBox="1">
            <a:spLocks noGrp="1"/>
          </p:cNvSpPr>
          <p:nvPr>
            <p:ph type="title" idx="13" hasCustomPrompt="1"/>
          </p:nvPr>
        </p:nvSpPr>
        <p:spPr>
          <a:xfrm>
            <a:off x="1976800" y="3618783"/>
            <a:ext cx="1081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5067"/>
            </a:lvl1pPr>
            <a:lvl2pPr lvl="1" rtl="0">
              <a:spcBef>
                <a:spcPts val="0"/>
              </a:spcBef>
              <a:spcAft>
                <a:spcPts val="0"/>
              </a:spcAft>
              <a:buSzPts val="3900"/>
              <a:buNone/>
              <a:defRPr sz="5200"/>
            </a:lvl2pPr>
            <a:lvl3pPr lvl="2" rtl="0">
              <a:spcBef>
                <a:spcPts val="0"/>
              </a:spcBef>
              <a:spcAft>
                <a:spcPts val="0"/>
              </a:spcAft>
              <a:buSzPts val="3900"/>
              <a:buNone/>
              <a:defRPr sz="5200"/>
            </a:lvl3pPr>
            <a:lvl4pPr lvl="3" rtl="0">
              <a:spcBef>
                <a:spcPts val="0"/>
              </a:spcBef>
              <a:spcAft>
                <a:spcPts val="0"/>
              </a:spcAft>
              <a:buSzPts val="3900"/>
              <a:buNone/>
              <a:defRPr sz="5200"/>
            </a:lvl4pPr>
            <a:lvl5pPr lvl="4" rtl="0">
              <a:spcBef>
                <a:spcPts val="0"/>
              </a:spcBef>
              <a:spcAft>
                <a:spcPts val="0"/>
              </a:spcAft>
              <a:buSzPts val="3900"/>
              <a:buNone/>
              <a:defRPr sz="5200"/>
            </a:lvl5pPr>
            <a:lvl6pPr lvl="5" rtl="0">
              <a:spcBef>
                <a:spcPts val="0"/>
              </a:spcBef>
              <a:spcAft>
                <a:spcPts val="0"/>
              </a:spcAft>
              <a:buSzPts val="3900"/>
              <a:buNone/>
              <a:defRPr sz="5200"/>
            </a:lvl6pPr>
            <a:lvl7pPr lvl="6" rtl="0">
              <a:spcBef>
                <a:spcPts val="0"/>
              </a:spcBef>
              <a:spcAft>
                <a:spcPts val="0"/>
              </a:spcAft>
              <a:buSzPts val="3900"/>
              <a:buNone/>
              <a:defRPr sz="5200"/>
            </a:lvl7pPr>
            <a:lvl8pPr lvl="7" rtl="0">
              <a:spcBef>
                <a:spcPts val="0"/>
              </a:spcBef>
              <a:spcAft>
                <a:spcPts val="0"/>
              </a:spcAft>
              <a:buSzPts val="3900"/>
              <a:buNone/>
              <a:defRPr sz="5200"/>
            </a:lvl8pPr>
            <a:lvl9pPr lvl="8" rtl="0">
              <a:spcBef>
                <a:spcPts val="0"/>
              </a:spcBef>
              <a:spcAft>
                <a:spcPts val="0"/>
              </a:spcAft>
              <a:buSzPts val="3900"/>
              <a:buNone/>
              <a:defRPr sz="5200"/>
            </a:lvl9pPr>
          </a:lstStyle>
          <a:p>
            <a:r>
              <a:t>xx%</a:t>
            </a:r>
          </a:p>
        </p:txBody>
      </p:sp>
      <p:sp>
        <p:nvSpPr>
          <p:cNvPr id="101" name="Google Shape;101;p14"/>
          <p:cNvSpPr txBox="1">
            <a:spLocks noGrp="1"/>
          </p:cNvSpPr>
          <p:nvPr>
            <p:ph type="subTitle" idx="14"/>
          </p:nvPr>
        </p:nvSpPr>
        <p:spPr>
          <a:xfrm>
            <a:off x="960000" y="4941151"/>
            <a:ext cx="3115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867">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02" name="Google Shape;102;p14"/>
          <p:cNvSpPr txBox="1">
            <a:spLocks noGrp="1"/>
          </p:cNvSpPr>
          <p:nvPr>
            <p:ph type="title" idx="15"/>
          </p:nvPr>
        </p:nvSpPr>
        <p:spPr>
          <a:xfrm>
            <a:off x="4538400" y="4418105"/>
            <a:ext cx="3115200" cy="540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103" name="Google Shape;103;p14"/>
          <p:cNvSpPr txBox="1">
            <a:spLocks noGrp="1"/>
          </p:cNvSpPr>
          <p:nvPr>
            <p:ph type="title" idx="16" hasCustomPrompt="1"/>
          </p:nvPr>
        </p:nvSpPr>
        <p:spPr>
          <a:xfrm>
            <a:off x="5555200" y="3618783"/>
            <a:ext cx="1081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5067"/>
            </a:lvl1pPr>
            <a:lvl2pPr lvl="1" rtl="0">
              <a:spcBef>
                <a:spcPts val="0"/>
              </a:spcBef>
              <a:spcAft>
                <a:spcPts val="0"/>
              </a:spcAft>
              <a:buSzPts val="3900"/>
              <a:buNone/>
              <a:defRPr sz="5200"/>
            </a:lvl2pPr>
            <a:lvl3pPr lvl="2" rtl="0">
              <a:spcBef>
                <a:spcPts val="0"/>
              </a:spcBef>
              <a:spcAft>
                <a:spcPts val="0"/>
              </a:spcAft>
              <a:buSzPts val="3900"/>
              <a:buNone/>
              <a:defRPr sz="5200"/>
            </a:lvl3pPr>
            <a:lvl4pPr lvl="3" rtl="0">
              <a:spcBef>
                <a:spcPts val="0"/>
              </a:spcBef>
              <a:spcAft>
                <a:spcPts val="0"/>
              </a:spcAft>
              <a:buSzPts val="3900"/>
              <a:buNone/>
              <a:defRPr sz="5200"/>
            </a:lvl4pPr>
            <a:lvl5pPr lvl="4" rtl="0">
              <a:spcBef>
                <a:spcPts val="0"/>
              </a:spcBef>
              <a:spcAft>
                <a:spcPts val="0"/>
              </a:spcAft>
              <a:buSzPts val="3900"/>
              <a:buNone/>
              <a:defRPr sz="5200"/>
            </a:lvl5pPr>
            <a:lvl6pPr lvl="5" rtl="0">
              <a:spcBef>
                <a:spcPts val="0"/>
              </a:spcBef>
              <a:spcAft>
                <a:spcPts val="0"/>
              </a:spcAft>
              <a:buSzPts val="3900"/>
              <a:buNone/>
              <a:defRPr sz="5200"/>
            </a:lvl6pPr>
            <a:lvl7pPr lvl="6" rtl="0">
              <a:spcBef>
                <a:spcPts val="0"/>
              </a:spcBef>
              <a:spcAft>
                <a:spcPts val="0"/>
              </a:spcAft>
              <a:buSzPts val="3900"/>
              <a:buNone/>
              <a:defRPr sz="5200"/>
            </a:lvl7pPr>
            <a:lvl8pPr lvl="7" rtl="0">
              <a:spcBef>
                <a:spcPts val="0"/>
              </a:spcBef>
              <a:spcAft>
                <a:spcPts val="0"/>
              </a:spcAft>
              <a:buSzPts val="3900"/>
              <a:buNone/>
              <a:defRPr sz="5200"/>
            </a:lvl8pPr>
            <a:lvl9pPr lvl="8" rtl="0">
              <a:spcBef>
                <a:spcPts val="0"/>
              </a:spcBef>
              <a:spcAft>
                <a:spcPts val="0"/>
              </a:spcAft>
              <a:buSzPts val="3900"/>
              <a:buNone/>
              <a:defRPr sz="5200"/>
            </a:lvl9pPr>
          </a:lstStyle>
          <a:p>
            <a:r>
              <a:t>xx%</a:t>
            </a:r>
          </a:p>
        </p:txBody>
      </p:sp>
      <p:sp>
        <p:nvSpPr>
          <p:cNvPr id="104" name="Google Shape;104;p14"/>
          <p:cNvSpPr txBox="1">
            <a:spLocks noGrp="1"/>
          </p:cNvSpPr>
          <p:nvPr>
            <p:ph type="subTitle" idx="17"/>
          </p:nvPr>
        </p:nvSpPr>
        <p:spPr>
          <a:xfrm>
            <a:off x="4538400" y="4941151"/>
            <a:ext cx="3115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867">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05" name="Google Shape;105;p14"/>
          <p:cNvSpPr txBox="1">
            <a:spLocks noGrp="1"/>
          </p:cNvSpPr>
          <p:nvPr>
            <p:ph type="title" idx="18"/>
          </p:nvPr>
        </p:nvSpPr>
        <p:spPr>
          <a:xfrm>
            <a:off x="8116800" y="4418105"/>
            <a:ext cx="3115200" cy="540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32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r>
              <a:rPr lang="en-US"/>
              <a:t>Click to edit Master title style</a:t>
            </a:r>
            <a:endParaRPr/>
          </a:p>
        </p:txBody>
      </p:sp>
      <p:sp>
        <p:nvSpPr>
          <p:cNvPr id="106" name="Google Shape;106;p14"/>
          <p:cNvSpPr txBox="1">
            <a:spLocks noGrp="1"/>
          </p:cNvSpPr>
          <p:nvPr>
            <p:ph type="title" idx="19" hasCustomPrompt="1"/>
          </p:nvPr>
        </p:nvSpPr>
        <p:spPr>
          <a:xfrm>
            <a:off x="9133600" y="3618783"/>
            <a:ext cx="1081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900"/>
              <a:buNone/>
              <a:defRPr sz="5067"/>
            </a:lvl1pPr>
            <a:lvl2pPr lvl="1" rtl="0">
              <a:spcBef>
                <a:spcPts val="0"/>
              </a:spcBef>
              <a:spcAft>
                <a:spcPts val="0"/>
              </a:spcAft>
              <a:buSzPts val="3900"/>
              <a:buNone/>
              <a:defRPr sz="5200"/>
            </a:lvl2pPr>
            <a:lvl3pPr lvl="2" rtl="0">
              <a:spcBef>
                <a:spcPts val="0"/>
              </a:spcBef>
              <a:spcAft>
                <a:spcPts val="0"/>
              </a:spcAft>
              <a:buSzPts val="3900"/>
              <a:buNone/>
              <a:defRPr sz="5200"/>
            </a:lvl3pPr>
            <a:lvl4pPr lvl="3" rtl="0">
              <a:spcBef>
                <a:spcPts val="0"/>
              </a:spcBef>
              <a:spcAft>
                <a:spcPts val="0"/>
              </a:spcAft>
              <a:buSzPts val="3900"/>
              <a:buNone/>
              <a:defRPr sz="5200"/>
            </a:lvl4pPr>
            <a:lvl5pPr lvl="4" rtl="0">
              <a:spcBef>
                <a:spcPts val="0"/>
              </a:spcBef>
              <a:spcAft>
                <a:spcPts val="0"/>
              </a:spcAft>
              <a:buSzPts val="3900"/>
              <a:buNone/>
              <a:defRPr sz="5200"/>
            </a:lvl5pPr>
            <a:lvl6pPr lvl="5" rtl="0">
              <a:spcBef>
                <a:spcPts val="0"/>
              </a:spcBef>
              <a:spcAft>
                <a:spcPts val="0"/>
              </a:spcAft>
              <a:buSzPts val="3900"/>
              <a:buNone/>
              <a:defRPr sz="5200"/>
            </a:lvl6pPr>
            <a:lvl7pPr lvl="6" rtl="0">
              <a:spcBef>
                <a:spcPts val="0"/>
              </a:spcBef>
              <a:spcAft>
                <a:spcPts val="0"/>
              </a:spcAft>
              <a:buSzPts val="3900"/>
              <a:buNone/>
              <a:defRPr sz="5200"/>
            </a:lvl7pPr>
            <a:lvl8pPr lvl="7" rtl="0">
              <a:spcBef>
                <a:spcPts val="0"/>
              </a:spcBef>
              <a:spcAft>
                <a:spcPts val="0"/>
              </a:spcAft>
              <a:buSzPts val="3900"/>
              <a:buNone/>
              <a:defRPr sz="5200"/>
            </a:lvl8pPr>
            <a:lvl9pPr lvl="8" rtl="0">
              <a:spcBef>
                <a:spcPts val="0"/>
              </a:spcBef>
              <a:spcAft>
                <a:spcPts val="0"/>
              </a:spcAft>
              <a:buSzPts val="3900"/>
              <a:buNone/>
              <a:defRPr sz="5200"/>
            </a:lvl9pPr>
          </a:lstStyle>
          <a:p>
            <a:r>
              <a:t>xx%</a:t>
            </a:r>
          </a:p>
        </p:txBody>
      </p:sp>
      <p:sp>
        <p:nvSpPr>
          <p:cNvPr id="107" name="Google Shape;107;p14"/>
          <p:cNvSpPr txBox="1">
            <a:spLocks noGrp="1"/>
          </p:cNvSpPr>
          <p:nvPr>
            <p:ph type="subTitle" idx="20"/>
          </p:nvPr>
        </p:nvSpPr>
        <p:spPr>
          <a:xfrm>
            <a:off x="8116800" y="4941151"/>
            <a:ext cx="3115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867">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108" name="Google Shape;108;p14"/>
          <p:cNvSpPr txBox="1">
            <a:spLocks noGrp="1"/>
          </p:cNvSpPr>
          <p:nvPr>
            <p:ph type="title" idx="21"/>
          </p:nvPr>
        </p:nvSpPr>
        <p:spPr>
          <a:xfrm>
            <a:off x="3109867" y="593367"/>
            <a:ext cx="5972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109" name="Google Shape;109;p14"/>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10" name="Google Shape;110;p14"/>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11" name="Google Shape;111;p14"/>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12" name="Google Shape;112;p14"/>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10583882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3214000" y="3744337"/>
            <a:ext cx="5764000" cy="6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6400">
                <a:latin typeface="Crimson Text"/>
                <a:ea typeface="Crimson Text"/>
                <a:cs typeface="Crimson Text"/>
                <a:sym typeface="Crimson Text"/>
              </a:defRPr>
            </a:lvl2pPr>
            <a:lvl3pPr lvl="2" algn="ctr" rtl="0">
              <a:spcBef>
                <a:spcPts val="0"/>
              </a:spcBef>
              <a:spcAft>
                <a:spcPts val="0"/>
              </a:spcAft>
              <a:buSzPts val="4800"/>
              <a:buFont typeface="Crimson Text"/>
              <a:buNone/>
              <a:defRPr sz="6400">
                <a:latin typeface="Crimson Text"/>
                <a:ea typeface="Crimson Text"/>
                <a:cs typeface="Crimson Text"/>
                <a:sym typeface="Crimson Text"/>
              </a:defRPr>
            </a:lvl3pPr>
            <a:lvl4pPr lvl="3" algn="ctr" rtl="0">
              <a:spcBef>
                <a:spcPts val="0"/>
              </a:spcBef>
              <a:spcAft>
                <a:spcPts val="0"/>
              </a:spcAft>
              <a:buSzPts val="4800"/>
              <a:buFont typeface="Crimson Text"/>
              <a:buNone/>
              <a:defRPr sz="6400">
                <a:latin typeface="Crimson Text"/>
                <a:ea typeface="Crimson Text"/>
                <a:cs typeface="Crimson Text"/>
                <a:sym typeface="Crimson Text"/>
              </a:defRPr>
            </a:lvl4pPr>
            <a:lvl5pPr lvl="4" algn="ctr" rtl="0">
              <a:spcBef>
                <a:spcPts val="0"/>
              </a:spcBef>
              <a:spcAft>
                <a:spcPts val="0"/>
              </a:spcAft>
              <a:buSzPts val="4800"/>
              <a:buFont typeface="Crimson Text"/>
              <a:buNone/>
              <a:defRPr sz="6400">
                <a:latin typeface="Crimson Text"/>
                <a:ea typeface="Crimson Text"/>
                <a:cs typeface="Crimson Text"/>
                <a:sym typeface="Crimson Text"/>
              </a:defRPr>
            </a:lvl5pPr>
            <a:lvl6pPr lvl="5" algn="ctr" rtl="0">
              <a:spcBef>
                <a:spcPts val="0"/>
              </a:spcBef>
              <a:spcAft>
                <a:spcPts val="0"/>
              </a:spcAft>
              <a:buSzPts val="4800"/>
              <a:buFont typeface="Crimson Text"/>
              <a:buNone/>
              <a:defRPr sz="6400">
                <a:latin typeface="Crimson Text"/>
                <a:ea typeface="Crimson Text"/>
                <a:cs typeface="Crimson Text"/>
                <a:sym typeface="Crimson Text"/>
              </a:defRPr>
            </a:lvl6pPr>
            <a:lvl7pPr lvl="6" algn="ctr" rtl="0">
              <a:spcBef>
                <a:spcPts val="0"/>
              </a:spcBef>
              <a:spcAft>
                <a:spcPts val="0"/>
              </a:spcAft>
              <a:buSzPts val="4800"/>
              <a:buFont typeface="Crimson Text"/>
              <a:buNone/>
              <a:defRPr sz="6400">
                <a:latin typeface="Crimson Text"/>
                <a:ea typeface="Crimson Text"/>
                <a:cs typeface="Crimson Text"/>
                <a:sym typeface="Crimson Text"/>
              </a:defRPr>
            </a:lvl7pPr>
            <a:lvl8pPr lvl="7" algn="ctr" rtl="0">
              <a:spcBef>
                <a:spcPts val="0"/>
              </a:spcBef>
              <a:spcAft>
                <a:spcPts val="0"/>
              </a:spcAft>
              <a:buSzPts val="4800"/>
              <a:buFont typeface="Crimson Text"/>
              <a:buNone/>
              <a:defRPr sz="6400">
                <a:latin typeface="Crimson Text"/>
                <a:ea typeface="Crimson Text"/>
                <a:cs typeface="Crimson Text"/>
                <a:sym typeface="Crimson Text"/>
              </a:defRPr>
            </a:lvl8pPr>
            <a:lvl9pPr lvl="8" algn="ctr" rtl="0">
              <a:spcBef>
                <a:spcPts val="0"/>
              </a:spcBef>
              <a:spcAft>
                <a:spcPts val="0"/>
              </a:spcAft>
              <a:buSzPts val="4800"/>
              <a:buFont typeface="Crimson Text"/>
              <a:buNone/>
              <a:defRPr sz="6400">
                <a:latin typeface="Crimson Text"/>
                <a:ea typeface="Crimson Text"/>
                <a:cs typeface="Crimson Text"/>
                <a:sym typeface="Crimson Text"/>
              </a:defRPr>
            </a:lvl9pPr>
          </a:lstStyle>
          <a:p>
            <a:r>
              <a:rPr lang="en-US"/>
              <a:t>Click to edit Master title style</a:t>
            </a:r>
            <a:endParaRPr/>
          </a:p>
        </p:txBody>
      </p:sp>
      <p:sp>
        <p:nvSpPr>
          <p:cNvPr id="115" name="Google Shape;115;p15"/>
          <p:cNvSpPr txBox="1">
            <a:spLocks noGrp="1"/>
          </p:cNvSpPr>
          <p:nvPr>
            <p:ph type="subTitle" idx="1"/>
          </p:nvPr>
        </p:nvSpPr>
        <p:spPr>
          <a:xfrm>
            <a:off x="2457200" y="2215951"/>
            <a:ext cx="7277600" cy="132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6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cxnSp>
        <p:nvCxnSpPr>
          <p:cNvPr id="116" name="Google Shape;116;p15"/>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17" name="Google Shape;117;p15"/>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281222836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Quote 1">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933200" y="3761684"/>
            <a:ext cx="5764000" cy="6636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a:lvl1pPr>
            <a:lvl2pPr lvl="1" algn="ctr" rtl="0">
              <a:spcBef>
                <a:spcPts val="0"/>
              </a:spcBef>
              <a:spcAft>
                <a:spcPts val="0"/>
              </a:spcAft>
              <a:buSzPts val="4800"/>
              <a:buFont typeface="Crimson Text"/>
              <a:buNone/>
              <a:defRPr sz="6400">
                <a:latin typeface="Crimson Text"/>
                <a:ea typeface="Crimson Text"/>
                <a:cs typeface="Crimson Text"/>
                <a:sym typeface="Crimson Text"/>
              </a:defRPr>
            </a:lvl2pPr>
            <a:lvl3pPr lvl="2" algn="ctr" rtl="0">
              <a:spcBef>
                <a:spcPts val="0"/>
              </a:spcBef>
              <a:spcAft>
                <a:spcPts val="0"/>
              </a:spcAft>
              <a:buSzPts val="4800"/>
              <a:buFont typeface="Crimson Text"/>
              <a:buNone/>
              <a:defRPr sz="6400">
                <a:latin typeface="Crimson Text"/>
                <a:ea typeface="Crimson Text"/>
                <a:cs typeface="Crimson Text"/>
                <a:sym typeface="Crimson Text"/>
              </a:defRPr>
            </a:lvl3pPr>
            <a:lvl4pPr lvl="3" algn="ctr" rtl="0">
              <a:spcBef>
                <a:spcPts val="0"/>
              </a:spcBef>
              <a:spcAft>
                <a:spcPts val="0"/>
              </a:spcAft>
              <a:buSzPts val="4800"/>
              <a:buFont typeface="Crimson Text"/>
              <a:buNone/>
              <a:defRPr sz="6400">
                <a:latin typeface="Crimson Text"/>
                <a:ea typeface="Crimson Text"/>
                <a:cs typeface="Crimson Text"/>
                <a:sym typeface="Crimson Text"/>
              </a:defRPr>
            </a:lvl4pPr>
            <a:lvl5pPr lvl="4" algn="ctr" rtl="0">
              <a:spcBef>
                <a:spcPts val="0"/>
              </a:spcBef>
              <a:spcAft>
                <a:spcPts val="0"/>
              </a:spcAft>
              <a:buSzPts val="4800"/>
              <a:buFont typeface="Crimson Text"/>
              <a:buNone/>
              <a:defRPr sz="6400">
                <a:latin typeface="Crimson Text"/>
                <a:ea typeface="Crimson Text"/>
                <a:cs typeface="Crimson Text"/>
                <a:sym typeface="Crimson Text"/>
              </a:defRPr>
            </a:lvl5pPr>
            <a:lvl6pPr lvl="5" algn="ctr" rtl="0">
              <a:spcBef>
                <a:spcPts val="0"/>
              </a:spcBef>
              <a:spcAft>
                <a:spcPts val="0"/>
              </a:spcAft>
              <a:buSzPts val="4800"/>
              <a:buFont typeface="Crimson Text"/>
              <a:buNone/>
              <a:defRPr sz="6400">
                <a:latin typeface="Crimson Text"/>
                <a:ea typeface="Crimson Text"/>
                <a:cs typeface="Crimson Text"/>
                <a:sym typeface="Crimson Text"/>
              </a:defRPr>
            </a:lvl6pPr>
            <a:lvl7pPr lvl="6" algn="ctr" rtl="0">
              <a:spcBef>
                <a:spcPts val="0"/>
              </a:spcBef>
              <a:spcAft>
                <a:spcPts val="0"/>
              </a:spcAft>
              <a:buSzPts val="4800"/>
              <a:buFont typeface="Crimson Text"/>
              <a:buNone/>
              <a:defRPr sz="6400">
                <a:latin typeface="Crimson Text"/>
                <a:ea typeface="Crimson Text"/>
                <a:cs typeface="Crimson Text"/>
                <a:sym typeface="Crimson Text"/>
              </a:defRPr>
            </a:lvl7pPr>
            <a:lvl8pPr lvl="7" algn="ctr" rtl="0">
              <a:spcBef>
                <a:spcPts val="0"/>
              </a:spcBef>
              <a:spcAft>
                <a:spcPts val="0"/>
              </a:spcAft>
              <a:buSzPts val="4800"/>
              <a:buFont typeface="Crimson Text"/>
              <a:buNone/>
              <a:defRPr sz="6400">
                <a:latin typeface="Crimson Text"/>
                <a:ea typeface="Crimson Text"/>
                <a:cs typeface="Crimson Text"/>
                <a:sym typeface="Crimson Text"/>
              </a:defRPr>
            </a:lvl8pPr>
            <a:lvl9pPr lvl="8" algn="ctr" rtl="0">
              <a:spcBef>
                <a:spcPts val="0"/>
              </a:spcBef>
              <a:spcAft>
                <a:spcPts val="0"/>
              </a:spcAft>
              <a:buSzPts val="4800"/>
              <a:buFont typeface="Crimson Text"/>
              <a:buNone/>
              <a:defRPr sz="6400">
                <a:latin typeface="Crimson Text"/>
                <a:ea typeface="Crimson Text"/>
                <a:cs typeface="Crimson Text"/>
                <a:sym typeface="Crimson Text"/>
              </a:defRPr>
            </a:lvl9pPr>
          </a:lstStyle>
          <a:p>
            <a:r>
              <a:rPr lang="en-US"/>
              <a:t>Click to edit Master title style</a:t>
            </a:r>
            <a:endParaRPr/>
          </a:p>
        </p:txBody>
      </p:sp>
      <p:sp>
        <p:nvSpPr>
          <p:cNvPr id="120" name="Google Shape;120;p16"/>
          <p:cNvSpPr txBox="1">
            <a:spLocks noGrp="1"/>
          </p:cNvSpPr>
          <p:nvPr>
            <p:ph type="subTitle" idx="1"/>
          </p:nvPr>
        </p:nvSpPr>
        <p:spPr>
          <a:xfrm>
            <a:off x="933200" y="2234536"/>
            <a:ext cx="7277600" cy="132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26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cxnSp>
        <p:nvCxnSpPr>
          <p:cNvPr id="121" name="Google Shape;121;p16"/>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22" name="Google Shape;122;p16"/>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23" name="Google Shape;123;p16"/>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24" name="Google Shape;124;p16"/>
          <p:cNvCxnSpPr/>
          <p:nvPr/>
        </p:nvCxnSpPr>
        <p:spPr>
          <a:xfrm flipH="1">
            <a:off x="-316183" y="-94883"/>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398533319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25"/>
        <p:cNvGrpSpPr/>
        <p:nvPr/>
      </p:nvGrpSpPr>
      <p:grpSpPr>
        <a:xfrm>
          <a:off x="0" y="0"/>
          <a:ext cx="0" cy="0"/>
          <a:chOff x="0" y="0"/>
          <a:chExt cx="0" cy="0"/>
        </a:xfrm>
      </p:grpSpPr>
      <p:sp>
        <p:nvSpPr>
          <p:cNvPr id="126" name="Google Shape;126;p17"/>
          <p:cNvSpPr txBox="1">
            <a:spLocks noGrp="1"/>
          </p:cNvSpPr>
          <p:nvPr>
            <p:ph type="subTitle" idx="1"/>
          </p:nvPr>
        </p:nvSpPr>
        <p:spPr>
          <a:xfrm>
            <a:off x="3531200" y="2242667"/>
            <a:ext cx="5129600" cy="317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867"/>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r>
              <a:rPr lang="en-US"/>
              <a:t>Click to edit Master subtitle style</a:t>
            </a:r>
            <a:endParaRPr/>
          </a:p>
        </p:txBody>
      </p:sp>
      <p:sp>
        <p:nvSpPr>
          <p:cNvPr id="127" name="Google Shape;127;p17"/>
          <p:cNvSpPr txBox="1">
            <a:spLocks noGrp="1"/>
          </p:cNvSpPr>
          <p:nvPr>
            <p:ph type="title"/>
          </p:nvPr>
        </p:nvSpPr>
        <p:spPr>
          <a:xfrm>
            <a:off x="2309400" y="593367"/>
            <a:ext cx="7573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cxnSp>
        <p:nvCxnSpPr>
          <p:cNvPr id="128" name="Google Shape;128;p17"/>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29" name="Google Shape;129;p17"/>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30" name="Google Shape;130;p17"/>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1" name="Google Shape;131;p17"/>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933861847"/>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32"/>
        <p:cNvGrpSpPr/>
        <p:nvPr/>
      </p:nvGrpSpPr>
      <p:grpSpPr>
        <a:xfrm>
          <a:off x="0" y="0"/>
          <a:ext cx="0" cy="0"/>
          <a:chOff x="0" y="0"/>
          <a:chExt cx="0" cy="0"/>
        </a:xfrm>
      </p:grpSpPr>
      <p:sp>
        <p:nvSpPr>
          <p:cNvPr id="133" name="Google Shape;133;p18"/>
          <p:cNvSpPr txBox="1">
            <a:spLocks noGrp="1"/>
          </p:cNvSpPr>
          <p:nvPr>
            <p:ph type="subTitle" idx="1"/>
          </p:nvPr>
        </p:nvSpPr>
        <p:spPr>
          <a:xfrm>
            <a:off x="1194600" y="2242667"/>
            <a:ext cx="5129600" cy="3173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400"/>
              <a:buChar char="●"/>
              <a:defRPr sz="1867"/>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a:r>
              <a:rPr lang="en-US"/>
              <a:t>Click to edit Master subtitle style</a:t>
            </a:r>
            <a:endParaRPr/>
          </a:p>
        </p:txBody>
      </p:sp>
      <p:sp>
        <p:nvSpPr>
          <p:cNvPr id="134" name="Google Shape;134;p18"/>
          <p:cNvSpPr txBox="1">
            <a:spLocks noGrp="1"/>
          </p:cNvSpPr>
          <p:nvPr>
            <p:ph type="title"/>
          </p:nvPr>
        </p:nvSpPr>
        <p:spPr>
          <a:xfrm>
            <a:off x="950967" y="593367"/>
            <a:ext cx="75732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cxnSp>
        <p:nvCxnSpPr>
          <p:cNvPr id="135" name="Google Shape;135;p18"/>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36" name="Google Shape;136;p18"/>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37" name="Google Shape;137;p18"/>
          <p:cNvCxnSpPr/>
          <p:nvPr/>
        </p:nvCxnSpPr>
        <p:spPr>
          <a:xfrm flipH="1">
            <a:off x="7900600" y="3730000"/>
            <a:ext cx="4504000" cy="3289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3852298451"/>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1">
  <p:cSld name="1_Title and text 1">
    <p:spTree>
      <p:nvGrpSpPr>
        <p:cNvPr id="1" name="Shape 138"/>
        <p:cNvGrpSpPr/>
        <p:nvPr/>
      </p:nvGrpSpPr>
      <p:grpSpPr>
        <a:xfrm>
          <a:off x="0" y="0"/>
          <a:ext cx="0" cy="0"/>
          <a:chOff x="0" y="0"/>
          <a:chExt cx="0" cy="0"/>
        </a:xfrm>
      </p:grpSpPr>
      <p:sp>
        <p:nvSpPr>
          <p:cNvPr id="139" name="Google Shape;139;p19"/>
          <p:cNvSpPr txBox="1">
            <a:spLocks noGrp="1"/>
          </p:cNvSpPr>
          <p:nvPr>
            <p:ph type="title"/>
          </p:nvPr>
        </p:nvSpPr>
        <p:spPr>
          <a:xfrm>
            <a:off x="1127400" y="1977100"/>
            <a:ext cx="9937200" cy="1721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9000"/>
              <a:buNone/>
              <a:defRPr sz="9333"/>
            </a:lvl1pPr>
            <a:lvl2pPr lvl="1" algn="ctr" rtl="0">
              <a:spcBef>
                <a:spcPts val="0"/>
              </a:spcBef>
              <a:spcAft>
                <a:spcPts val="0"/>
              </a:spcAft>
              <a:buSzPts val="9000"/>
              <a:buNone/>
              <a:defRPr sz="12000"/>
            </a:lvl2pPr>
            <a:lvl3pPr lvl="2" algn="ctr" rtl="0">
              <a:spcBef>
                <a:spcPts val="0"/>
              </a:spcBef>
              <a:spcAft>
                <a:spcPts val="0"/>
              </a:spcAft>
              <a:buSzPts val="9000"/>
              <a:buNone/>
              <a:defRPr sz="12000"/>
            </a:lvl3pPr>
            <a:lvl4pPr lvl="3" algn="ctr" rtl="0">
              <a:spcBef>
                <a:spcPts val="0"/>
              </a:spcBef>
              <a:spcAft>
                <a:spcPts val="0"/>
              </a:spcAft>
              <a:buSzPts val="9000"/>
              <a:buNone/>
              <a:defRPr sz="12000"/>
            </a:lvl4pPr>
            <a:lvl5pPr lvl="4" algn="ctr" rtl="0">
              <a:spcBef>
                <a:spcPts val="0"/>
              </a:spcBef>
              <a:spcAft>
                <a:spcPts val="0"/>
              </a:spcAft>
              <a:buSzPts val="9000"/>
              <a:buNone/>
              <a:defRPr sz="12000"/>
            </a:lvl5pPr>
            <a:lvl6pPr lvl="5" algn="ctr" rtl="0">
              <a:spcBef>
                <a:spcPts val="0"/>
              </a:spcBef>
              <a:spcAft>
                <a:spcPts val="0"/>
              </a:spcAft>
              <a:buSzPts val="9000"/>
              <a:buNone/>
              <a:defRPr sz="12000"/>
            </a:lvl6pPr>
            <a:lvl7pPr lvl="6" algn="ctr" rtl="0">
              <a:spcBef>
                <a:spcPts val="0"/>
              </a:spcBef>
              <a:spcAft>
                <a:spcPts val="0"/>
              </a:spcAft>
              <a:buSzPts val="9000"/>
              <a:buNone/>
              <a:defRPr sz="12000"/>
            </a:lvl7pPr>
            <a:lvl8pPr lvl="7" algn="ctr" rtl="0">
              <a:spcBef>
                <a:spcPts val="0"/>
              </a:spcBef>
              <a:spcAft>
                <a:spcPts val="0"/>
              </a:spcAft>
              <a:buSzPts val="9000"/>
              <a:buNone/>
              <a:defRPr sz="12000"/>
            </a:lvl8pPr>
            <a:lvl9pPr lvl="8" algn="ctr" rtl="0">
              <a:spcBef>
                <a:spcPts val="0"/>
              </a:spcBef>
              <a:spcAft>
                <a:spcPts val="0"/>
              </a:spcAft>
              <a:buSzPts val="9000"/>
              <a:buNone/>
              <a:defRPr sz="12000"/>
            </a:lvl9pPr>
          </a:lstStyle>
          <a:p>
            <a:r>
              <a:rPr lang="en-US"/>
              <a:t>Click to edit Master title style</a:t>
            </a:r>
            <a:endParaRPr/>
          </a:p>
        </p:txBody>
      </p:sp>
      <p:sp>
        <p:nvSpPr>
          <p:cNvPr id="140" name="Google Shape;140;p19"/>
          <p:cNvSpPr txBox="1">
            <a:spLocks noGrp="1"/>
          </p:cNvSpPr>
          <p:nvPr>
            <p:ph type="subTitle" idx="1"/>
          </p:nvPr>
        </p:nvSpPr>
        <p:spPr>
          <a:xfrm>
            <a:off x="3066000" y="3962867"/>
            <a:ext cx="6060000" cy="73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cxnSp>
        <p:nvCxnSpPr>
          <p:cNvPr id="141" name="Google Shape;141;p19"/>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42" name="Google Shape;142;p19"/>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18580590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43"/>
        <p:cNvGrpSpPr/>
        <p:nvPr/>
      </p:nvGrpSpPr>
      <p:grpSpPr>
        <a:xfrm>
          <a:off x="0" y="0"/>
          <a:ext cx="0" cy="0"/>
          <a:chOff x="0" y="0"/>
          <a:chExt cx="0" cy="0"/>
        </a:xfrm>
      </p:grpSpPr>
      <p:sp>
        <p:nvSpPr>
          <p:cNvPr id="144" name="Google Shape;144;p20"/>
          <p:cNvSpPr txBox="1">
            <a:spLocks noGrp="1"/>
          </p:cNvSpPr>
          <p:nvPr>
            <p:ph type="title"/>
          </p:nvPr>
        </p:nvSpPr>
        <p:spPr>
          <a:xfrm>
            <a:off x="4990467" y="2066500"/>
            <a:ext cx="6060000" cy="1721600"/>
          </a:xfrm>
          <a:prstGeom prst="rect">
            <a:avLst/>
          </a:prstGeom>
        </p:spPr>
        <p:txBody>
          <a:bodyPr spcFirstLastPara="1" wrap="square" lIns="91425" tIns="91425" rIns="91425" bIns="91425" anchor="t" anchorCtr="0">
            <a:noAutofit/>
          </a:bodyPr>
          <a:lstStyle>
            <a:lvl1pPr lvl="0" rtl="0">
              <a:spcBef>
                <a:spcPts val="0"/>
              </a:spcBef>
              <a:spcAft>
                <a:spcPts val="0"/>
              </a:spcAft>
              <a:buSzPts val="9000"/>
              <a:buNone/>
              <a:defRPr sz="12000"/>
            </a:lvl1pPr>
            <a:lvl2pPr lvl="1" rtl="0">
              <a:spcBef>
                <a:spcPts val="0"/>
              </a:spcBef>
              <a:spcAft>
                <a:spcPts val="0"/>
              </a:spcAft>
              <a:buSzPts val="9000"/>
              <a:buNone/>
              <a:defRPr sz="12000"/>
            </a:lvl2pPr>
            <a:lvl3pPr lvl="2" rtl="0">
              <a:spcBef>
                <a:spcPts val="0"/>
              </a:spcBef>
              <a:spcAft>
                <a:spcPts val="0"/>
              </a:spcAft>
              <a:buSzPts val="9000"/>
              <a:buNone/>
              <a:defRPr sz="12000"/>
            </a:lvl3pPr>
            <a:lvl4pPr lvl="3" rtl="0">
              <a:spcBef>
                <a:spcPts val="0"/>
              </a:spcBef>
              <a:spcAft>
                <a:spcPts val="0"/>
              </a:spcAft>
              <a:buSzPts val="9000"/>
              <a:buNone/>
              <a:defRPr sz="12000"/>
            </a:lvl4pPr>
            <a:lvl5pPr lvl="4" rtl="0">
              <a:spcBef>
                <a:spcPts val="0"/>
              </a:spcBef>
              <a:spcAft>
                <a:spcPts val="0"/>
              </a:spcAft>
              <a:buSzPts val="9000"/>
              <a:buNone/>
              <a:defRPr sz="12000"/>
            </a:lvl5pPr>
            <a:lvl6pPr lvl="5" rtl="0">
              <a:spcBef>
                <a:spcPts val="0"/>
              </a:spcBef>
              <a:spcAft>
                <a:spcPts val="0"/>
              </a:spcAft>
              <a:buSzPts val="9000"/>
              <a:buNone/>
              <a:defRPr sz="12000"/>
            </a:lvl6pPr>
            <a:lvl7pPr lvl="6" rtl="0">
              <a:spcBef>
                <a:spcPts val="0"/>
              </a:spcBef>
              <a:spcAft>
                <a:spcPts val="0"/>
              </a:spcAft>
              <a:buSzPts val="9000"/>
              <a:buNone/>
              <a:defRPr sz="12000"/>
            </a:lvl7pPr>
            <a:lvl8pPr lvl="7" rtl="0">
              <a:spcBef>
                <a:spcPts val="0"/>
              </a:spcBef>
              <a:spcAft>
                <a:spcPts val="0"/>
              </a:spcAft>
              <a:buSzPts val="9000"/>
              <a:buNone/>
              <a:defRPr sz="12000"/>
            </a:lvl8pPr>
            <a:lvl9pPr lvl="8" rtl="0">
              <a:spcBef>
                <a:spcPts val="0"/>
              </a:spcBef>
              <a:spcAft>
                <a:spcPts val="0"/>
              </a:spcAft>
              <a:buSzPts val="9000"/>
              <a:buNone/>
              <a:defRPr sz="12000"/>
            </a:lvl9pPr>
          </a:lstStyle>
          <a:p>
            <a:r>
              <a:rPr lang="en-US"/>
              <a:t>Click to edit Master title style</a:t>
            </a:r>
            <a:endParaRPr/>
          </a:p>
        </p:txBody>
      </p:sp>
      <p:sp>
        <p:nvSpPr>
          <p:cNvPr id="145" name="Google Shape;145;p20"/>
          <p:cNvSpPr txBox="1">
            <a:spLocks noGrp="1"/>
          </p:cNvSpPr>
          <p:nvPr>
            <p:ph type="subTitle" idx="1"/>
          </p:nvPr>
        </p:nvSpPr>
        <p:spPr>
          <a:xfrm>
            <a:off x="4990467" y="4052284"/>
            <a:ext cx="6060000" cy="739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867"/>
            </a:lvl1pPr>
            <a:lvl2pPr lvl="1" rtl="0">
              <a:lnSpc>
                <a:spcPct val="100000"/>
              </a:lnSpc>
              <a:spcBef>
                <a:spcPts val="0"/>
              </a:spcBef>
              <a:spcAft>
                <a:spcPts val="0"/>
              </a:spcAft>
              <a:buSzPts val="2100"/>
              <a:buNone/>
              <a:defRPr sz="2800"/>
            </a:lvl2pPr>
            <a:lvl3pPr lvl="2" rtl="0">
              <a:lnSpc>
                <a:spcPct val="100000"/>
              </a:lnSpc>
              <a:spcBef>
                <a:spcPts val="0"/>
              </a:spcBef>
              <a:spcAft>
                <a:spcPts val="0"/>
              </a:spcAft>
              <a:buSzPts val="2100"/>
              <a:buNone/>
              <a:defRPr sz="2800"/>
            </a:lvl3pPr>
            <a:lvl4pPr lvl="3" rtl="0">
              <a:lnSpc>
                <a:spcPct val="100000"/>
              </a:lnSpc>
              <a:spcBef>
                <a:spcPts val="0"/>
              </a:spcBef>
              <a:spcAft>
                <a:spcPts val="0"/>
              </a:spcAft>
              <a:buSzPts val="2100"/>
              <a:buNone/>
              <a:defRPr sz="2800"/>
            </a:lvl4pPr>
            <a:lvl5pPr lvl="4" rtl="0">
              <a:lnSpc>
                <a:spcPct val="100000"/>
              </a:lnSpc>
              <a:spcBef>
                <a:spcPts val="0"/>
              </a:spcBef>
              <a:spcAft>
                <a:spcPts val="0"/>
              </a:spcAft>
              <a:buSzPts val="2100"/>
              <a:buNone/>
              <a:defRPr sz="2800"/>
            </a:lvl5pPr>
            <a:lvl6pPr lvl="5" rtl="0">
              <a:lnSpc>
                <a:spcPct val="100000"/>
              </a:lnSpc>
              <a:spcBef>
                <a:spcPts val="0"/>
              </a:spcBef>
              <a:spcAft>
                <a:spcPts val="0"/>
              </a:spcAft>
              <a:buSzPts val="2100"/>
              <a:buNone/>
              <a:defRPr sz="2800"/>
            </a:lvl6pPr>
            <a:lvl7pPr lvl="6" rtl="0">
              <a:lnSpc>
                <a:spcPct val="100000"/>
              </a:lnSpc>
              <a:spcBef>
                <a:spcPts val="0"/>
              </a:spcBef>
              <a:spcAft>
                <a:spcPts val="0"/>
              </a:spcAft>
              <a:buSzPts val="2100"/>
              <a:buNone/>
              <a:defRPr sz="2800"/>
            </a:lvl7pPr>
            <a:lvl8pPr lvl="7" rtl="0">
              <a:lnSpc>
                <a:spcPct val="100000"/>
              </a:lnSpc>
              <a:spcBef>
                <a:spcPts val="0"/>
              </a:spcBef>
              <a:spcAft>
                <a:spcPts val="0"/>
              </a:spcAft>
              <a:buSzPts val="2100"/>
              <a:buNone/>
              <a:defRPr sz="2800"/>
            </a:lvl8pPr>
            <a:lvl9pPr lvl="8" rtl="0">
              <a:lnSpc>
                <a:spcPct val="100000"/>
              </a:lnSpc>
              <a:spcBef>
                <a:spcPts val="0"/>
              </a:spcBef>
              <a:spcAft>
                <a:spcPts val="0"/>
              </a:spcAft>
              <a:buSzPts val="2100"/>
              <a:buNone/>
              <a:defRPr sz="2800"/>
            </a:lvl9pPr>
          </a:lstStyle>
          <a:p>
            <a:r>
              <a:rPr lang="en-US"/>
              <a:t>Click to edit Master subtitle style</a:t>
            </a:r>
            <a:endParaRPr/>
          </a:p>
        </p:txBody>
      </p:sp>
      <p:cxnSp>
        <p:nvCxnSpPr>
          <p:cNvPr id="146" name="Google Shape;146;p20"/>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47" name="Google Shape;147;p20"/>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48" name="Google Shape;148;p20"/>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49" name="Google Shape;149;p20"/>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0" name="Google Shape;150;p20"/>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1" name="Google Shape;151;p20"/>
          <p:cNvCxnSpPr/>
          <p:nvPr/>
        </p:nvCxnSpPr>
        <p:spPr>
          <a:xfrm flipH="1">
            <a:off x="-316183" y="-94883"/>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114819371"/>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52"/>
        <p:cNvGrpSpPr/>
        <p:nvPr/>
      </p:nvGrpSpPr>
      <p:grpSpPr>
        <a:xfrm>
          <a:off x="0" y="0"/>
          <a:ext cx="0" cy="0"/>
          <a:chOff x="0" y="0"/>
          <a:chExt cx="0" cy="0"/>
        </a:xfrm>
      </p:grpSpPr>
      <p:sp>
        <p:nvSpPr>
          <p:cNvPr id="153" name="Google Shape;153;p21"/>
          <p:cNvSpPr txBox="1">
            <a:spLocks noGrp="1"/>
          </p:cNvSpPr>
          <p:nvPr>
            <p:ph type="title"/>
          </p:nvPr>
        </p:nvSpPr>
        <p:spPr>
          <a:xfrm>
            <a:off x="569767" y="3349067"/>
            <a:ext cx="6620800" cy="1484400"/>
          </a:xfrm>
          <a:prstGeom prst="rect">
            <a:avLst/>
          </a:prstGeom>
          <a:noFill/>
        </p:spPr>
        <p:txBody>
          <a:bodyPr spcFirstLastPara="1" wrap="square" lIns="91425" tIns="91425" rIns="91425" bIns="91425" anchor="t" anchorCtr="0">
            <a:noAutofit/>
          </a:bodyPr>
          <a:lstStyle>
            <a:lvl1pPr lvl="0" algn="r" rtl="0">
              <a:spcBef>
                <a:spcPts val="0"/>
              </a:spcBef>
              <a:spcAft>
                <a:spcPts val="0"/>
              </a:spcAft>
              <a:buClr>
                <a:schemeClr val="accent4"/>
              </a:buClr>
              <a:buSzPts val="3600"/>
              <a:buNone/>
              <a:defRPr sz="5333"/>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54" name="Google Shape;154;p21"/>
          <p:cNvSpPr txBox="1">
            <a:spLocks noGrp="1"/>
          </p:cNvSpPr>
          <p:nvPr>
            <p:ph type="title" idx="2" hasCustomPrompt="1"/>
          </p:nvPr>
        </p:nvSpPr>
        <p:spPr>
          <a:xfrm>
            <a:off x="4989233" y="1979591"/>
            <a:ext cx="2201200" cy="1304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9333">
                <a:solidFill>
                  <a:schemeClr val="accent1"/>
                </a:solidFill>
              </a:defRPr>
            </a:lvl1pPr>
            <a:lvl2pPr lvl="1" algn="ctr" rtl="0">
              <a:spcBef>
                <a:spcPts val="0"/>
              </a:spcBef>
              <a:spcAft>
                <a:spcPts val="0"/>
              </a:spcAft>
              <a:buSzPts val="6000"/>
              <a:buNone/>
              <a:defRPr sz="8000" b="1"/>
            </a:lvl2pPr>
            <a:lvl3pPr lvl="2" algn="ctr" rtl="0">
              <a:spcBef>
                <a:spcPts val="0"/>
              </a:spcBef>
              <a:spcAft>
                <a:spcPts val="0"/>
              </a:spcAft>
              <a:buSzPts val="6000"/>
              <a:buNone/>
              <a:defRPr sz="8000" b="1"/>
            </a:lvl3pPr>
            <a:lvl4pPr lvl="3" algn="ctr" rtl="0">
              <a:spcBef>
                <a:spcPts val="0"/>
              </a:spcBef>
              <a:spcAft>
                <a:spcPts val="0"/>
              </a:spcAft>
              <a:buSzPts val="6000"/>
              <a:buNone/>
              <a:defRPr sz="8000" b="1"/>
            </a:lvl4pPr>
            <a:lvl5pPr lvl="4" algn="ctr" rtl="0">
              <a:spcBef>
                <a:spcPts val="0"/>
              </a:spcBef>
              <a:spcAft>
                <a:spcPts val="0"/>
              </a:spcAft>
              <a:buSzPts val="6000"/>
              <a:buNone/>
              <a:defRPr sz="8000" b="1"/>
            </a:lvl5pPr>
            <a:lvl6pPr lvl="5" algn="ctr" rtl="0">
              <a:spcBef>
                <a:spcPts val="0"/>
              </a:spcBef>
              <a:spcAft>
                <a:spcPts val="0"/>
              </a:spcAft>
              <a:buSzPts val="6000"/>
              <a:buNone/>
              <a:defRPr sz="8000" b="1"/>
            </a:lvl6pPr>
            <a:lvl7pPr lvl="6" algn="ctr" rtl="0">
              <a:spcBef>
                <a:spcPts val="0"/>
              </a:spcBef>
              <a:spcAft>
                <a:spcPts val="0"/>
              </a:spcAft>
              <a:buSzPts val="6000"/>
              <a:buNone/>
              <a:defRPr sz="8000" b="1"/>
            </a:lvl7pPr>
            <a:lvl8pPr lvl="7" algn="ctr" rtl="0">
              <a:spcBef>
                <a:spcPts val="0"/>
              </a:spcBef>
              <a:spcAft>
                <a:spcPts val="0"/>
              </a:spcAft>
              <a:buSzPts val="6000"/>
              <a:buNone/>
              <a:defRPr sz="8000" b="1"/>
            </a:lvl8pPr>
            <a:lvl9pPr lvl="8" algn="ctr" rtl="0">
              <a:spcBef>
                <a:spcPts val="0"/>
              </a:spcBef>
              <a:spcAft>
                <a:spcPts val="0"/>
              </a:spcAft>
              <a:buSzPts val="6000"/>
              <a:buNone/>
              <a:defRPr sz="8000" b="1"/>
            </a:lvl9pPr>
          </a:lstStyle>
          <a:p>
            <a:r>
              <a:t>xx%</a:t>
            </a:r>
          </a:p>
        </p:txBody>
      </p:sp>
      <p:sp>
        <p:nvSpPr>
          <p:cNvPr id="155" name="Google Shape;155;p21"/>
          <p:cNvSpPr txBox="1">
            <a:spLocks noGrp="1"/>
          </p:cNvSpPr>
          <p:nvPr>
            <p:ph type="subTitle" idx="1"/>
          </p:nvPr>
        </p:nvSpPr>
        <p:spPr>
          <a:xfrm>
            <a:off x="1108833" y="4833333"/>
            <a:ext cx="6081600" cy="52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cxnSp>
        <p:nvCxnSpPr>
          <p:cNvPr id="156" name="Google Shape;156;p21"/>
          <p:cNvCxnSpPr/>
          <p:nvPr/>
        </p:nvCxnSpPr>
        <p:spPr>
          <a:xfrm rot="10800000">
            <a:off x="-400"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57" name="Google Shape;157;p21"/>
          <p:cNvCxnSpPr/>
          <p:nvPr/>
        </p:nvCxnSpPr>
        <p:spPr>
          <a:xfrm rot="10800000">
            <a:off x="-400"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58" name="Google Shape;158;p21"/>
          <p:cNvCxnSpPr/>
          <p:nvPr/>
        </p:nvCxnSpPr>
        <p:spPr>
          <a:xfrm>
            <a:off x="-150500" y="5306367"/>
            <a:ext cx="1838000" cy="1648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9" name="Google Shape;159;p21"/>
          <p:cNvCxnSpPr/>
          <p:nvPr/>
        </p:nvCxnSpPr>
        <p:spPr>
          <a:xfrm>
            <a:off x="10544967" y="-118267"/>
            <a:ext cx="1891600" cy="1419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3499638831"/>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60"/>
        <p:cNvGrpSpPr/>
        <p:nvPr/>
      </p:nvGrpSpPr>
      <p:grpSpPr>
        <a:xfrm>
          <a:off x="0" y="0"/>
          <a:ext cx="0" cy="0"/>
          <a:chOff x="0" y="0"/>
          <a:chExt cx="0" cy="0"/>
        </a:xfrm>
      </p:grpSpPr>
      <p:sp>
        <p:nvSpPr>
          <p:cNvPr id="161" name="Google Shape;161;p22"/>
          <p:cNvSpPr txBox="1">
            <a:spLocks noGrp="1"/>
          </p:cNvSpPr>
          <p:nvPr>
            <p:ph type="title"/>
          </p:nvPr>
        </p:nvSpPr>
        <p:spPr>
          <a:xfrm>
            <a:off x="950967" y="593367"/>
            <a:ext cx="10290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162" name="Google Shape;162;p22"/>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63" name="Google Shape;163;p22"/>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64" name="Google Shape;164;p22"/>
          <p:cNvCxnSpPr/>
          <p:nvPr/>
        </p:nvCxnSpPr>
        <p:spPr>
          <a:xfrm>
            <a:off x="9609800" y="-204233"/>
            <a:ext cx="2827200" cy="1698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12923163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65"/>
        <p:cNvGrpSpPr/>
        <p:nvPr/>
      </p:nvGrpSpPr>
      <p:grpSpPr>
        <a:xfrm>
          <a:off x="0" y="0"/>
          <a:ext cx="0" cy="0"/>
          <a:chOff x="0" y="0"/>
          <a:chExt cx="0" cy="0"/>
        </a:xfrm>
      </p:grpSpPr>
      <p:cxnSp>
        <p:nvCxnSpPr>
          <p:cNvPr id="166" name="Google Shape;166;p23"/>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67" name="Google Shape;167;p23"/>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68" name="Google Shape;168;p23"/>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9" name="Google Shape;169;p23"/>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70" name="Google Shape;170;p23"/>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71" name="Google Shape;171;p23"/>
          <p:cNvCxnSpPr/>
          <p:nvPr/>
        </p:nvCxnSpPr>
        <p:spPr>
          <a:xfrm flipH="1">
            <a:off x="-316183" y="-94883"/>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72" name="Google Shape;172;p23"/>
          <p:cNvSpPr txBox="1">
            <a:spLocks noGrp="1"/>
          </p:cNvSpPr>
          <p:nvPr>
            <p:ph type="title"/>
          </p:nvPr>
        </p:nvSpPr>
        <p:spPr>
          <a:xfrm>
            <a:off x="950967" y="593367"/>
            <a:ext cx="10290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09537766"/>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xfrm>
            <a:off x="2503300" y="593367"/>
            <a:ext cx="7185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5" name="Google Shape;175;p24"/>
          <p:cNvSpPr txBox="1">
            <a:spLocks noGrp="1"/>
          </p:cNvSpPr>
          <p:nvPr>
            <p:ph type="subTitle" idx="1"/>
          </p:nvPr>
        </p:nvSpPr>
        <p:spPr>
          <a:xfrm>
            <a:off x="4302277" y="1873853"/>
            <a:ext cx="3314800" cy="53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176" name="Google Shape;176;p24"/>
          <p:cNvSpPr txBox="1">
            <a:spLocks noGrp="1"/>
          </p:cNvSpPr>
          <p:nvPr>
            <p:ph type="subTitle" idx="2"/>
          </p:nvPr>
        </p:nvSpPr>
        <p:spPr>
          <a:xfrm>
            <a:off x="4302277" y="2408556"/>
            <a:ext cx="3314800" cy="82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77" name="Google Shape;177;p24"/>
          <p:cNvSpPr txBox="1">
            <a:spLocks noGrp="1"/>
          </p:cNvSpPr>
          <p:nvPr>
            <p:ph type="subTitle" idx="3"/>
          </p:nvPr>
        </p:nvSpPr>
        <p:spPr>
          <a:xfrm>
            <a:off x="958811" y="1873853"/>
            <a:ext cx="3314800" cy="53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178" name="Google Shape;178;p24"/>
          <p:cNvSpPr txBox="1">
            <a:spLocks noGrp="1"/>
          </p:cNvSpPr>
          <p:nvPr>
            <p:ph type="subTitle" idx="4"/>
          </p:nvPr>
        </p:nvSpPr>
        <p:spPr>
          <a:xfrm>
            <a:off x="958811" y="2408556"/>
            <a:ext cx="3314800" cy="82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79" name="Google Shape;179;p24"/>
          <p:cNvSpPr txBox="1">
            <a:spLocks noGrp="1"/>
          </p:cNvSpPr>
          <p:nvPr>
            <p:ph type="subTitle" idx="5"/>
          </p:nvPr>
        </p:nvSpPr>
        <p:spPr>
          <a:xfrm>
            <a:off x="4302277" y="4228157"/>
            <a:ext cx="3314800" cy="61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180" name="Google Shape;180;p24"/>
          <p:cNvSpPr txBox="1">
            <a:spLocks noGrp="1"/>
          </p:cNvSpPr>
          <p:nvPr>
            <p:ph type="subTitle" idx="6"/>
          </p:nvPr>
        </p:nvSpPr>
        <p:spPr>
          <a:xfrm>
            <a:off x="4302277" y="4753983"/>
            <a:ext cx="3314800" cy="82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181" name="Google Shape;181;p24"/>
          <p:cNvSpPr txBox="1">
            <a:spLocks noGrp="1"/>
          </p:cNvSpPr>
          <p:nvPr>
            <p:ph type="subTitle" idx="7"/>
          </p:nvPr>
        </p:nvSpPr>
        <p:spPr>
          <a:xfrm>
            <a:off x="958811" y="4228157"/>
            <a:ext cx="3314800" cy="61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182" name="Google Shape;182;p24"/>
          <p:cNvSpPr txBox="1">
            <a:spLocks noGrp="1"/>
          </p:cNvSpPr>
          <p:nvPr>
            <p:ph type="subTitle" idx="8"/>
          </p:nvPr>
        </p:nvSpPr>
        <p:spPr>
          <a:xfrm>
            <a:off x="958877" y="4753983"/>
            <a:ext cx="3314800" cy="824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cxnSp>
        <p:nvCxnSpPr>
          <p:cNvPr id="183" name="Google Shape;183;p24"/>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84" name="Google Shape;184;p24"/>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590438666"/>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85"/>
        <p:cNvGrpSpPr/>
        <p:nvPr/>
      </p:nvGrpSpPr>
      <p:grpSpPr>
        <a:xfrm>
          <a:off x="0" y="0"/>
          <a:ext cx="0" cy="0"/>
          <a:chOff x="0" y="0"/>
          <a:chExt cx="0" cy="0"/>
        </a:xfrm>
      </p:grpSpPr>
      <p:cxnSp>
        <p:nvCxnSpPr>
          <p:cNvPr id="186" name="Google Shape;186;p25"/>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87" name="Google Shape;187;p25"/>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88" name="Google Shape;188;p25"/>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89" name="Google Shape;189;p25"/>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190" name="Google Shape;190;p25"/>
          <p:cNvSpPr txBox="1">
            <a:spLocks noGrp="1"/>
          </p:cNvSpPr>
          <p:nvPr>
            <p:ph type="body" idx="1"/>
          </p:nvPr>
        </p:nvSpPr>
        <p:spPr>
          <a:xfrm>
            <a:off x="7397200" y="4010333"/>
            <a:ext cx="3844000" cy="2127200"/>
          </a:xfrm>
          <a:prstGeom prst="rect">
            <a:avLst/>
          </a:prstGeom>
        </p:spPr>
        <p:txBody>
          <a:bodyPr spcFirstLastPara="1" wrap="square" lIns="91425" tIns="91425" rIns="91425" bIns="91425" anchor="t" anchorCtr="0">
            <a:noAutofit/>
          </a:bodyPr>
          <a:lstStyle>
            <a:lvl1pPr marL="609585" lvl="0" indent="-457189" rtl="0">
              <a:lnSpc>
                <a:spcPct val="100000"/>
              </a:lnSpc>
              <a:spcBef>
                <a:spcPts val="0"/>
              </a:spcBef>
              <a:spcAft>
                <a:spcPts val="0"/>
              </a:spcAft>
              <a:buSzPts val="1800"/>
              <a:buChar char="●"/>
              <a:defRPr sz="4000">
                <a:solidFill>
                  <a:schemeClr val="dk1"/>
                </a:solidFill>
                <a:latin typeface="Vidaloka"/>
                <a:ea typeface="Vidaloka"/>
                <a:cs typeface="Vidaloka"/>
                <a:sym typeface="Vidaloka"/>
              </a:defRPr>
            </a:lvl1pPr>
            <a:lvl2pPr marL="1219170" lvl="1" indent="-423323" rtl="0">
              <a:lnSpc>
                <a:spcPct val="100000"/>
              </a:lnSpc>
              <a:spcBef>
                <a:spcPts val="0"/>
              </a:spcBef>
              <a:spcAft>
                <a:spcPts val="0"/>
              </a:spcAft>
              <a:buSzPts val="1400"/>
              <a:buChar char="○"/>
              <a:defRPr sz="4000">
                <a:latin typeface="Vidaloka"/>
                <a:ea typeface="Vidaloka"/>
                <a:cs typeface="Vidaloka"/>
                <a:sym typeface="Vidaloka"/>
              </a:defRPr>
            </a:lvl2pPr>
            <a:lvl3pPr marL="1828754" lvl="2" indent="-423323" rtl="0">
              <a:lnSpc>
                <a:spcPct val="100000"/>
              </a:lnSpc>
              <a:spcBef>
                <a:spcPts val="0"/>
              </a:spcBef>
              <a:spcAft>
                <a:spcPts val="0"/>
              </a:spcAft>
              <a:buSzPts val="1400"/>
              <a:buChar char="■"/>
              <a:defRPr sz="4000">
                <a:latin typeface="Vidaloka"/>
                <a:ea typeface="Vidaloka"/>
                <a:cs typeface="Vidaloka"/>
                <a:sym typeface="Vidaloka"/>
              </a:defRPr>
            </a:lvl3pPr>
            <a:lvl4pPr marL="2438339" lvl="3" indent="-423323" rtl="0">
              <a:lnSpc>
                <a:spcPct val="100000"/>
              </a:lnSpc>
              <a:spcBef>
                <a:spcPts val="0"/>
              </a:spcBef>
              <a:spcAft>
                <a:spcPts val="0"/>
              </a:spcAft>
              <a:buSzPts val="1400"/>
              <a:buChar char="●"/>
              <a:defRPr sz="4000">
                <a:latin typeface="Vidaloka"/>
                <a:ea typeface="Vidaloka"/>
                <a:cs typeface="Vidaloka"/>
                <a:sym typeface="Vidaloka"/>
              </a:defRPr>
            </a:lvl4pPr>
            <a:lvl5pPr marL="3047924" lvl="4" indent="-423323" rtl="0">
              <a:lnSpc>
                <a:spcPct val="100000"/>
              </a:lnSpc>
              <a:spcBef>
                <a:spcPts val="0"/>
              </a:spcBef>
              <a:spcAft>
                <a:spcPts val="0"/>
              </a:spcAft>
              <a:buSzPts val="1400"/>
              <a:buChar char="○"/>
              <a:defRPr sz="4000">
                <a:latin typeface="Vidaloka"/>
                <a:ea typeface="Vidaloka"/>
                <a:cs typeface="Vidaloka"/>
                <a:sym typeface="Vidaloka"/>
              </a:defRPr>
            </a:lvl5pPr>
            <a:lvl6pPr marL="3657509" lvl="5" indent="-423323" rtl="0">
              <a:lnSpc>
                <a:spcPct val="100000"/>
              </a:lnSpc>
              <a:spcBef>
                <a:spcPts val="0"/>
              </a:spcBef>
              <a:spcAft>
                <a:spcPts val="0"/>
              </a:spcAft>
              <a:buSzPts val="1400"/>
              <a:buChar char="■"/>
              <a:defRPr sz="4000">
                <a:latin typeface="Vidaloka"/>
                <a:ea typeface="Vidaloka"/>
                <a:cs typeface="Vidaloka"/>
                <a:sym typeface="Vidaloka"/>
              </a:defRPr>
            </a:lvl6pPr>
            <a:lvl7pPr marL="4267093" lvl="6" indent="-423323" rtl="0">
              <a:lnSpc>
                <a:spcPct val="100000"/>
              </a:lnSpc>
              <a:spcBef>
                <a:spcPts val="0"/>
              </a:spcBef>
              <a:spcAft>
                <a:spcPts val="0"/>
              </a:spcAft>
              <a:buSzPts val="1400"/>
              <a:buChar char="●"/>
              <a:defRPr sz="4000">
                <a:latin typeface="Vidaloka"/>
                <a:ea typeface="Vidaloka"/>
                <a:cs typeface="Vidaloka"/>
                <a:sym typeface="Vidaloka"/>
              </a:defRPr>
            </a:lvl7pPr>
            <a:lvl8pPr marL="4876678" lvl="7" indent="-423323" rtl="0">
              <a:lnSpc>
                <a:spcPct val="100000"/>
              </a:lnSpc>
              <a:spcBef>
                <a:spcPts val="0"/>
              </a:spcBef>
              <a:spcAft>
                <a:spcPts val="0"/>
              </a:spcAft>
              <a:buSzPts val="1400"/>
              <a:buChar char="○"/>
              <a:defRPr sz="4000">
                <a:latin typeface="Vidaloka"/>
                <a:ea typeface="Vidaloka"/>
                <a:cs typeface="Vidaloka"/>
                <a:sym typeface="Vidaloka"/>
              </a:defRPr>
            </a:lvl8pPr>
            <a:lvl9pPr marL="5486263" lvl="8" indent="-423323" rtl="0">
              <a:lnSpc>
                <a:spcPct val="100000"/>
              </a:lnSpc>
              <a:spcBef>
                <a:spcPts val="0"/>
              </a:spcBef>
              <a:spcAft>
                <a:spcPts val="0"/>
              </a:spcAft>
              <a:buSzPts val="1400"/>
              <a:buChar char="■"/>
              <a:defRPr sz="4000">
                <a:latin typeface="Vidaloka"/>
                <a:ea typeface="Vidaloka"/>
                <a:cs typeface="Vidaloka"/>
                <a:sym typeface="Vidaloka"/>
              </a:defRPr>
            </a:lvl9pPr>
          </a:lstStyle>
          <a:p>
            <a:pPr lvl="0"/>
            <a:r>
              <a:rPr lang="en-US"/>
              <a:t>Click to edit Master text styles</a:t>
            </a:r>
          </a:p>
        </p:txBody>
      </p:sp>
    </p:spTree>
    <p:extLst>
      <p:ext uri="{BB962C8B-B14F-4D97-AF65-F5344CB8AC3E}">
        <p14:creationId xmlns:p14="http://schemas.microsoft.com/office/powerpoint/2010/main" val="954568222"/>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number 1">
  <p:cSld name="Big number 1">
    <p:spTree>
      <p:nvGrpSpPr>
        <p:cNvPr id="1" name="Shape 191"/>
        <p:cNvGrpSpPr/>
        <p:nvPr/>
      </p:nvGrpSpPr>
      <p:grpSpPr>
        <a:xfrm>
          <a:off x="0" y="0"/>
          <a:ext cx="0" cy="0"/>
          <a:chOff x="0" y="0"/>
          <a:chExt cx="0" cy="0"/>
        </a:xfrm>
      </p:grpSpPr>
      <p:sp>
        <p:nvSpPr>
          <p:cNvPr id="192" name="Google Shape;192;p26"/>
          <p:cNvSpPr txBox="1">
            <a:spLocks noGrp="1"/>
          </p:cNvSpPr>
          <p:nvPr>
            <p:ph type="title" hasCustomPrompt="1"/>
          </p:nvPr>
        </p:nvSpPr>
        <p:spPr>
          <a:xfrm>
            <a:off x="950967" y="1793833"/>
            <a:ext cx="8160400" cy="21924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6000">
                <a:solidFill>
                  <a:schemeClr val="accent1"/>
                </a:solidFill>
              </a:defRPr>
            </a:lvl1pPr>
            <a:lvl2pPr lvl="1" rtl="0">
              <a:spcBef>
                <a:spcPts val="0"/>
              </a:spcBef>
              <a:spcAft>
                <a:spcPts val="0"/>
              </a:spcAft>
              <a:buSzPts val="12000"/>
              <a:buNone/>
              <a:defRPr sz="16000"/>
            </a:lvl2pPr>
            <a:lvl3pPr lvl="2" rtl="0">
              <a:spcBef>
                <a:spcPts val="0"/>
              </a:spcBef>
              <a:spcAft>
                <a:spcPts val="0"/>
              </a:spcAft>
              <a:buSzPts val="12000"/>
              <a:buNone/>
              <a:defRPr sz="16000"/>
            </a:lvl3pPr>
            <a:lvl4pPr lvl="3" rtl="0">
              <a:spcBef>
                <a:spcPts val="0"/>
              </a:spcBef>
              <a:spcAft>
                <a:spcPts val="0"/>
              </a:spcAft>
              <a:buSzPts val="12000"/>
              <a:buNone/>
              <a:defRPr sz="16000"/>
            </a:lvl4pPr>
            <a:lvl5pPr lvl="4" rtl="0">
              <a:spcBef>
                <a:spcPts val="0"/>
              </a:spcBef>
              <a:spcAft>
                <a:spcPts val="0"/>
              </a:spcAft>
              <a:buSzPts val="12000"/>
              <a:buNone/>
              <a:defRPr sz="16000"/>
            </a:lvl5pPr>
            <a:lvl6pPr lvl="5" rtl="0">
              <a:spcBef>
                <a:spcPts val="0"/>
              </a:spcBef>
              <a:spcAft>
                <a:spcPts val="0"/>
              </a:spcAft>
              <a:buSzPts val="12000"/>
              <a:buNone/>
              <a:defRPr sz="16000"/>
            </a:lvl6pPr>
            <a:lvl7pPr lvl="6" rtl="0">
              <a:spcBef>
                <a:spcPts val="0"/>
              </a:spcBef>
              <a:spcAft>
                <a:spcPts val="0"/>
              </a:spcAft>
              <a:buSzPts val="12000"/>
              <a:buNone/>
              <a:defRPr sz="16000"/>
            </a:lvl7pPr>
            <a:lvl8pPr lvl="7" rtl="0">
              <a:spcBef>
                <a:spcPts val="0"/>
              </a:spcBef>
              <a:spcAft>
                <a:spcPts val="0"/>
              </a:spcAft>
              <a:buSzPts val="12000"/>
              <a:buNone/>
              <a:defRPr sz="16000"/>
            </a:lvl8pPr>
            <a:lvl9pPr lvl="8" rtl="0">
              <a:spcBef>
                <a:spcPts val="0"/>
              </a:spcBef>
              <a:spcAft>
                <a:spcPts val="0"/>
              </a:spcAft>
              <a:buSzPts val="12000"/>
              <a:buNone/>
              <a:defRPr sz="16000"/>
            </a:lvl9pPr>
          </a:lstStyle>
          <a:p>
            <a:r>
              <a:t>xx%</a:t>
            </a:r>
          </a:p>
        </p:txBody>
      </p:sp>
      <p:sp>
        <p:nvSpPr>
          <p:cNvPr id="193" name="Google Shape;193;p26"/>
          <p:cNvSpPr txBox="1">
            <a:spLocks noGrp="1"/>
          </p:cNvSpPr>
          <p:nvPr>
            <p:ph type="subTitle" idx="1"/>
          </p:nvPr>
        </p:nvSpPr>
        <p:spPr>
          <a:xfrm>
            <a:off x="950967" y="4251531"/>
            <a:ext cx="8160400" cy="5000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2133"/>
            </a:lvl1pPr>
            <a:lvl2pPr lvl="1" rtl="0">
              <a:spcBef>
                <a:spcPts val="0"/>
              </a:spcBef>
              <a:spcAft>
                <a:spcPts val="0"/>
              </a:spcAft>
              <a:buSzPts val="1600"/>
              <a:buNone/>
              <a:defRPr sz="2133"/>
            </a:lvl2pPr>
            <a:lvl3pPr lvl="2" rtl="0">
              <a:spcBef>
                <a:spcPts val="0"/>
              </a:spcBef>
              <a:spcAft>
                <a:spcPts val="0"/>
              </a:spcAft>
              <a:buSzPts val="1600"/>
              <a:buNone/>
              <a:defRPr sz="2133"/>
            </a:lvl3pPr>
            <a:lvl4pPr lvl="3" rtl="0">
              <a:spcBef>
                <a:spcPts val="0"/>
              </a:spcBef>
              <a:spcAft>
                <a:spcPts val="0"/>
              </a:spcAft>
              <a:buSzPts val="1600"/>
              <a:buNone/>
              <a:defRPr sz="2133"/>
            </a:lvl4pPr>
            <a:lvl5pPr lvl="4" rtl="0">
              <a:spcBef>
                <a:spcPts val="0"/>
              </a:spcBef>
              <a:spcAft>
                <a:spcPts val="0"/>
              </a:spcAft>
              <a:buSzPts val="1600"/>
              <a:buNone/>
              <a:defRPr sz="2133"/>
            </a:lvl5pPr>
            <a:lvl6pPr lvl="5" rtl="0">
              <a:spcBef>
                <a:spcPts val="0"/>
              </a:spcBef>
              <a:spcAft>
                <a:spcPts val="0"/>
              </a:spcAft>
              <a:buSzPts val="1600"/>
              <a:buNone/>
              <a:defRPr sz="2133"/>
            </a:lvl6pPr>
            <a:lvl7pPr lvl="6" rtl="0">
              <a:spcBef>
                <a:spcPts val="0"/>
              </a:spcBef>
              <a:spcAft>
                <a:spcPts val="0"/>
              </a:spcAft>
              <a:buSzPts val="1600"/>
              <a:buNone/>
              <a:defRPr sz="2133"/>
            </a:lvl7pPr>
            <a:lvl8pPr lvl="7" rtl="0">
              <a:spcBef>
                <a:spcPts val="0"/>
              </a:spcBef>
              <a:spcAft>
                <a:spcPts val="0"/>
              </a:spcAft>
              <a:buSzPts val="1600"/>
              <a:buNone/>
              <a:defRPr sz="2133"/>
            </a:lvl8pPr>
            <a:lvl9pPr lvl="8" rtl="0">
              <a:spcBef>
                <a:spcPts val="0"/>
              </a:spcBef>
              <a:spcAft>
                <a:spcPts val="0"/>
              </a:spcAft>
              <a:buSzPts val="1600"/>
              <a:buNone/>
              <a:defRPr sz="2133"/>
            </a:lvl9pPr>
          </a:lstStyle>
          <a:p>
            <a:r>
              <a:rPr lang="en-US"/>
              <a:t>Click to edit Master subtitle style</a:t>
            </a:r>
            <a:endParaRPr/>
          </a:p>
        </p:txBody>
      </p:sp>
      <p:cxnSp>
        <p:nvCxnSpPr>
          <p:cNvPr id="194" name="Google Shape;194;p26"/>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95" name="Google Shape;195;p26"/>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196" name="Google Shape;196;p26"/>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97" name="Google Shape;197;p26"/>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933461783"/>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98"/>
        <p:cNvGrpSpPr/>
        <p:nvPr/>
      </p:nvGrpSpPr>
      <p:grpSpPr>
        <a:xfrm>
          <a:off x="0" y="0"/>
          <a:ext cx="0" cy="0"/>
          <a:chOff x="0" y="0"/>
          <a:chExt cx="0" cy="0"/>
        </a:xfrm>
      </p:grpSpPr>
      <p:sp>
        <p:nvSpPr>
          <p:cNvPr id="199" name="Google Shape;199;p27"/>
          <p:cNvSpPr txBox="1">
            <a:spLocks noGrp="1"/>
          </p:cNvSpPr>
          <p:nvPr>
            <p:ph type="title"/>
          </p:nvPr>
        </p:nvSpPr>
        <p:spPr>
          <a:xfrm>
            <a:off x="5795333" y="3289833"/>
            <a:ext cx="5444800" cy="16000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600"/>
              <a:buNone/>
              <a:defRPr sz="4667"/>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n-US"/>
              <a:t>Click to edit Master title style</a:t>
            </a:r>
            <a:endParaRPr/>
          </a:p>
        </p:txBody>
      </p:sp>
      <p:sp>
        <p:nvSpPr>
          <p:cNvPr id="200" name="Google Shape;200;p27"/>
          <p:cNvSpPr txBox="1">
            <a:spLocks noGrp="1"/>
          </p:cNvSpPr>
          <p:nvPr>
            <p:ph type="title" idx="2" hasCustomPrompt="1"/>
          </p:nvPr>
        </p:nvSpPr>
        <p:spPr>
          <a:xfrm>
            <a:off x="6608133" y="1361767"/>
            <a:ext cx="2201200" cy="13044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9333">
                <a:solidFill>
                  <a:schemeClr val="accent1"/>
                </a:solidFill>
              </a:defRPr>
            </a:lvl1pPr>
            <a:lvl2pPr lvl="1" rtl="0">
              <a:spcBef>
                <a:spcPts val="0"/>
              </a:spcBef>
              <a:spcAft>
                <a:spcPts val="0"/>
              </a:spcAft>
              <a:buSzPts val="6000"/>
              <a:buNone/>
              <a:defRPr sz="8000" b="1"/>
            </a:lvl2pPr>
            <a:lvl3pPr lvl="2" rtl="0">
              <a:spcBef>
                <a:spcPts val="0"/>
              </a:spcBef>
              <a:spcAft>
                <a:spcPts val="0"/>
              </a:spcAft>
              <a:buSzPts val="6000"/>
              <a:buNone/>
              <a:defRPr sz="8000" b="1"/>
            </a:lvl3pPr>
            <a:lvl4pPr lvl="3" rtl="0">
              <a:spcBef>
                <a:spcPts val="0"/>
              </a:spcBef>
              <a:spcAft>
                <a:spcPts val="0"/>
              </a:spcAft>
              <a:buSzPts val="6000"/>
              <a:buNone/>
              <a:defRPr sz="8000" b="1"/>
            </a:lvl4pPr>
            <a:lvl5pPr lvl="4" rtl="0">
              <a:spcBef>
                <a:spcPts val="0"/>
              </a:spcBef>
              <a:spcAft>
                <a:spcPts val="0"/>
              </a:spcAft>
              <a:buSzPts val="6000"/>
              <a:buNone/>
              <a:defRPr sz="8000" b="1"/>
            </a:lvl5pPr>
            <a:lvl6pPr lvl="5" rtl="0">
              <a:spcBef>
                <a:spcPts val="0"/>
              </a:spcBef>
              <a:spcAft>
                <a:spcPts val="0"/>
              </a:spcAft>
              <a:buSzPts val="6000"/>
              <a:buNone/>
              <a:defRPr sz="8000" b="1"/>
            </a:lvl6pPr>
            <a:lvl7pPr lvl="6" rtl="0">
              <a:spcBef>
                <a:spcPts val="0"/>
              </a:spcBef>
              <a:spcAft>
                <a:spcPts val="0"/>
              </a:spcAft>
              <a:buSzPts val="6000"/>
              <a:buNone/>
              <a:defRPr sz="8000" b="1"/>
            </a:lvl7pPr>
            <a:lvl8pPr lvl="7" rtl="0">
              <a:spcBef>
                <a:spcPts val="0"/>
              </a:spcBef>
              <a:spcAft>
                <a:spcPts val="0"/>
              </a:spcAft>
              <a:buSzPts val="6000"/>
              <a:buNone/>
              <a:defRPr sz="8000" b="1"/>
            </a:lvl8pPr>
            <a:lvl9pPr lvl="8" rtl="0">
              <a:spcBef>
                <a:spcPts val="0"/>
              </a:spcBef>
              <a:spcAft>
                <a:spcPts val="0"/>
              </a:spcAft>
              <a:buSzPts val="6000"/>
              <a:buNone/>
              <a:defRPr sz="8000" b="1"/>
            </a:lvl9pPr>
          </a:lstStyle>
          <a:p>
            <a:r>
              <a:t>xx%</a:t>
            </a:r>
          </a:p>
        </p:txBody>
      </p:sp>
      <p:sp>
        <p:nvSpPr>
          <p:cNvPr id="201" name="Google Shape;201;p27"/>
          <p:cNvSpPr txBox="1">
            <a:spLocks noGrp="1"/>
          </p:cNvSpPr>
          <p:nvPr>
            <p:ph type="subTitle" idx="1"/>
          </p:nvPr>
        </p:nvSpPr>
        <p:spPr>
          <a:xfrm>
            <a:off x="5795333" y="4866233"/>
            <a:ext cx="5444800" cy="833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cxnSp>
        <p:nvCxnSpPr>
          <p:cNvPr id="202" name="Google Shape;202;p27"/>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03" name="Google Shape;203;p27"/>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04" name="Google Shape;204;p27"/>
          <p:cNvCxnSpPr/>
          <p:nvPr/>
        </p:nvCxnSpPr>
        <p:spPr>
          <a:xfrm>
            <a:off x="-279467" y="3203267"/>
            <a:ext cx="4192400" cy="37196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4273641735"/>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205"/>
        <p:cNvGrpSpPr/>
        <p:nvPr/>
      </p:nvGrpSpPr>
      <p:grpSpPr>
        <a:xfrm>
          <a:off x="0" y="0"/>
          <a:ext cx="0" cy="0"/>
          <a:chOff x="0" y="0"/>
          <a:chExt cx="0" cy="0"/>
        </a:xfrm>
      </p:grpSpPr>
      <p:sp>
        <p:nvSpPr>
          <p:cNvPr id="206" name="Google Shape;206;p28"/>
          <p:cNvSpPr txBox="1">
            <a:spLocks noGrp="1"/>
          </p:cNvSpPr>
          <p:nvPr>
            <p:ph type="title"/>
          </p:nvPr>
        </p:nvSpPr>
        <p:spPr>
          <a:xfrm>
            <a:off x="5831800" y="1259000"/>
            <a:ext cx="5346000" cy="865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4667"/>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n-US"/>
              <a:t>Click to edit Master title style</a:t>
            </a:r>
            <a:endParaRPr/>
          </a:p>
        </p:txBody>
      </p:sp>
      <p:sp>
        <p:nvSpPr>
          <p:cNvPr id="207" name="Google Shape;207;p28"/>
          <p:cNvSpPr txBox="1">
            <a:spLocks noGrp="1"/>
          </p:cNvSpPr>
          <p:nvPr>
            <p:ph type="title" idx="2" hasCustomPrompt="1"/>
          </p:nvPr>
        </p:nvSpPr>
        <p:spPr>
          <a:xfrm>
            <a:off x="3059800" y="1462200"/>
            <a:ext cx="2201200" cy="1304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9333">
                <a:solidFill>
                  <a:schemeClr val="accent1"/>
                </a:solidFill>
              </a:defRPr>
            </a:lvl1pPr>
            <a:lvl2pPr lvl="1" rtl="0">
              <a:spcBef>
                <a:spcPts val="0"/>
              </a:spcBef>
              <a:spcAft>
                <a:spcPts val="0"/>
              </a:spcAft>
              <a:buSzPts val="6000"/>
              <a:buNone/>
              <a:defRPr sz="8000" b="1"/>
            </a:lvl2pPr>
            <a:lvl3pPr lvl="2" rtl="0">
              <a:spcBef>
                <a:spcPts val="0"/>
              </a:spcBef>
              <a:spcAft>
                <a:spcPts val="0"/>
              </a:spcAft>
              <a:buSzPts val="6000"/>
              <a:buNone/>
              <a:defRPr sz="8000" b="1"/>
            </a:lvl3pPr>
            <a:lvl4pPr lvl="3" rtl="0">
              <a:spcBef>
                <a:spcPts val="0"/>
              </a:spcBef>
              <a:spcAft>
                <a:spcPts val="0"/>
              </a:spcAft>
              <a:buSzPts val="6000"/>
              <a:buNone/>
              <a:defRPr sz="8000" b="1"/>
            </a:lvl4pPr>
            <a:lvl5pPr lvl="4" rtl="0">
              <a:spcBef>
                <a:spcPts val="0"/>
              </a:spcBef>
              <a:spcAft>
                <a:spcPts val="0"/>
              </a:spcAft>
              <a:buSzPts val="6000"/>
              <a:buNone/>
              <a:defRPr sz="8000" b="1"/>
            </a:lvl5pPr>
            <a:lvl6pPr lvl="5" rtl="0">
              <a:spcBef>
                <a:spcPts val="0"/>
              </a:spcBef>
              <a:spcAft>
                <a:spcPts val="0"/>
              </a:spcAft>
              <a:buSzPts val="6000"/>
              <a:buNone/>
              <a:defRPr sz="8000" b="1"/>
            </a:lvl6pPr>
            <a:lvl7pPr lvl="6" rtl="0">
              <a:spcBef>
                <a:spcPts val="0"/>
              </a:spcBef>
              <a:spcAft>
                <a:spcPts val="0"/>
              </a:spcAft>
              <a:buSzPts val="6000"/>
              <a:buNone/>
              <a:defRPr sz="8000" b="1"/>
            </a:lvl7pPr>
            <a:lvl8pPr lvl="7" rtl="0">
              <a:spcBef>
                <a:spcPts val="0"/>
              </a:spcBef>
              <a:spcAft>
                <a:spcPts val="0"/>
              </a:spcAft>
              <a:buSzPts val="6000"/>
              <a:buNone/>
              <a:defRPr sz="8000" b="1"/>
            </a:lvl8pPr>
            <a:lvl9pPr lvl="8" rtl="0">
              <a:spcBef>
                <a:spcPts val="0"/>
              </a:spcBef>
              <a:spcAft>
                <a:spcPts val="0"/>
              </a:spcAft>
              <a:buSzPts val="6000"/>
              <a:buNone/>
              <a:defRPr sz="8000" b="1"/>
            </a:lvl9pPr>
          </a:lstStyle>
          <a:p>
            <a:r>
              <a:t>xx%</a:t>
            </a:r>
          </a:p>
        </p:txBody>
      </p:sp>
      <p:sp>
        <p:nvSpPr>
          <p:cNvPr id="208" name="Google Shape;208;p28"/>
          <p:cNvSpPr txBox="1">
            <a:spLocks noGrp="1"/>
          </p:cNvSpPr>
          <p:nvPr>
            <p:ph type="subTitle" idx="1"/>
          </p:nvPr>
        </p:nvSpPr>
        <p:spPr>
          <a:xfrm>
            <a:off x="5831800" y="2124200"/>
            <a:ext cx="3300400" cy="833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867">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cxnSp>
        <p:nvCxnSpPr>
          <p:cNvPr id="209" name="Google Shape;209;p28"/>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10" name="Google Shape;210;p28"/>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11" name="Google Shape;211;p28"/>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12" name="Google Shape;212;p28"/>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13" name="Google Shape;213;p28"/>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14" name="Google Shape;214;p28"/>
          <p:cNvCxnSpPr/>
          <p:nvPr/>
        </p:nvCxnSpPr>
        <p:spPr>
          <a:xfrm flipH="1">
            <a:off x="-316183" y="-94883"/>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541268092"/>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15"/>
        <p:cNvGrpSpPr/>
        <p:nvPr/>
      </p:nvGrpSpPr>
      <p:grpSpPr>
        <a:xfrm>
          <a:off x="0" y="0"/>
          <a:ext cx="0" cy="0"/>
          <a:chOff x="0" y="0"/>
          <a:chExt cx="0" cy="0"/>
        </a:xfrm>
      </p:grpSpPr>
      <p:sp>
        <p:nvSpPr>
          <p:cNvPr id="216" name="Google Shape;216;p29"/>
          <p:cNvSpPr txBox="1">
            <a:spLocks noGrp="1"/>
          </p:cNvSpPr>
          <p:nvPr>
            <p:ph type="title"/>
          </p:nvPr>
        </p:nvSpPr>
        <p:spPr>
          <a:xfrm>
            <a:off x="1391633" y="1230089"/>
            <a:ext cx="4164000" cy="3010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46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17" name="Google Shape;217;p29"/>
          <p:cNvSpPr txBox="1">
            <a:spLocks noGrp="1"/>
          </p:cNvSpPr>
          <p:nvPr>
            <p:ph type="subTitle" idx="1"/>
          </p:nvPr>
        </p:nvSpPr>
        <p:spPr>
          <a:xfrm>
            <a:off x="1391633" y="4481251"/>
            <a:ext cx="4018000" cy="104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867"/>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r>
              <a:rPr lang="en-US"/>
              <a:t>Click to edit Master subtitle style</a:t>
            </a:r>
            <a:endParaRPr/>
          </a:p>
        </p:txBody>
      </p:sp>
      <p:cxnSp>
        <p:nvCxnSpPr>
          <p:cNvPr id="218" name="Google Shape;218;p29"/>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19" name="Google Shape;219;p29"/>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20" name="Google Shape;220;p29"/>
          <p:cNvCxnSpPr/>
          <p:nvPr/>
        </p:nvCxnSpPr>
        <p:spPr>
          <a:xfrm>
            <a:off x="7096867" y="-107500"/>
            <a:ext cx="5340000" cy="267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3767788125"/>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221"/>
        <p:cNvGrpSpPr/>
        <p:nvPr/>
      </p:nvGrpSpPr>
      <p:grpSpPr>
        <a:xfrm>
          <a:off x="0" y="0"/>
          <a:ext cx="0" cy="0"/>
          <a:chOff x="0" y="0"/>
          <a:chExt cx="0" cy="0"/>
        </a:xfrm>
      </p:grpSpPr>
      <p:sp>
        <p:nvSpPr>
          <p:cNvPr id="222" name="Google Shape;222;p30"/>
          <p:cNvSpPr txBox="1">
            <a:spLocks noGrp="1"/>
          </p:cNvSpPr>
          <p:nvPr>
            <p:ph type="title"/>
          </p:nvPr>
        </p:nvSpPr>
        <p:spPr>
          <a:xfrm>
            <a:off x="7081233" y="1283420"/>
            <a:ext cx="4164000" cy="3010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46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23" name="Google Shape;223;p30"/>
          <p:cNvSpPr txBox="1">
            <a:spLocks noGrp="1"/>
          </p:cNvSpPr>
          <p:nvPr>
            <p:ph type="subTitle" idx="1"/>
          </p:nvPr>
        </p:nvSpPr>
        <p:spPr>
          <a:xfrm>
            <a:off x="7081233" y="4534580"/>
            <a:ext cx="4018000" cy="104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867">
                <a:solidFill>
                  <a:schemeClr val="dk1"/>
                </a:solidFill>
              </a:defRPr>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r>
              <a:rPr lang="en-US"/>
              <a:t>Click to edit Master subtitle style</a:t>
            </a:r>
            <a:endParaRPr/>
          </a:p>
        </p:txBody>
      </p:sp>
      <p:cxnSp>
        <p:nvCxnSpPr>
          <p:cNvPr id="224" name="Google Shape;224;p30"/>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25" name="Google Shape;225;p30"/>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26" name="Google Shape;226;p30"/>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7" name="Google Shape;227;p30"/>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8" name="Google Shape;228;p30"/>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9" name="Google Shape;229;p30"/>
          <p:cNvCxnSpPr/>
          <p:nvPr/>
        </p:nvCxnSpPr>
        <p:spPr>
          <a:xfrm flipH="1">
            <a:off x="-316183" y="-94883"/>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1491302892"/>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30"/>
        <p:cNvGrpSpPr/>
        <p:nvPr/>
      </p:nvGrpSpPr>
      <p:grpSpPr>
        <a:xfrm>
          <a:off x="0" y="0"/>
          <a:ext cx="0" cy="0"/>
          <a:chOff x="0" y="0"/>
          <a:chExt cx="0" cy="0"/>
        </a:xfrm>
      </p:grpSpPr>
      <p:sp>
        <p:nvSpPr>
          <p:cNvPr id="231" name="Google Shape;231;p31"/>
          <p:cNvSpPr txBox="1">
            <a:spLocks noGrp="1"/>
          </p:cNvSpPr>
          <p:nvPr>
            <p:ph type="subTitle" idx="1"/>
          </p:nvPr>
        </p:nvSpPr>
        <p:spPr>
          <a:xfrm>
            <a:off x="4678667" y="33760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232" name="Google Shape;232;p31"/>
          <p:cNvSpPr txBox="1">
            <a:spLocks noGrp="1"/>
          </p:cNvSpPr>
          <p:nvPr>
            <p:ph type="subTitle" idx="2"/>
          </p:nvPr>
        </p:nvSpPr>
        <p:spPr>
          <a:xfrm>
            <a:off x="4678700" y="3930996"/>
            <a:ext cx="2834800" cy="108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33" name="Google Shape;233;p31"/>
          <p:cNvSpPr txBox="1">
            <a:spLocks noGrp="1"/>
          </p:cNvSpPr>
          <p:nvPr>
            <p:ph type="subTitle" idx="3"/>
          </p:nvPr>
        </p:nvSpPr>
        <p:spPr>
          <a:xfrm>
            <a:off x="1270700" y="33760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234" name="Google Shape;234;p31"/>
          <p:cNvSpPr txBox="1">
            <a:spLocks noGrp="1"/>
          </p:cNvSpPr>
          <p:nvPr>
            <p:ph type="subTitle" idx="4"/>
          </p:nvPr>
        </p:nvSpPr>
        <p:spPr>
          <a:xfrm>
            <a:off x="1270833" y="3930996"/>
            <a:ext cx="2834800" cy="108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35" name="Google Shape;235;p31"/>
          <p:cNvSpPr txBox="1">
            <a:spLocks noGrp="1"/>
          </p:cNvSpPr>
          <p:nvPr>
            <p:ph type="subTitle" idx="5"/>
          </p:nvPr>
        </p:nvSpPr>
        <p:spPr>
          <a:xfrm>
            <a:off x="8086500" y="33760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236" name="Google Shape;236;p31"/>
          <p:cNvSpPr txBox="1">
            <a:spLocks noGrp="1"/>
          </p:cNvSpPr>
          <p:nvPr>
            <p:ph type="subTitle" idx="6"/>
          </p:nvPr>
        </p:nvSpPr>
        <p:spPr>
          <a:xfrm>
            <a:off x="8086500" y="3930996"/>
            <a:ext cx="2834800" cy="108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37" name="Google Shape;237;p31"/>
          <p:cNvSpPr txBox="1">
            <a:spLocks noGrp="1"/>
          </p:cNvSpPr>
          <p:nvPr>
            <p:ph type="title"/>
          </p:nvPr>
        </p:nvSpPr>
        <p:spPr>
          <a:xfrm>
            <a:off x="950967" y="593367"/>
            <a:ext cx="8874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cxnSp>
        <p:nvCxnSpPr>
          <p:cNvPr id="238" name="Google Shape;238;p31"/>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39" name="Google Shape;239;p31"/>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3468307525"/>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40"/>
        <p:cNvGrpSpPr/>
        <p:nvPr/>
      </p:nvGrpSpPr>
      <p:grpSpPr>
        <a:xfrm>
          <a:off x="0" y="0"/>
          <a:ext cx="0" cy="0"/>
          <a:chOff x="0" y="0"/>
          <a:chExt cx="0" cy="0"/>
        </a:xfrm>
      </p:grpSpPr>
      <p:sp>
        <p:nvSpPr>
          <p:cNvPr id="241" name="Google Shape;241;p32"/>
          <p:cNvSpPr txBox="1">
            <a:spLocks noGrp="1"/>
          </p:cNvSpPr>
          <p:nvPr>
            <p:ph type="subTitle" idx="1"/>
          </p:nvPr>
        </p:nvSpPr>
        <p:spPr>
          <a:xfrm>
            <a:off x="4678667" y="22584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242" name="Google Shape;242;p32"/>
          <p:cNvSpPr txBox="1">
            <a:spLocks noGrp="1"/>
          </p:cNvSpPr>
          <p:nvPr>
            <p:ph type="subTitle" idx="2"/>
          </p:nvPr>
        </p:nvSpPr>
        <p:spPr>
          <a:xfrm>
            <a:off x="4678700" y="2813399"/>
            <a:ext cx="28348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43" name="Google Shape;243;p32"/>
          <p:cNvSpPr txBox="1">
            <a:spLocks noGrp="1"/>
          </p:cNvSpPr>
          <p:nvPr>
            <p:ph type="subTitle" idx="3"/>
          </p:nvPr>
        </p:nvSpPr>
        <p:spPr>
          <a:xfrm>
            <a:off x="1270700" y="22584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244" name="Google Shape;244;p32"/>
          <p:cNvSpPr txBox="1">
            <a:spLocks noGrp="1"/>
          </p:cNvSpPr>
          <p:nvPr>
            <p:ph type="subTitle" idx="4"/>
          </p:nvPr>
        </p:nvSpPr>
        <p:spPr>
          <a:xfrm>
            <a:off x="1270833" y="2813399"/>
            <a:ext cx="28348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45" name="Google Shape;245;p32"/>
          <p:cNvSpPr txBox="1">
            <a:spLocks noGrp="1"/>
          </p:cNvSpPr>
          <p:nvPr>
            <p:ph type="subTitle" idx="5"/>
          </p:nvPr>
        </p:nvSpPr>
        <p:spPr>
          <a:xfrm>
            <a:off x="8086500" y="22584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246" name="Google Shape;246;p32"/>
          <p:cNvSpPr txBox="1">
            <a:spLocks noGrp="1"/>
          </p:cNvSpPr>
          <p:nvPr>
            <p:ph type="subTitle" idx="6"/>
          </p:nvPr>
        </p:nvSpPr>
        <p:spPr>
          <a:xfrm>
            <a:off x="8086500" y="2813399"/>
            <a:ext cx="28348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47" name="Google Shape;247;p32"/>
          <p:cNvSpPr txBox="1">
            <a:spLocks noGrp="1"/>
          </p:cNvSpPr>
          <p:nvPr>
            <p:ph type="title"/>
          </p:nvPr>
        </p:nvSpPr>
        <p:spPr>
          <a:xfrm>
            <a:off x="1659000" y="593367"/>
            <a:ext cx="8874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sp>
        <p:nvSpPr>
          <p:cNvPr id="248" name="Google Shape;248;p32"/>
          <p:cNvSpPr txBox="1">
            <a:spLocks noGrp="1"/>
          </p:cNvSpPr>
          <p:nvPr>
            <p:ph type="subTitle" idx="7"/>
          </p:nvPr>
        </p:nvSpPr>
        <p:spPr>
          <a:xfrm>
            <a:off x="4678667" y="45316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249" name="Google Shape;249;p32"/>
          <p:cNvSpPr txBox="1">
            <a:spLocks noGrp="1"/>
          </p:cNvSpPr>
          <p:nvPr>
            <p:ph type="subTitle" idx="8"/>
          </p:nvPr>
        </p:nvSpPr>
        <p:spPr>
          <a:xfrm>
            <a:off x="4678700" y="5086599"/>
            <a:ext cx="28348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50" name="Google Shape;250;p32"/>
          <p:cNvSpPr txBox="1">
            <a:spLocks noGrp="1"/>
          </p:cNvSpPr>
          <p:nvPr>
            <p:ph type="subTitle" idx="9"/>
          </p:nvPr>
        </p:nvSpPr>
        <p:spPr>
          <a:xfrm>
            <a:off x="1270700" y="45316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251" name="Google Shape;251;p32"/>
          <p:cNvSpPr txBox="1">
            <a:spLocks noGrp="1"/>
          </p:cNvSpPr>
          <p:nvPr>
            <p:ph type="subTitle" idx="13"/>
          </p:nvPr>
        </p:nvSpPr>
        <p:spPr>
          <a:xfrm>
            <a:off x="1270833" y="5086599"/>
            <a:ext cx="28348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52" name="Google Shape;252;p32"/>
          <p:cNvSpPr txBox="1">
            <a:spLocks noGrp="1"/>
          </p:cNvSpPr>
          <p:nvPr>
            <p:ph type="subTitle" idx="14"/>
          </p:nvPr>
        </p:nvSpPr>
        <p:spPr>
          <a:xfrm>
            <a:off x="8086500" y="45316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253" name="Google Shape;253;p32"/>
          <p:cNvSpPr txBox="1">
            <a:spLocks noGrp="1"/>
          </p:cNvSpPr>
          <p:nvPr>
            <p:ph type="subTitle" idx="15"/>
          </p:nvPr>
        </p:nvSpPr>
        <p:spPr>
          <a:xfrm>
            <a:off x="8086500" y="5086599"/>
            <a:ext cx="28348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cxnSp>
        <p:nvCxnSpPr>
          <p:cNvPr id="254" name="Google Shape;254;p32"/>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55" name="Google Shape;255;p32"/>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56" name="Google Shape;256;p32"/>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57" name="Google Shape;257;p32"/>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681499160"/>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six columns 1">
  <p:cSld name="Title and six columns 1">
    <p:spTree>
      <p:nvGrpSpPr>
        <p:cNvPr id="1" name="Shape 258"/>
        <p:cNvGrpSpPr/>
        <p:nvPr/>
      </p:nvGrpSpPr>
      <p:grpSpPr>
        <a:xfrm>
          <a:off x="0" y="0"/>
          <a:ext cx="0" cy="0"/>
          <a:chOff x="0" y="0"/>
          <a:chExt cx="0" cy="0"/>
        </a:xfrm>
      </p:grpSpPr>
      <p:sp>
        <p:nvSpPr>
          <p:cNvPr id="259" name="Google Shape;259;p33"/>
          <p:cNvSpPr txBox="1">
            <a:spLocks noGrp="1"/>
          </p:cNvSpPr>
          <p:nvPr>
            <p:ph type="subTitle" idx="1"/>
          </p:nvPr>
        </p:nvSpPr>
        <p:spPr>
          <a:xfrm>
            <a:off x="4552067" y="2285905"/>
            <a:ext cx="30880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9pPr>
          </a:lstStyle>
          <a:p>
            <a:r>
              <a:rPr lang="en-US"/>
              <a:t>Click to edit Master subtitle style</a:t>
            </a:r>
            <a:endParaRPr/>
          </a:p>
        </p:txBody>
      </p:sp>
      <p:sp>
        <p:nvSpPr>
          <p:cNvPr id="260" name="Google Shape;260;p33"/>
          <p:cNvSpPr txBox="1">
            <a:spLocks noGrp="1"/>
          </p:cNvSpPr>
          <p:nvPr>
            <p:ph type="subTitle" idx="2"/>
          </p:nvPr>
        </p:nvSpPr>
        <p:spPr>
          <a:xfrm>
            <a:off x="4752267" y="2832163"/>
            <a:ext cx="26876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61" name="Google Shape;261;p33"/>
          <p:cNvSpPr txBox="1">
            <a:spLocks noGrp="1"/>
          </p:cNvSpPr>
          <p:nvPr>
            <p:ph type="subTitle" idx="3"/>
          </p:nvPr>
        </p:nvSpPr>
        <p:spPr>
          <a:xfrm>
            <a:off x="940967" y="2285905"/>
            <a:ext cx="30880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9pPr>
          </a:lstStyle>
          <a:p>
            <a:r>
              <a:rPr lang="en-US"/>
              <a:t>Click to edit Master subtitle style</a:t>
            </a:r>
            <a:endParaRPr/>
          </a:p>
        </p:txBody>
      </p:sp>
      <p:sp>
        <p:nvSpPr>
          <p:cNvPr id="262" name="Google Shape;262;p33"/>
          <p:cNvSpPr txBox="1">
            <a:spLocks noGrp="1"/>
          </p:cNvSpPr>
          <p:nvPr>
            <p:ph type="subTitle" idx="4"/>
          </p:nvPr>
        </p:nvSpPr>
        <p:spPr>
          <a:xfrm>
            <a:off x="1141167" y="2832163"/>
            <a:ext cx="26876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63" name="Google Shape;263;p33"/>
          <p:cNvSpPr txBox="1">
            <a:spLocks noGrp="1"/>
          </p:cNvSpPr>
          <p:nvPr>
            <p:ph type="subTitle" idx="5"/>
          </p:nvPr>
        </p:nvSpPr>
        <p:spPr>
          <a:xfrm>
            <a:off x="8163100" y="2285905"/>
            <a:ext cx="30880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9pPr>
          </a:lstStyle>
          <a:p>
            <a:r>
              <a:rPr lang="en-US"/>
              <a:t>Click to edit Master subtitle style</a:t>
            </a:r>
            <a:endParaRPr/>
          </a:p>
        </p:txBody>
      </p:sp>
      <p:sp>
        <p:nvSpPr>
          <p:cNvPr id="264" name="Google Shape;264;p33"/>
          <p:cNvSpPr txBox="1">
            <a:spLocks noGrp="1"/>
          </p:cNvSpPr>
          <p:nvPr>
            <p:ph type="subTitle" idx="6"/>
          </p:nvPr>
        </p:nvSpPr>
        <p:spPr>
          <a:xfrm>
            <a:off x="8363300" y="2832163"/>
            <a:ext cx="26876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65" name="Google Shape;265;p33"/>
          <p:cNvSpPr txBox="1">
            <a:spLocks noGrp="1"/>
          </p:cNvSpPr>
          <p:nvPr>
            <p:ph type="subTitle" idx="7"/>
          </p:nvPr>
        </p:nvSpPr>
        <p:spPr>
          <a:xfrm>
            <a:off x="4552067" y="4604435"/>
            <a:ext cx="30880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9pPr>
          </a:lstStyle>
          <a:p>
            <a:r>
              <a:rPr lang="en-US"/>
              <a:t>Click to edit Master subtitle style</a:t>
            </a:r>
            <a:endParaRPr/>
          </a:p>
        </p:txBody>
      </p:sp>
      <p:sp>
        <p:nvSpPr>
          <p:cNvPr id="266" name="Google Shape;266;p33"/>
          <p:cNvSpPr txBox="1">
            <a:spLocks noGrp="1"/>
          </p:cNvSpPr>
          <p:nvPr>
            <p:ph type="subTitle" idx="8"/>
          </p:nvPr>
        </p:nvSpPr>
        <p:spPr>
          <a:xfrm>
            <a:off x="4752267" y="5159381"/>
            <a:ext cx="26876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67" name="Google Shape;267;p33"/>
          <p:cNvSpPr txBox="1">
            <a:spLocks noGrp="1"/>
          </p:cNvSpPr>
          <p:nvPr>
            <p:ph type="subTitle" idx="9"/>
          </p:nvPr>
        </p:nvSpPr>
        <p:spPr>
          <a:xfrm>
            <a:off x="940967" y="4604435"/>
            <a:ext cx="30880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9pPr>
          </a:lstStyle>
          <a:p>
            <a:r>
              <a:rPr lang="en-US"/>
              <a:t>Click to edit Master subtitle style</a:t>
            </a:r>
            <a:endParaRPr/>
          </a:p>
        </p:txBody>
      </p:sp>
      <p:sp>
        <p:nvSpPr>
          <p:cNvPr id="268" name="Google Shape;268;p33"/>
          <p:cNvSpPr txBox="1">
            <a:spLocks noGrp="1"/>
          </p:cNvSpPr>
          <p:nvPr>
            <p:ph type="subTitle" idx="13"/>
          </p:nvPr>
        </p:nvSpPr>
        <p:spPr>
          <a:xfrm>
            <a:off x="1141167" y="5159381"/>
            <a:ext cx="26876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69" name="Google Shape;269;p33"/>
          <p:cNvSpPr txBox="1">
            <a:spLocks noGrp="1"/>
          </p:cNvSpPr>
          <p:nvPr>
            <p:ph type="subTitle" idx="14"/>
          </p:nvPr>
        </p:nvSpPr>
        <p:spPr>
          <a:xfrm>
            <a:off x="8163100" y="4604435"/>
            <a:ext cx="30880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9pPr>
          </a:lstStyle>
          <a:p>
            <a:r>
              <a:rPr lang="en-US"/>
              <a:t>Click to edit Master subtitle style</a:t>
            </a:r>
            <a:endParaRPr/>
          </a:p>
        </p:txBody>
      </p:sp>
      <p:sp>
        <p:nvSpPr>
          <p:cNvPr id="270" name="Google Shape;270;p33"/>
          <p:cNvSpPr txBox="1">
            <a:spLocks noGrp="1"/>
          </p:cNvSpPr>
          <p:nvPr>
            <p:ph type="subTitle" idx="15"/>
          </p:nvPr>
        </p:nvSpPr>
        <p:spPr>
          <a:xfrm>
            <a:off x="8363300" y="5159381"/>
            <a:ext cx="26876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71" name="Google Shape;271;p33"/>
          <p:cNvSpPr txBox="1">
            <a:spLocks noGrp="1"/>
          </p:cNvSpPr>
          <p:nvPr>
            <p:ph type="title"/>
          </p:nvPr>
        </p:nvSpPr>
        <p:spPr>
          <a:xfrm>
            <a:off x="950967" y="593367"/>
            <a:ext cx="81076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cxnSp>
        <p:nvCxnSpPr>
          <p:cNvPr id="272" name="Google Shape;272;p33"/>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73" name="Google Shape;273;p33"/>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3579963394"/>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274"/>
        <p:cNvGrpSpPr/>
        <p:nvPr/>
      </p:nvGrpSpPr>
      <p:grpSpPr>
        <a:xfrm>
          <a:off x="0" y="0"/>
          <a:ext cx="0" cy="0"/>
          <a:chOff x="0" y="0"/>
          <a:chExt cx="0" cy="0"/>
        </a:xfrm>
      </p:grpSpPr>
      <p:sp>
        <p:nvSpPr>
          <p:cNvPr id="275" name="Google Shape;275;p34"/>
          <p:cNvSpPr txBox="1">
            <a:spLocks noGrp="1"/>
          </p:cNvSpPr>
          <p:nvPr>
            <p:ph type="subTitle" idx="1"/>
          </p:nvPr>
        </p:nvSpPr>
        <p:spPr>
          <a:xfrm>
            <a:off x="4552067" y="2285905"/>
            <a:ext cx="30880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9pPr>
          </a:lstStyle>
          <a:p>
            <a:r>
              <a:rPr lang="en-US"/>
              <a:t>Click to edit Master subtitle style</a:t>
            </a:r>
            <a:endParaRPr/>
          </a:p>
        </p:txBody>
      </p:sp>
      <p:sp>
        <p:nvSpPr>
          <p:cNvPr id="276" name="Google Shape;276;p34"/>
          <p:cNvSpPr txBox="1">
            <a:spLocks noGrp="1"/>
          </p:cNvSpPr>
          <p:nvPr>
            <p:ph type="subTitle" idx="2"/>
          </p:nvPr>
        </p:nvSpPr>
        <p:spPr>
          <a:xfrm>
            <a:off x="4752267" y="2832163"/>
            <a:ext cx="26876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77" name="Google Shape;277;p34"/>
          <p:cNvSpPr txBox="1">
            <a:spLocks noGrp="1"/>
          </p:cNvSpPr>
          <p:nvPr>
            <p:ph type="subTitle" idx="3"/>
          </p:nvPr>
        </p:nvSpPr>
        <p:spPr>
          <a:xfrm>
            <a:off x="940967" y="2285905"/>
            <a:ext cx="30880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9pPr>
          </a:lstStyle>
          <a:p>
            <a:r>
              <a:rPr lang="en-US"/>
              <a:t>Click to edit Master subtitle style</a:t>
            </a:r>
            <a:endParaRPr/>
          </a:p>
        </p:txBody>
      </p:sp>
      <p:sp>
        <p:nvSpPr>
          <p:cNvPr id="278" name="Google Shape;278;p34"/>
          <p:cNvSpPr txBox="1">
            <a:spLocks noGrp="1"/>
          </p:cNvSpPr>
          <p:nvPr>
            <p:ph type="subTitle" idx="4"/>
          </p:nvPr>
        </p:nvSpPr>
        <p:spPr>
          <a:xfrm>
            <a:off x="1141167" y="2832163"/>
            <a:ext cx="26876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79" name="Google Shape;279;p34"/>
          <p:cNvSpPr txBox="1">
            <a:spLocks noGrp="1"/>
          </p:cNvSpPr>
          <p:nvPr>
            <p:ph type="subTitle" idx="5"/>
          </p:nvPr>
        </p:nvSpPr>
        <p:spPr>
          <a:xfrm>
            <a:off x="8163100" y="2285905"/>
            <a:ext cx="30880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9pPr>
          </a:lstStyle>
          <a:p>
            <a:r>
              <a:rPr lang="en-US"/>
              <a:t>Click to edit Master subtitle style</a:t>
            </a:r>
            <a:endParaRPr/>
          </a:p>
        </p:txBody>
      </p:sp>
      <p:sp>
        <p:nvSpPr>
          <p:cNvPr id="280" name="Google Shape;280;p34"/>
          <p:cNvSpPr txBox="1">
            <a:spLocks noGrp="1"/>
          </p:cNvSpPr>
          <p:nvPr>
            <p:ph type="subTitle" idx="6"/>
          </p:nvPr>
        </p:nvSpPr>
        <p:spPr>
          <a:xfrm>
            <a:off x="8363300" y="2832163"/>
            <a:ext cx="26876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81" name="Google Shape;281;p34"/>
          <p:cNvSpPr txBox="1">
            <a:spLocks noGrp="1"/>
          </p:cNvSpPr>
          <p:nvPr>
            <p:ph type="subTitle" idx="7"/>
          </p:nvPr>
        </p:nvSpPr>
        <p:spPr>
          <a:xfrm>
            <a:off x="2746484" y="4198035"/>
            <a:ext cx="30880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9pPr>
          </a:lstStyle>
          <a:p>
            <a:r>
              <a:rPr lang="en-US"/>
              <a:t>Click to edit Master subtitle style</a:t>
            </a:r>
            <a:endParaRPr/>
          </a:p>
        </p:txBody>
      </p:sp>
      <p:sp>
        <p:nvSpPr>
          <p:cNvPr id="282" name="Google Shape;282;p34"/>
          <p:cNvSpPr txBox="1">
            <a:spLocks noGrp="1"/>
          </p:cNvSpPr>
          <p:nvPr>
            <p:ph type="subTitle" idx="8"/>
          </p:nvPr>
        </p:nvSpPr>
        <p:spPr>
          <a:xfrm>
            <a:off x="2946684" y="4752981"/>
            <a:ext cx="26876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83" name="Google Shape;283;p34"/>
          <p:cNvSpPr txBox="1">
            <a:spLocks noGrp="1"/>
          </p:cNvSpPr>
          <p:nvPr>
            <p:ph type="subTitle" idx="9"/>
          </p:nvPr>
        </p:nvSpPr>
        <p:spPr>
          <a:xfrm>
            <a:off x="6357517" y="4198035"/>
            <a:ext cx="30880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1pPr>
            <a:lvl2pPr lvl="1"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2pPr>
            <a:lvl3pPr lvl="2"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3pPr>
            <a:lvl4pPr lvl="3"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4pPr>
            <a:lvl5pPr lvl="4"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5pPr>
            <a:lvl6pPr lvl="5"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6pPr>
            <a:lvl7pPr lvl="6"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7pPr>
            <a:lvl8pPr lvl="7"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8pPr>
            <a:lvl9pPr lvl="8" algn="ctr" rtl="0">
              <a:spcBef>
                <a:spcPts val="0"/>
              </a:spcBef>
              <a:spcAft>
                <a:spcPts val="0"/>
              </a:spcAft>
              <a:buClr>
                <a:schemeClr val="accent1"/>
              </a:buClr>
              <a:buSzPts val="2400"/>
              <a:buFont typeface="Vidaloka"/>
              <a:buNone/>
              <a:defRPr sz="3200">
                <a:solidFill>
                  <a:schemeClr val="accent1"/>
                </a:solidFill>
                <a:latin typeface="Vidaloka"/>
                <a:ea typeface="Vidaloka"/>
                <a:cs typeface="Vidaloka"/>
                <a:sym typeface="Vidaloka"/>
              </a:defRPr>
            </a:lvl9pPr>
          </a:lstStyle>
          <a:p>
            <a:r>
              <a:rPr lang="en-US"/>
              <a:t>Click to edit Master subtitle style</a:t>
            </a:r>
            <a:endParaRPr/>
          </a:p>
        </p:txBody>
      </p:sp>
      <p:sp>
        <p:nvSpPr>
          <p:cNvPr id="284" name="Google Shape;284;p34"/>
          <p:cNvSpPr txBox="1">
            <a:spLocks noGrp="1"/>
          </p:cNvSpPr>
          <p:nvPr>
            <p:ph type="subTitle" idx="13"/>
          </p:nvPr>
        </p:nvSpPr>
        <p:spPr>
          <a:xfrm>
            <a:off x="6557717" y="4752981"/>
            <a:ext cx="26876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285" name="Google Shape;285;p34"/>
          <p:cNvSpPr txBox="1">
            <a:spLocks noGrp="1"/>
          </p:cNvSpPr>
          <p:nvPr>
            <p:ph type="title"/>
          </p:nvPr>
        </p:nvSpPr>
        <p:spPr>
          <a:xfrm>
            <a:off x="2042200" y="593367"/>
            <a:ext cx="8107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cxnSp>
        <p:nvCxnSpPr>
          <p:cNvPr id="286" name="Google Shape;286;p34"/>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87" name="Google Shape;287;p34"/>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88" name="Google Shape;288;p34"/>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89" name="Google Shape;289;p34"/>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3179804947"/>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90"/>
        <p:cNvGrpSpPr/>
        <p:nvPr/>
      </p:nvGrpSpPr>
      <p:grpSpPr>
        <a:xfrm>
          <a:off x="0" y="0"/>
          <a:ext cx="0" cy="0"/>
          <a:chOff x="0" y="0"/>
          <a:chExt cx="0" cy="0"/>
        </a:xfrm>
      </p:grpSpPr>
      <p:sp>
        <p:nvSpPr>
          <p:cNvPr id="291" name="Google Shape;291;p35"/>
          <p:cNvSpPr txBox="1">
            <a:spLocks noGrp="1"/>
          </p:cNvSpPr>
          <p:nvPr>
            <p:ph type="title"/>
          </p:nvPr>
        </p:nvSpPr>
        <p:spPr>
          <a:xfrm>
            <a:off x="954967" y="1430667"/>
            <a:ext cx="7520800" cy="3808800"/>
          </a:xfrm>
          <a:prstGeom prst="rect">
            <a:avLst/>
          </a:prstGeom>
        </p:spPr>
        <p:txBody>
          <a:bodyPr spcFirstLastPara="1" wrap="square" lIns="91425" tIns="91425" rIns="91425" bIns="91425" anchor="t" anchorCtr="0">
            <a:noAutofit/>
          </a:bodyPr>
          <a:lstStyle>
            <a:lvl1pPr lvl="0" rtl="0">
              <a:spcBef>
                <a:spcPts val="0"/>
              </a:spcBef>
              <a:spcAft>
                <a:spcPts val="0"/>
              </a:spcAft>
              <a:buSzPts val="4800"/>
              <a:buNone/>
              <a:defRPr sz="12800"/>
            </a:lvl1pPr>
            <a:lvl2pPr lvl="1" rtl="0">
              <a:spcBef>
                <a:spcPts val="0"/>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r>
              <a:rPr lang="en-US"/>
              <a:t>Click to edit Master title style</a:t>
            </a:r>
            <a:endParaRPr/>
          </a:p>
        </p:txBody>
      </p:sp>
      <p:cxnSp>
        <p:nvCxnSpPr>
          <p:cNvPr id="292" name="Google Shape;292;p35"/>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93" name="Google Shape;293;p35"/>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294" name="Google Shape;294;p35"/>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5" name="Google Shape;295;p35"/>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6" name="Google Shape;296;p35"/>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7" name="Google Shape;297;p35"/>
          <p:cNvCxnSpPr/>
          <p:nvPr/>
        </p:nvCxnSpPr>
        <p:spPr>
          <a:xfrm flipH="1">
            <a:off x="-316183" y="-94883"/>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585880335"/>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298"/>
        <p:cNvGrpSpPr/>
        <p:nvPr/>
      </p:nvGrpSpPr>
      <p:grpSpPr>
        <a:xfrm>
          <a:off x="0" y="0"/>
          <a:ext cx="0" cy="0"/>
          <a:chOff x="0" y="0"/>
          <a:chExt cx="0" cy="0"/>
        </a:xfrm>
      </p:grpSpPr>
      <p:sp>
        <p:nvSpPr>
          <p:cNvPr id="299" name="Google Shape;299;p36"/>
          <p:cNvSpPr txBox="1">
            <a:spLocks noGrp="1"/>
          </p:cNvSpPr>
          <p:nvPr>
            <p:ph type="subTitle" idx="1"/>
          </p:nvPr>
        </p:nvSpPr>
        <p:spPr>
          <a:xfrm>
            <a:off x="6555800" y="2525600"/>
            <a:ext cx="3088000" cy="65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00" name="Google Shape;300;p36"/>
          <p:cNvSpPr txBox="1">
            <a:spLocks noGrp="1"/>
          </p:cNvSpPr>
          <p:nvPr>
            <p:ph type="subTitle" idx="2"/>
          </p:nvPr>
        </p:nvSpPr>
        <p:spPr>
          <a:xfrm>
            <a:off x="6745200" y="3061964"/>
            <a:ext cx="2709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01" name="Google Shape;301;p36"/>
          <p:cNvSpPr txBox="1">
            <a:spLocks noGrp="1"/>
          </p:cNvSpPr>
          <p:nvPr>
            <p:ph type="subTitle" idx="3"/>
          </p:nvPr>
        </p:nvSpPr>
        <p:spPr>
          <a:xfrm>
            <a:off x="2548200" y="2525600"/>
            <a:ext cx="3088000" cy="65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02" name="Google Shape;302;p36"/>
          <p:cNvSpPr txBox="1">
            <a:spLocks noGrp="1"/>
          </p:cNvSpPr>
          <p:nvPr>
            <p:ph type="subTitle" idx="4"/>
          </p:nvPr>
        </p:nvSpPr>
        <p:spPr>
          <a:xfrm>
            <a:off x="2737733" y="3061964"/>
            <a:ext cx="2709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03" name="Google Shape;303;p36"/>
          <p:cNvSpPr txBox="1">
            <a:spLocks noGrp="1"/>
          </p:cNvSpPr>
          <p:nvPr>
            <p:ph type="subTitle" idx="5"/>
          </p:nvPr>
        </p:nvSpPr>
        <p:spPr>
          <a:xfrm>
            <a:off x="6555800" y="4705203"/>
            <a:ext cx="3088000" cy="65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04" name="Google Shape;304;p36"/>
          <p:cNvSpPr txBox="1">
            <a:spLocks noGrp="1"/>
          </p:cNvSpPr>
          <p:nvPr>
            <p:ph type="subTitle" idx="6"/>
          </p:nvPr>
        </p:nvSpPr>
        <p:spPr>
          <a:xfrm>
            <a:off x="6745200" y="5231644"/>
            <a:ext cx="2709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05" name="Google Shape;305;p36"/>
          <p:cNvSpPr txBox="1">
            <a:spLocks noGrp="1"/>
          </p:cNvSpPr>
          <p:nvPr>
            <p:ph type="subTitle" idx="7"/>
          </p:nvPr>
        </p:nvSpPr>
        <p:spPr>
          <a:xfrm>
            <a:off x="2548200" y="4705203"/>
            <a:ext cx="3088000" cy="65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06" name="Google Shape;306;p36"/>
          <p:cNvSpPr txBox="1">
            <a:spLocks noGrp="1"/>
          </p:cNvSpPr>
          <p:nvPr>
            <p:ph type="subTitle" idx="8"/>
          </p:nvPr>
        </p:nvSpPr>
        <p:spPr>
          <a:xfrm>
            <a:off x="2737600" y="5231644"/>
            <a:ext cx="2709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07" name="Google Shape;307;p36"/>
          <p:cNvSpPr txBox="1">
            <a:spLocks noGrp="1"/>
          </p:cNvSpPr>
          <p:nvPr>
            <p:ph type="title"/>
          </p:nvPr>
        </p:nvSpPr>
        <p:spPr>
          <a:xfrm>
            <a:off x="950967" y="593367"/>
            <a:ext cx="86404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cxnSp>
        <p:nvCxnSpPr>
          <p:cNvPr id="308" name="Google Shape;308;p36"/>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09" name="Google Shape;309;p36"/>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421697472"/>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310"/>
        <p:cNvGrpSpPr/>
        <p:nvPr/>
      </p:nvGrpSpPr>
      <p:grpSpPr>
        <a:xfrm>
          <a:off x="0" y="0"/>
          <a:ext cx="0" cy="0"/>
          <a:chOff x="0" y="0"/>
          <a:chExt cx="0" cy="0"/>
        </a:xfrm>
      </p:grpSpPr>
      <p:sp>
        <p:nvSpPr>
          <p:cNvPr id="311" name="Google Shape;311;p37"/>
          <p:cNvSpPr txBox="1">
            <a:spLocks noGrp="1"/>
          </p:cNvSpPr>
          <p:nvPr>
            <p:ph type="subTitle" idx="1"/>
          </p:nvPr>
        </p:nvSpPr>
        <p:spPr>
          <a:xfrm>
            <a:off x="4762567" y="3872595"/>
            <a:ext cx="2687200" cy="66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12" name="Google Shape;312;p37"/>
          <p:cNvSpPr txBox="1">
            <a:spLocks noGrp="1"/>
          </p:cNvSpPr>
          <p:nvPr>
            <p:ph type="subTitle" idx="2"/>
          </p:nvPr>
        </p:nvSpPr>
        <p:spPr>
          <a:xfrm>
            <a:off x="4762567" y="4408963"/>
            <a:ext cx="2687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13" name="Google Shape;313;p37"/>
          <p:cNvSpPr txBox="1">
            <a:spLocks noGrp="1"/>
          </p:cNvSpPr>
          <p:nvPr>
            <p:ph type="subTitle" idx="3"/>
          </p:nvPr>
        </p:nvSpPr>
        <p:spPr>
          <a:xfrm>
            <a:off x="1451200" y="3872595"/>
            <a:ext cx="2687200" cy="66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14" name="Google Shape;314;p37"/>
          <p:cNvSpPr txBox="1">
            <a:spLocks noGrp="1"/>
          </p:cNvSpPr>
          <p:nvPr>
            <p:ph type="subTitle" idx="4"/>
          </p:nvPr>
        </p:nvSpPr>
        <p:spPr>
          <a:xfrm>
            <a:off x="1451200" y="4408963"/>
            <a:ext cx="2687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15" name="Google Shape;315;p37"/>
          <p:cNvSpPr txBox="1">
            <a:spLocks noGrp="1"/>
          </p:cNvSpPr>
          <p:nvPr>
            <p:ph type="subTitle" idx="5"/>
          </p:nvPr>
        </p:nvSpPr>
        <p:spPr>
          <a:xfrm>
            <a:off x="8073933" y="3872595"/>
            <a:ext cx="2687200" cy="66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16" name="Google Shape;316;p37"/>
          <p:cNvSpPr txBox="1">
            <a:spLocks noGrp="1"/>
          </p:cNvSpPr>
          <p:nvPr>
            <p:ph type="subTitle" idx="6"/>
          </p:nvPr>
        </p:nvSpPr>
        <p:spPr>
          <a:xfrm>
            <a:off x="8073933" y="4408963"/>
            <a:ext cx="26872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17" name="Google Shape;317;p37"/>
          <p:cNvSpPr txBox="1">
            <a:spLocks noGrp="1"/>
          </p:cNvSpPr>
          <p:nvPr>
            <p:ph type="title"/>
          </p:nvPr>
        </p:nvSpPr>
        <p:spPr>
          <a:xfrm>
            <a:off x="950967" y="593367"/>
            <a:ext cx="7356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cxnSp>
        <p:nvCxnSpPr>
          <p:cNvPr id="318" name="Google Shape;318;p37"/>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19" name="Google Shape;319;p37"/>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20" name="Google Shape;320;p37"/>
          <p:cNvCxnSpPr/>
          <p:nvPr/>
        </p:nvCxnSpPr>
        <p:spPr>
          <a:xfrm>
            <a:off x="9912233" y="-167467"/>
            <a:ext cx="2657600" cy="17736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3929014219"/>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Numbers and text ">
  <p:cSld name="Numbers and text ">
    <p:spTree>
      <p:nvGrpSpPr>
        <p:cNvPr id="1" name="Shape 321"/>
        <p:cNvGrpSpPr/>
        <p:nvPr/>
      </p:nvGrpSpPr>
      <p:grpSpPr>
        <a:xfrm>
          <a:off x="0" y="0"/>
          <a:ext cx="0" cy="0"/>
          <a:chOff x="0" y="0"/>
          <a:chExt cx="0" cy="0"/>
        </a:xfrm>
      </p:grpSpPr>
      <p:cxnSp>
        <p:nvCxnSpPr>
          <p:cNvPr id="322" name="Google Shape;322;p38"/>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23" name="Google Shape;323;p38"/>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24" name="Google Shape;324;p38"/>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5" name="Google Shape;325;p38"/>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6" name="Google Shape;326;p38"/>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7" name="Google Shape;327;p38"/>
          <p:cNvCxnSpPr/>
          <p:nvPr/>
        </p:nvCxnSpPr>
        <p:spPr>
          <a:xfrm flipH="1">
            <a:off x="-316183" y="-94883"/>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28" name="Google Shape;328;p38"/>
          <p:cNvSpPr txBox="1">
            <a:spLocks noGrp="1"/>
          </p:cNvSpPr>
          <p:nvPr>
            <p:ph type="title"/>
          </p:nvPr>
        </p:nvSpPr>
        <p:spPr>
          <a:xfrm>
            <a:off x="3706800" y="593367"/>
            <a:ext cx="47784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29" name="Google Shape;329;p38"/>
          <p:cNvSpPr txBox="1">
            <a:spLocks noGrp="1"/>
          </p:cNvSpPr>
          <p:nvPr>
            <p:ph type="subTitle" idx="1"/>
          </p:nvPr>
        </p:nvSpPr>
        <p:spPr>
          <a:xfrm>
            <a:off x="7075533" y="2280253"/>
            <a:ext cx="3314800" cy="53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330" name="Google Shape;330;p38"/>
          <p:cNvSpPr txBox="1">
            <a:spLocks noGrp="1"/>
          </p:cNvSpPr>
          <p:nvPr>
            <p:ph type="subTitle" idx="2"/>
          </p:nvPr>
        </p:nvSpPr>
        <p:spPr>
          <a:xfrm>
            <a:off x="7075533" y="2814956"/>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31" name="Google Shape;331;p38"/>
          <p:cNvSpPr txBox="1">
            <a:spLocks noGrp="1"/>
          </p:cNvSpPr>
          <p:nvPr>
            <p:ph type="subTitle" idx="3"/>
          </p:nvPr>
        </p:nvSpPr>
        <p:spPr>
          <a:xfrm>
            <a:off x="1801667" y="2280253"/>
            <a:ext cx="3314800" cy="53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332" name="Google Shape;332;p38"/>
          <p:cNvSpPr txBox="1">
            <a:spLocks noGrp="1"/>
          </p:cNvSpPr>
          <p:nvPr>
            <p:ph type="subTitle" idx="4"/>
          </p:nvPr>
        </p:nvSpPr>
        <p:spPr>
          <a:xfrm>
            <a:off x="1801667" y="2814956"/>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33" name="Google Shape;333;p38"/>
          <p:cNvSpPr txBox="1">
            <a:spLocks noGrp="1"/>
          </p:cNvSpPr>
          <p:nvPr>
            <p:ph type="subTitle" idx="5"/>
          </p:nvPr>
        </p:nvSpPr>
        <p:spPr>
          <a:xfrm>
            <a:off x="7075533" y="4736157"/>
            <a:ext cx="3314800" cy="61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334" name="Google Shape;334;p38"/>
          <p:cNvSpPr txBox="1">
            <a:spLocks noGrp="1"/>
          </p:cNvSpPr>
          <p:nvPr>
            <p:ph type="subTitle" idx="6"/>
          </p:nvPr>
        </p:nvSpPr>
        <p:spPr>
          <a:xfrm>
            <a:off x="7075533" y="5261983"/>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35" name="Google Shape;335;p38"/>
          <p:cNvSpPr txBox="1">
            <a:spLocks noGrp="1"/>
          </p:cNvSpPr>
          <p:nvPr>
            <p:ph type="subTitle" idx="7"/>
          </p:nvPr>
        </p:nvSpPr>
        <p:spPr>
          <a:xfrm>
            <a:off x="1801667" y="4736157"/>
            <a:ext cx="3314800" cy="61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3200">
                <a:latin typeface="Vidaloka"/>
                <a:ea typeface="Vidaloka"/>
                <a:cs typeface="Vidaloka"/>
                <a:sym typeface="Vidaloka"/>
              </a:defRPr>
            </a:lvl1pPr>
            <a:lvl2pPr lvl="1" algn="ctr" rtl="0">
              <a:spcBef>
                <a:spcPts val="0"/>
              </a:spcBef>
              <a:spcAft>
                <a:spcPts val="0"/>
              </a:spcAft>
              <a:buSzPts val="2100"/>
              <a:buNone/>
              <a:defRPr sz="2800" b="1"/>
            </a:lvl2pPr>
            <a:lvl3pPr lvl="2" algn="ctr" rtl="0">
              <a:spcBef>
                <a:spcPts val="0"/>
              </a:spcBef>
              <a:spcAft>
                <a:spcPts val="0"/>
              </a:spcAft>
              <a:buSzPts val="2100"/>
              <a:buNone/>
              <a:defRPr sz="2800" b="1"/>
            </a:lvl3pPr>
            <a:lvl4pPr lvl="3" algn="ctr" rtl="0">
              <a:spcBef>
                <a:spcPts val="0"/>
              </a:spcBef>
              <a:spcAft>
                <a:spcPts val="0"/>
              </a:spcAft>
              <a:buSzPts val="2100"/>
              <a:buNone/>
              <a:defRPr sz="2800" b="1"/>
            </a:lvl4pPr>
            <a:lvl5pPr lvl="4" algn="ctr" rtl="0">
              <a:spcBef>
                <a:spcPts val="0"/>
              </a:spcBef>
              <a:spcAft>
                <a:spcPts val="0"/>
              </a:spcAft>
              <a:buSzPts val="2100"/>
              <a:buNone/>
              <a:defRPr sz="2800" b="1"/>
            </a:lvl5pPr>
            <a:lvl6pPr lvl="5" algn="ctr" rtl="0">
              <a:spcBef>
                <a:spcPts val="0"/>
              </a:spcBef>
              <a:spcAft>
                <a:spcPts val="0"/>
              </a:spcAft>
              <a:buSzPts val="2100"/>
              <a:buNone/>
              <a:defRPr sz="2800" b="1"/>
            </a:lvl6pPr>
            <a:lvl7pPr lvl="6" algn="ctr" rtl="0">
              <a:spcBef>
                <a:spcPts val="0"/>
              </a:spcBef>
              <a:spcAft>
                <a:spcPts val="0"/>
              </a:spcAft>
              <a:buSzPts val="2100"/>
              <a:buNone/>
              <a:defRPr sz="2800" b="1"/>
            </a:lvl7pPr>
            <a:lvl8pPr lvl="7" algn="ctr" rtl="0">
              <a:spcBef>
                <a:spcPts val="0"/>
              </a:spcBef>
              <a:spcAft>
                <a:spcPts val="0"/>
              </a:spcAft>
              <a:buSzPts val="2100"/>
              <a:buNone/>
              <a:defRPr sz="2800" b="1"/>
            </a:lvl8pPr>
            <a:lvl9pPr lvl="8" algn="ctr" rtl="0">
              <a:spcBef>
                <a:spcPts val="0"/>
              </a:spcBef>
              <a:spcAft>
                <a:spcPts val="0"/>
              </a:spcAft>
              <a:buSzPts val="2100"/>
              <a:buNone/>
              <a:defRPr sz="2800" b="1"/>
            </a:lvl9pPr>
          </a:lstStyle>
          <a:p>
            <a:r>
              <a:rPr lang="en-US"/>
              <a:t>Click to edit Master subtitle style</a:t>
            </a:r>
            <a:endParaRPr/>
          </a:p>
        </p:txBody>
      </p:sp>
      <p:sp>
        <p:nvSpPr>
          <p:cNvPr id="336" name="Google Shape;336;p38"/>
          <p:cNvSpPr txBox="1">
            <a:spLocks noGrp="1"/>
          </p:cNvSpPr>
          <p:nvPr>
            <p:ph type="subTitle" idx="8"/>
          </p:nvPr>
        </p:nvSpPr>
        <p:spPr>
          <a:xfrm>
            <a:off x="1801733" y="5261983"/>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37" name="Google Shape;337;p38"/>
          <p:cNvSpPr txBox="1">
            <a:spLocks noGrp="1"/>
          </p:cNvSpPr>
          <p:nvPr>
            <p:ph type="title" idx="9" hasCustomPrompt="1"/>
          </p:nvPr>
        </p:nvSpPr>
        <p:spPr>
          <a:xfrm>
            <a:off x="1801667" y="1508567"/>
            <a:ext cx="3314800" cy="890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5067">
                <a:solidFill>
                  <a:schemeClr val="accent1"/>
                </a:solidFill>
              </a:defRPr>
            </a:lvl1pPr>
            <a:lvl2pPr lvl="1" algn="ctr" rtl="0">
              <a:spcBef>
                <a:spcPts val="0"/>
              </a:spcBef>
              <a:spcAft>
                <a:spcPts val="0"/>
              </a:spcAft>
              <a:buClr>
                <a:schemeClr val="dk2"/>
              </a:buClr>
              <a:buSzPts val="4000"/>
              <a:buNone/>
              <a:defRPr sz="5333">
                <a:solidFill>
                  <a:schemeClr val="dk2"/>
                </a:solidFill>
              </a:defRPr>
            </a:lvl2pPr>
            <a:lvl3pPr lvl="2" algn="ctr" rtl="0">
              <a:spcBef>
                <a:spcPts val="0"/>
              </a:spcBef>
              <a:spcAft>
                <a:spcPts val="0"/>
              </a:spcAft>
              <a:buClr>
                <a:schemeClr val="dk2"/>
              </a:buClr>
              <a:buSzPts val="4000"/>
              <a:buNone/>
              <a:defRPr sz="5333">
                <a:solidFill>
                  <a:schemeClr val="dk2"/>
                </a:solidFill>
              </a:defRPr>
            </a:lvl3pPr>
            <a:lvl4pPr lvl="3" algn="ctr" rtl="0">
              <a:spcBef>
                <a:spcPts val="0"/>
              </a:spcBef>
              <a:spcAft>
                <a:spcPts val="0"/>
              </a:spcAft>
              <a:buClr>
                <a:schemeClr val="dk2"/>
              </a:buClr>
              <a:buSzPts val="4000"/>
              <a:buNone/>
              <a:defRPr sz="5333">
                <a:solidFill>
                  <a:schemeClr val="dk2"/>
                </a:solidFill>
              </a:defRPr>
            </a:lvl4pPr>
            <a:lvl5pPr lvl="4" algn="ctr" rtl="0">
              <a:spcBef>
                <a:spcPts val="0"/>
              </a:spcBef>
              <a:spcAft>
                <a:spcPts val="0"/>
              </a:spcAft>
              <a:buClr>
                <a:schemeClr val="dk2"/>
              </a:buClr>
              <a:buSzPts val="4000"/>
              <a:buNone/>
              <a:defRPr sz="5333">
                <a:solidFill>
                  <a:schemeClr val="dk2"/>
                </a:solidFill>
              </a:defRPr>
            </a:lvl5pPr>
            <a:lvl6pPr lvl="5" algn="ctr" rtl="0">
              <a:spcBef>
                <a:spcPts val="0"/>
              </a:spcBef>
              <a:spcAft>
                <a:spcPts val="0"/>
              </a:spcAft>
              <a:buClr>
                <a:schemeClr val="dk2"/>
              </a:buClr>
              <a:buSzPts val="4000"/>
              <a:buNone/>
              <a:defRPr sz="5333">
                <a:solidFill>
                  <a:schemeClr val="dk2"/>
                </a:solidFill>
              </a:defRPr>
            </a:lvl6pPr>
            <a:lvl7pPr lvl="6" algn="ctr" rtl="0">
              <a:spcBef>
                <a:spcPts val="0"/>
              </a:spcBef>
              <a:spcAft>
                <a:spcPts val="0"/>
              </a:spcAft>
              <a:buClr>
                <a:schemeClr val="dk2"/>
              </a:buClr>
              <a:buSzPts val="4000"/>
              <a:buNone/>
              <a:defRPr sz="5333">
                <a:solidFill>
                  <a:schemeClr val="dk2"/>
                </a:solidFill>
              </a:defRPr>
            </a:lvl7pPr>
            <a:lvl8pPr lvl="7" algn="ctr" rtl="0">
              <a:spcBef>
                <a:spcPts val="0"/>
              </a:spcBef>
              <a:spcAft>
                <a:spcPts val="0"/>
              </a:spcAft>
              <a:buClr>
                <a:schemeClr val="dk2"/>
              </a:buClr>
              <a:buSzPts val="4000"/>
              <a:buNone/>
              <a:defRPr sz="5333">
                <a:solidFill>
                  <a:schemeClr val="dk2"/>
                </a:solidFill>
              </a:defRPr>
            </a:lvl8pPr>
            <a:lvl9pPr lvl="8" algn="ctr" rtl="0">
              <a:spcBef>
                <a:spcPts val="0"/>
              </a:spcBef>
              <a:spcAft>
                <a:spcPts val="0"/>
              </a:spcAft>
              <a:buClr>
                <a:schemeClr val="dk2"/>
              </a:buClr>
              <a:buSzPts val="4000"/>
              <a:buNone/>
              <a:defRPr sz="5333">
                <a:solidFill>
                  <a:schemeClr val="dk2"/>
                </a:solidFill>
              </a:defRPr>
            </a:lvl9pPr>
          </a:lstStyle>
          <a:p>
            <a:r>
              <a:t>xx%</a:t>
            </a:r>
          </a:p>
        </p:txBody>
      </p:sp>
      <p:sp>
        <p:nvSpPr>
          <p:cNvPr id="338" name="Google Shape;338;p38"/>
          <p:cNvSpPr txBox="1">
            <a:spLocks noGrp="1"/>
          </p:cNvSpPr>
          <p:nvPr>
            <p:ph type="title" idx="13" hasCustomPrompt="1"/>
          </p:nvPr>
        </p:nvSpPr>
        <p:spPr>
          <a:xfrm>
            <a:off x="7075533" y="1508567"/>
            <a:ext cx="3314800" cy="890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5067">
                <a:solidFill>
                  <a:schemeClr val="accent1"/>
                </a:solidFill>
              </a:defRPr>
            </a:lvl1pPr>
            <a:lvl2pPr lvl="1" algn="ctr" rtl="0">
              <a:spcBef>
                <a:spcPts val="0"/>
              </a:spcBef>
              <a:spcAft>
                <a:spcPts val="0"/>
              </a:spcAft>
              <a:buClr>
                <a:schemeClr val="dk2"/>
              </a:buClr>
              <a:buSzPts val="4000"/>
              <a:buNone/>
              <a:defRPr sz="5333">
                <a:solidFill>
                  <a:schemeClr val="dk2"/>
                </a:solidFill>
              </a:defRPr>
            </a:lvl2pPr>
            <a:lvl3pPr lvl="2" algn="ctr" rtl="0">
              <a:spcBef>
                <a:spcPts val="0"/>
              </a:spcBef>
              <a:spcAft>
                <a:spcPts val="0"/>
              </a:spcAft>
              <a:buClr>
                <a:schemeClr val="dk2"/>
              </a:buClr>
              <a:buSzPts val="4000"/>
              <a:buNone/>
              <a:defRPr sz="5333">
                <a:solidFill>
                  <a:schemeClr val="dk2"/>
                </a:solidFill>
              </a:defRPr>
            </a:lvl3pPr>
            <a:lvl4pPr lvl="3" algn="ctr" rtl="0">
              <a:spcBef>
                <a:spcPts val="0"/>
              </a:spcBef>
              <a:spcAft>
                <a:spcPts val="0"/>
              </a:spcAft>
              <a:buClr>
                <a:schemeClr val="dk2"/>
              </a:buClr>
              <a:buSzPts val="4000"/>
              <a:buNone/>
              <a:defRPr sz="5333">
                <a:solidFill>
                  <a:schemeClr val="dk2"/>
                </a:solidFill>
              </a:defRPr>
            </a:lvl4pPr>
            <a:lvl5pPr lvl="4" algn="ctr" rtl="0">
              <a:spcBef>
                <a:spcPts val="0"/>
              </a:spcBef>
              <a:spcAft>
                <a:spcPts val="0"/>
              </a:spcAft>
              <a:buClr>
                <a:schemeClr val="dk2"/>
              </a:buClr>
              <a:buSzPts val="4000"/>
              <a:buNone/>
              <a:defRPr sz="5333">
                <a:solidFill>
                  <a:schemeClr val="dk2"/>
                </a:solidFill>
              </a:defRPr>
            </a:lvl5pPr>
            <a:lvl6pPr lvl="5" algn="ctr" rtl="0">
              <a:spcBef>
                <a:spcPts val="0"/>
              </a:spcBef>
              <a:spcAft>
                <a:spcPts val="0"/>
              </a:spcAft>
              <a:buClr>
                <a:schemeClr val="dk2"/>
              </a:buClr>
              <a:buSzPts val="4000"/>
              <a:buNone/>
              <a:defRPr sz="5333">
                <a:solidFill>
                  <a:schemeClr val="dk2"/>
                </a:solidFill>
              </a:defRPr>
            </a:lvl6pPr>
            <a:lvl7pPr lvl="6" algn="ctr" rtl="0">
              <a:spcBef>
                <a:spcPts val="0"/>
              </a:spcBef>
              <a:spcAft>
                <a:spcPts val="0"/>
              </a:spcAft>
              <a:buClr>
                <a:schemeClr val="dk2"/>
              </a:buClr>
              <a:buSzPts val="4000"/>
              <a:buNone/>
              <a:defRPr sz="5333">
                <a:solidFill>
                  <a:schemeClr val="dk2"/>
                </a:solidFill>
              </a:defRPr>
            </a:lvl7pPr>
            <a:lvl8pPr lvl="7" algn="ctr" rtl="0">
              <a:spcBef>
                <a:spcPts val="0"/>
              </a:spcBef>
              <a:spcAft>
                <a:spcPts val="0"/>
              </a:spcAft>
              <a:buClr>
                <a:schemeClr val="dk2"/>
              </a:buClr>
              <a:buSzPts val="4000"/>
              <a:buNone/>
              <a:defRPr sz="5333">
                <a:solidFill>
                  <a:schemeClr val="dk2"/>
                </a:solidFill>
              </a:defRPr>
            </a:lvl8pPr>
            <a:lvl9pPr lvl="8" algn="ctr" rtl="0">
              <a:spcBef>
                <a:spcPts val="0"/>
              </a:spcBef>
              <a:spcAft>
                <a:spcPts val="0"/>
              </a:spcAft>
              <a:buClr>
                <a:schemeClr val="dk2"/>
              </a:buClr>
              <a:buSzPts val="4000"/>
              <a:buNone/>
              <a:defRPr sz="5333">
                <a:solidFill>
                  <a:schemeClr val="dk2"/>
                </a:solidFill>
              </a:defRPr>
            </a:lvl9pPr>
          </a:lstStyle>
          <a:p>
            <a:r>
              <a:t>xx%</a:t>
            </a:r>
          </a:p>
        </p:txBody>
      </p:sp>
      <p:sp>
        <p:nvSpPr>
          <p:cNvPr id="339" name="Google Shape;339;p38"/>
          <p:cNvSpPr txBox="1">
            <a:spLocks noGrp="1"/>
          </p:cNvSpPr>
          <p:nvPr>
            <p:ph type="title" idx="14" hasCustomPrompt="1"/>
          </p:nvPr>
        </p:nvSpPr>
        <p:spPr>
          <a:xfrm>
            <a:off x="1801733" y="3952751"/>
            <a:ext cx="3314800" cy="890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5067">
                <a:solidFill>
                  <a:schemeClr val="accent1"/>
                </a:solidFill>
              </a:defRPr>
            </a:lvl1pPr>
            <a:lvl2pPr lvl="1" algn="ctr" rtl="0">
              <a:spcBef>
                <a:spcPts val="0"/>
              </a:spcBef>
              <a:spcAft>
                <a:spcPts val="0"/>
              </a:spcAft>
              <a:buClr>
                <a:schemeClr val="dk2"/>
              </a:buClr>
              <a:buSzPts val="4000"/>
              <a:buNone/>
              <a:defRPr sz="5333">
                <a:solidFill>
                  <a:schemeClr val="dk2"/>
                </a:solidFill>
              </a:defRPr>
            </a:lvl2pPr>
            <a:lvl3pPr lvl="2" algn="ctr" rtl="0">
              <a:spcBef>
                <a:spcPts val="0"/>
              </a:spcBef>
              <a:spcAft>
                <a:spcPts val="0"/>
              </a:spcAft>
              <a:buClr>
                <a:schemeClr val="dk2"/>
              </a:buClr>
              <a:buSzPts val="4000"/>
              <a:buNone/>
              <a:defRPr sz="5333">
                <a:solidFill>
                  <a:schemeClr val="dk2"/>
                </a:solidFill>
              </a:defRPr>
            </a:lvl3pPr>
            <a:lvl4pPr lvl="3" algn="ctr" rtl="0">
              <a:spcBef>
                <a:spcPts val="0"/>
              </a:spcBef>
              <a:spcAft>
                <a:spcPts val="0"/>
              </a:spcAft>
              <a:buClr>
                <a:schemeClr val="dk2"/>
              </a:buClr>
              <a:buSzPts val="4000"/>
              <a:buNone/>
              <a:defRPr sz="5333">
                <a:solidFill>
                  <a:schemeClr val="dk2"/>
                </a:solidFill>
              </a:defRPr>
            </a:lvl4pPr>
            <a:lvl5pPr lvl="4" algn="ctr" rtl="0">
              <a:spcBef>
                <a:spcPts val="0"/>
              </a:spcBef>
              <a:spcAft>
                <a:spcPts val="0"/>
              </a:spcAft>
              <a:buClr>
                <a:schemeClr val="dk2"/>
              </a:buClr>
              <a:buSzPts val="4000"/>
              <a:buNone/>
              <a:defRPr sz="5333">
                <a:solidFill>
                  <a:schemeClr val="dk2"/>
                </a:solidFill>
              </a:defRPr>
            </a:lvl5pPr>
            <a:lvl6pPr lvl="5" algn="ctr" rtl="0">
              <a:spcBef>
                <a:spcPts val="0"/>
              </a:spcBef>
              <a:spcAft>
                <a:spcPts val="0"/>
              </a:spcAft>
              <a:buClr>
                <a:schemeClr val="dk2"/>
              </a:buClr>
              <a:buSzPts val="4000"/>
              <a:buNone/>
              <a:defRPr sz="5333">
                <a:solidFill>
                  <a:schemeClr val="dk2"/>
                </a:solidFill>
              </a:defRPr>
            </a:lvl6pPr>
            <a:lvl7pPr lvl="6" algn="ctr" rtl="0">
              <a:spcBef>
                <a:spcPts val="0"/>
              </a:spcBef>
              <a:spcAft>
                <a:spcPts val="0"/>
              </a:spcAft>
              <a:buClr>
                <a:schemeClr val="dk2"/>
              </a:buClr>
              <a:buSzPts val="4000"/>
              <a:buNone/>
              <a:defRPr sz="5333">
                <a:solidFill>
                  <a:schemeClr val="dk2"/>
                </a:solidFill>
              </a:defRPr>
            </a:lvl7pPr>
            <a:lvl8pPr lvl="7" algn="ctr" rtl="0">
              <a:spcBef>
                <a:spcPts val="0"/>
              </a:spcBef>
              <a:spcAft>
                <a:spcPts val="0"/>
              </a:spcAft>
              <a:buClr>
                <a:schemeClr val="dk2"/>
              </a:buClr>
              <a:buSzPts val="4000"/>
              <a:buNone/>
              <a:defRPr sz="5333">
                <a:solidFill>
                  <a:schemeClr val="dk2"/>
                </a:solidFill>
              </a:defRPr>
            </a:lvl8pPr>
            <a:lvl9pPr lvl="8" algn="ctr" rtl="0">
              <a:spcBef>
                <a:spcPts val="0"/>
              </a:spcBef>
              <a:spcAft>
                <a:spcPts val="0"/>
              </a:spcAft>
              <a:buClr>
                <a:schemeClr val="dk2"/>
              </a:buClr>
              <a:buSzPts val="4000"/>
              <a:buNone/>
              <a:defRPr sz="5333">
                <a:solidFill>
                  <a:schemeClr val="dk2"/>
                </a:solidFill>
              </a:defRPr>
            </a:lvl9pPr>
          </a:lstStyle>
          <a:p>
            <a:r>
              <a:t>xx%</a:t>
            </a:r>
          </a:p>
        </p:txBody>
      </p:sp>
      <p:sp>
        <p:nvSpPr>
          <p:cNvPr id="340" name="Google Shape;340;p38"/>
          <p:cNvSpPr txBox="1">
            <a:spLocks noGrp="1"/>
          </p:cNvSpPr>
          <p:nvPr>
            <p:ph type="title" idx="15" hasCustomPrompt="1"/>
          </p:nvPr>
        </p:nvSpPr>
        <p:spPr>
          <a:xfrm>
            <a:off x="7075533" y="3952751"/>
            <a:ext cx="3314800" cy="890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4000"/>
              <a:buNone/>
              <a:defRPr sz="5067">
                <a:solidFill>
                  <a:schemeClr val="accent1"/>
                </a:solidFill>
              </a:defRPr>
            </a:lvl1pPr>
            <a:lvl2pPr lvl="1" algn="ctr" rtl="0">
              <a:spcBef>
                <a:spcPts val="0"/>
              </a:spcBef>
              <a:spcAft>
                <a:spcPts val="0"/>
              </a:spcAft>
              <a:buClr>
                <a:schemeClr val="dk2"/>
              </a:buClr>
              <a:buSzPts val="4000"/>
              <a:buNone/>
              <a:defRPr sz="5333">
                <a:solidFill>
                  <a:schemeClr val="dk2"/>
                </a:solidFill>
              </a:defRPr>
            </a:lvl2pPr>
            <a:lvl3pPr lvl="2" algn="ctr" rtl="0">
              <a:spcBef>
                <a:spcPts val="0"/>
              </a:spcBef>
              <a:spcAft>
                <a:spcPts val="0"/>
              </a:spcAft>
              <a:buClr>
                <a:schemeClr val="dk2"/>
              </a:buClr>
              <a:buSzPts val="4000"/>
              <a:buNone/>
              <a:defRPr sz="5333">
                <a:solidFill>
                  <a:schemeClr val="dk2"/>
                </a:solidFill>
              </a:defRPr>
            </a:lvl3pPr>
            <a:lvl4pPr lvl="3" algn="ctr" rtl="0">
              <a:spcBef>
                <a:spcPts val="0"/>
              </a:spcBef>
              <a:spcAft>
                <a:spcPts val="0"/>
              </a:spcAft>
              <a:buClr>
                <a:schemeClr val="dk2"/>
              </a:buClr>
              <a:buSzPts val="4000"/>
              <a:buNone/>
              <a:defRPr sz="5333">
                <a:solidFill>
                  <a:schemeClr val="dk2"/>
                </a:solidFill>
              </a:defRPr>
            </a:lvl4pPr>
            <a:lvl5pPr lvl="4" algn="ctr" rtl="0">
              <a:spcBef>
                <a:spcPts val="0"/>
              </a:spcBef>
              <a:spcAft>
                <a:spcPts val="0"/>
              </a:spcAft>
              <a:buClr>
                <a:schemeClr val="dk2"/>
              </a:buClr>
              <a:buSzPts val="4000"/>
              <a:buNone/>
              <a:defRPr sz="5333">
                <a:solidFill>
                  <a:schemeClr val="dk2"/>
                </a:solidFill>
              </a:defRPr>
            </a:lvl5pPr>
            <a:lvl6pPr lvl="5" algn="ctr" rtl="0">
              <a:spcBef>
                <a:spcPts val="0"/>
              </a:spcBef>
              <a:spcAft>
                <a:spcPts val="0"/>
              </a:spcAft>
              <a:buClr>
                <a:schemeClr val="dk2"/>
              </a:buClr>
              <a:buSzPts val="4000"/>
              <a:buNone/>
              <a:defRPr sz="5333">
                <a:solidFill>
                  <a:schemeClr val="dk2"/>
                </a:solidFill>
              </a:defRPr>
            </a:lvl6pPr>
            <a:lvl7pPr lvl="6" algn="ctr" rtl="0">
              <a:spcBef>
                <a:spcPts val="0"/>
              </a:spcBef>
              <a:spcAft>
                <a:spcPts val="0"/>
              </a:spcAft>
              <a:buClr>
                <a:schemeClr val="dk2"/>
              </a:buClr>
              <a:buSzPts val="4000"/>
              <a:buNone/>
              <a:defRPr sz="5333">
                <a:solidFill>
                  <a:schemeClr val="dk2"/>
                </a:solidFill>
              </a:defRPr>
            </a:lvl7pPr>
            <a:lvl8pPr lvl="7" algn="ctr" rtl="0">
              <a:spcBef>
                <a:spcPts val="0"/>
              </a:spcBef>
              <a:spcAft>
                <a:spcPts val="0"/>
              </a:spcAft>
              <a:buClr>
                <a:schemeClr val="dk2"/>
              </a:buClr>
              <a:buSzPts val="4000"/>
              <a:buNone/>
              <a:defRPr sz="5333">
                <a:solidFill>
                  <a:schemeClr val="dk2"/>
                </a:solidFill>
              </a:defRPr>
            </a:lvl8pPr>
            <a:lvl9pPr lvl="8" algn="ctr" rtl="0">
              <a:spcBef>
                <a:spcPts val="0"/>
              </a:spcBef>
              <a:spcAft>
                <a:spcPts val="0"/>
              </a:spcAft>
              <a:buClr>
                <a:schemeClr val="dk2"/>
              </a:buClr>
              <a:buSzPts val="4000"/>
              <a:buNone/>
              <a:defRPr sz="5333">
                <a:solidFill>
                  <a:schemeClr val="dk2"/>
                </a:solidFill>
              </a:defRPr>
            </a:lvl9pPr>
          </a:lstStyle>
          <a:p>
            <a:r>
              <a:t>xx%</a:t>
            </a:r>
          </a:p>
        </p:txBody>
      </p:sp>
    </p:spTree>
    <p:extLst>
      <p:ext uri="{BB962C8B-B14F-4D97-AF65-F5344CB8AC3E}">
        <p14:creationId xmlns:p14="http://schemas.microsoft.com/office/powerpoint/2010/main" val="268031531"/>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341"/>
        <p:cNvGrpSpPr/>
        <p:nvPr/>
      </p:nvGrpSpPr>
      <p:grpSpPr>
        <a:xfrm>
          <a:off x="0" y="0"/>
          <a:ext cx="0" cy="0"/>
          <a:chOff x="0" y="0"/>
          <a:chExt cx="0" cy="0"/>
        </a:xfrm>
      </p:grpSpPr>
      <p:sp>
        <p:nvSpPr>
          <p:cNvPr id="342" name="Google Shape;342;p39"/>
          <p:cNvSpPr txBox="1">
            <a:spLocks noGrp="1"/>
          </p:cNvSpPr>
          <p:nvPr>
            <p:ph type="subTitle" idx="1"/>
          </p:nvPr>
        </p:nvSpPr>
        <p:spPr>
          <a:xfrm>
            <a:off x="4957767" y="4392265"/>
            <a:ext cx="21904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43" name="Google Shape;343;p39"/>
          <p:cNvSpPr txBox="1">
            <a:spLocks noGrp="1"/>
          </p:cNvSpPr>
          <p:nvPr>
            <p:ph type="subTitle" idx="2"/>
          </p:nvPr>
        </p:nvSpPr>
        <p:spPr>
          <a:xfrm>
            <a:off x="4823567" y="4938529"/>
            <a:ext cx="24588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867">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r>
              <a:rPr lang="en-US"/>
              <a:t>Click to edit Master subtitle style</a:t>
            </a:r>
            <a:endParaRPr/>
          </a:p>
        </p:txBody>
      </p:sp>
      <p:sp>
        <p:nvSpPr>
          <p:cNvPr id="344" name="Google Shape;344;p39"/>
          <p:cNvSpPr txBox="1">
            <a:spLocks noGrp="1"/>
          </p:cNvSpPr>
          <p:nvPr>
            <p:ph type="subTitle" idx="3"/>
          </p:nvPr>
        </p:nvSpPr>
        <p:spPr>
          <a:xfrm>
            <a:off x="1770700" y="4392265"/>
            <a:ext cx="21904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45" name="Google Shape;345;p39"/>
          <p:cNvSpPr txBox="1">
            <a:spLocks noGrp="1"/>
          </p:cNvSpPr>
          <p:nvPr>
            <p:ph type="subTitle" idx="4"/>
          </p:nvPr>
        </p:nvSpPr>
        <p:spPr>
          <a:xfrm>
            <a:off x="1636568" y="4938529"/>
            <a:ext cx="24588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867">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r>
              <a:rPr lang="en-US"/>
              <a:t>Click to edit Master subtitle style</a:t>
            </a:r>
            <a:endParaRPr/>
          </a:p>
        </p:txBody>
      </p:sp>
      <p:sp>
        <p:nvSpPr>
          <p:cNvPr id="346" name="Google Shape;346;p39"/>
          <p:cNvSpPr txBox="1">
            <a:spLocks noGrp="1"/>
          </p:cNvSpPr>
          <p:nvPr>
            <p:ph type="subTitle" idx="5"/>
          </p:nvPr>
        </p:nvSpPr>
        <p:spPr>
          <a:xfrm>
            <a:off x="8144733" y="4392265"/>
            <a:ext cx="2190800" cy="58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47" name="Google Shape;347;p39"/>
          <p:cNvSpPr txBox="1">
            <a:spLocks noGrp="1"/>
          </p:cNvSpPr>
          <p:nvPr>
            <p:ph type="subTitle" idx="6"/>
          </p:nvPr>
        </p:nvSpPr>
        <p:spPr>
          <a:xfrm>
            <a:off x="8010733" y="4938529"/>
            <a:ext cx="24588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867">
                <a:solidFill>
                  <a:schemeClr val="dk1"/>
                </a:solidFill>
              </a:defRPr>
            </a:lvl1pPr>
            <a:lvl2pPr lvl="1" algn="ctr" rtl="0">
              <a:spcBef>
                <a:spcPts val="0"/>
              </a:spcBef>
              <a:spcAft>
                <a:spcPts val="0"/>
              </a:spcAft>
              <a:buClr>
                <a:schemeClr val="accent4"/>
              </a:buClr>
              <a:buSzPts val="1400"/>
              <a:buNone/>
              <a:defRPr>
                <a:solidFill>
                  <a:schemeClr val="accent4"/>
                </a:solidFill>
              </a:defRPr>
            </a:lvl2pPr>
            <a:lvl3pPr lvl="2" algn="ctr" rtl="0">
              <a:spcBef>
                <a:spcPts val="0"/>
              </a:spcBef>
              <a:spcAft>
                <a:spcPts val="0"/>
              </a:spcAft>
              <a:buClr>
                <a:schemeClr val="accent4"/>
              </a:buClr>
              <a:buSzPts val="1400"/>
              <a:buNone/>
              <a:defRPr>
                <a:solidFill>
                  <a:schemeClr val="accent4"/>
                </a:solidFill>
              </a:defRPr>
            </a:lvl3pPr>
            <a:lvl4pPr lvl="3" algn="ctr" rtl="0">
              <a:spcBef>
                <a:spcPts val="0"/>
              </a:spcBef>
              <a:spcAft>
                <a:spcPts val="0"/>
              </a:spcAft>
              <a:buClr>
                <a:schemeClr val="accent4"/>
              </a:buClr>
              <a:buSzPts val="1400"/>
              <a:buNone/>
              <a:defRPr>
                <a:solidFill>
                  <a:schemeClr val="accent4"/>
                </a:solidFill>
              </a:defRPr>
            </a:lvl4pPr>
            <a:lvl5pPr lvl="4" algn="ctr" rtl="0">
              <a:spcBef>
                <a:spcPts val="0"/>
              </a:spcBef>
              <a:spcAft>
                <a:spcPts val="0"/>
              </a:spcAft>
              <a:buClr>
                <a:schemeClr val="accent4"/>
              </a:buClr>
              <a:buSzPts val="1400"/>
              <a:buNone/>
              <a:defRPr>
                <a:solidFill>
                  <a:schemeClr val="accent4"/>
                </a:solidFill>
              </a:defRPr>
            </a:lvl5pPr>
            <a:lvl6pPr lvl="5" algn="ctr" rtl="0">
              <a:spcBef>
                <a:spcPts val="0"/>
              </a:spcBef>
              <a:spcAft>
                <a:spcPts val="0"/>
              </a:spcAft>
              <a:buClr>
                <a:schemeClr val="accent4"/>
              </a:buClr>
              <a:buSzPts val="1400"/>
              <a:buNone/>
              <a:defRPr>
                <a:solidFill>
                  <a:schemeClr val="accent4"/>
                </a:solidFill>
              </a:defRPr>
            </a:lvl6pPr>
            <a:lvl7pPr lvl="6" algn="ctr" rtl="0">
              <a:spcBef>
                <a:spcPts val="0"/>
              </a:spcBef>
              <a:spcAft>
                <a:spcPts val="0"/>
              </a:spcAft>
              <a:buClr>
                <a:schemeClr val="accent4"/>
              </a:buClr>
              <a:buSzPts val="1400"/>
              <a:buNone/>
              <a:defRPr>
                <a:solidFill>
                  <a:schemeClr val="accent4"/>
                </a:solidFill>
              </a:defRPr>
            </a:lvl7pPr>
            <a:lvl8pPr lvl="7" algn="ctr" rtl="0">
              <a:spcBef>
                <a:spcPts val="0"/>
              </a:spcBef>
              <a:spcAft>
                <a:spcPts val="0"/>
              </a:spcAft>
              <a:buClr>
                <a:schemeClr val="accent4"/>
              </a:buClr>
              <a:buSzPts val="1400"/>
              <a:buNone/>
              <a:defRPr>
                <a:solidFill>
                  <a:schemeClr val="accent4"/>
                </a:solidFill>
              </a:defRPr>
            </a:lvl8pPr>
            <a:lvl9pPr lvl="8" algn="ctr" rtl="0">
              <a:spcBef>
                <a:spcPts val="0"/>
              </a:spcBef>
              <a:spcAft>
                <a:spcPts val="0"/>
              </a:spcAft>
              <a:buClr>
                <a:schemeClr val="accent4"/>
              </a:buClr>
              <a:buSzPts val="1400"/>
              <a:buNone/>
              <a:defRPr>
                <a:solidFill>
                  <a:schemeClr val="accent4"/>
                </a:solidFill>
              </a:defRPr>
            </a:lvl9pPr>
          </a:lstStyle>
          <a:p>
            <a:r>
              <a:rPr lang="en-US"/>
              <a:t>Click to edit Master subtitle style</a:t>
            </a:r>
            <a:endParaRPr/>
          </a:p>
        </p:txBody>
      </p:sp>
      <p:sp>
        <p:nvSpPr>
          <p:cNvPr id="348" name="Google Shape;348;p39"/>
          <p:cNvSpPr txBox="1">
            <a:spLocks noGrp="1"/>
          </p:cNvSpPr>
          <p:nvPr>
            <p:ph type="title"/>
          </p:nvPr>
        </p:nvSpPr>
        <p:spPr>
          <a:xfrm>
            <a:off x="950967" y="593367"/>
            <a:ext cx="42516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cxnSp>
        <p:nvCxnSpPr>
          <p:cNvPr id="349" name="Google Shape;349;p39"/>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50" name="Google Shape;350;p39"/>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1451070444"/>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four columns 3">
  <p:cSld name="Title and four columns 3">
    <p:spTree>
      <p:nvGrpSpPr>
        <p:cNvPr id="1" name="Shape 351"/>
        <p:cNvGrpSpPr/>
        <p:nvPr/>
      </p:nvGrpSpPr>
      <p:grpSpPr>
        <a:xfrm>
          <a:off x="0" y="0"/>
          <a:ext cx="0" cy="0"/>
          <a:chOff x="0" y="0"/>
          <a:chExt cx="0" cy="0"/>
        </a:xfrm>
      </p:grpSpPr>
      <p:sp>
        <p:nvSpPr>
          <p:cNvPr id="352" name="Google Shape;352;p40"/>
          <p:cNvSpPr txBox="1">
            <a:spLocks noGrp="1"/>
          </p:cNvSpPr>
          <p:nvPr>
            <p:ph type="subTitle" idx="1"/>
          </p:nvPr>
        </p:nvSpPr>
        <p:spPr>
          <a:xfrm>
            <a:off x="6333567" y="2176995"/>
            <a:ext cx="2686400" cy="666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53" name="Google Shape;353;p40"/>
          <p:cNvSpPr txBox="1">
            <a:spLocks noGrp="1"/>
          </p:cNvSpPr>
          <p:nvPr>
            <p:ph type="subTitle" idx="2"/>
          </p:nvPr>
        </p:nvSpPr>
        <p:spPr>
          <a:xfrm>
            <a:off x="6333579" y="2713363"/>
            <a:ext cx="2686400" cy="76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54" name="Google Shape;354;p40"/>
          <p:cNvSpPr txBox="1">
            <a:spLocks noGrp="1"/>
          </p:cNvSpPr>
          <p:nvPr>
            <p:ph type="subTitle" idx="3"/>
          </p:nvPr>
        </p:nvSpPr>
        <p:spPr>
          <a:xfrm>
            <a:off x="3075267" y="2176995"/>
            <a:ext cx="2686400" cy="6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55" name="Google Shape;355;p40"/>
          <p:cNvSpPr txBox="1">
            <a:spLocks noGrp="1"/>
          </p:cNvSpPr>
          <p:nvPr>
            <p:ph type="subTitle" idx="4"/>
          </p:nvPr>
        </p:nvSpPr>
        <p:spPr>
          <a:xfrm>
            <a:off x="3075283" y="2713363"/>
            <a:ext cx="26864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56" name="Google Shape;356;p40"/>
          <p:cNvSpPr txBox="1">
            <a:spLocks noGrp="1"/>
          </p:cNvSpPr>
          <p:nvPr>
            <p:ph type="subTitle" idx="5"/>
          </p:nvPr>
        </p:nvSpPr>
        <p:spPr>
          <a:xfrm>
            <a:off x="6333567" y="4083031"/>
            <a:ext cx="2686400" cy="666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57" name="Google Shape;357;p40"/>
          <p:cNvSpPr txBox="1">
            <a:spLocks noGrp="1"/>
          </p:cNvSpPr>
          <p:nvPr>
            <p:ph type="subTitle" idx="6"/>
          </p:nvPr>
        </p:nvSpPr>
        <p:spPr>
          <a:xfrm>
            <a:off x="6333579" y="4628063"/>
            <a:ext cx="2686400" cy="76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58" name="Google Shape;358;p40"/>
          <p:cNvSpPr txBox="1">
            <a:spLocks noGrp="1"/>
          </p:cNvSpPr>
          <p:nvPr>
            <p:ph type="subTitle" idx="7"/>
          </p:nvPr>
        </p:nvSpPr>
        <p:spPr>
          <a:xfrm>
            <a:off x="3075267" y="4083031"/>
            <a:ext cx="2686400" cy="6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59" name="Google Shape;359;p40"/>
          <p:cNvSpPr txBox="1">
            <a:spLocks noGrp="1"/>
          </p:cNvSpPr>
          <p:nvPr>
            <p:ph type="subTitle" idx="8"/>
          </p:nvPr>
        </p:nvSpPr>
        <p:spPr>
          <a:xfrm>
            <a:off x="3075283" y="4628063"/>
            <a:ext cx="26864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60" name="Google Shape;360;p40"/>
          <p:cNvSpPr txBox="1">
            <a:spLocks noGrp="1"/>
          </p:cNvSpPr>
          <p:nvPr>
            <p:ph type="title"/>
          </p:nvPr>
        </p:nvSpPr>
        <p:spPr>
          <a:xfrm>
            <a:off x="950967" y="593367"/>
            <a:ext cx="37144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cxnSp>
        <p:nvCxnSpPr>
          <p:cNvPr id="361" name="Google Shape;361;p40"/>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62" name="Google Shape;362;p40"/>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3647719247"/>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spTree>
      <p:nvGrpSpPr>
        <p:cNvPr id="1" name="Shape 363"/>
        <p:cNvGrpSpPr/>
        <p:nvPr/>
      </p:nvGrpSpPr>
      <p:grpSpPr>
        <a:xfrm>
          <a:off x="0" y="0"/>
          <a:ext cx="0" cy="0"/>
          <a:chOff x="0" y="0"/>
          <a:chExt cx="0" cy="0"/>
        </a:xfrm>
      </p:grpSpPr>
      <p:cxnSp>
        <p:nvCxnSpPr>
          <p:cNvPr id="364" name="Google Shape;364;p41"/>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65" name="Google Shape;365;p41"/>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66" name="Google Shape;366;p41"/>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7" name="Google Shape;367;p41"/>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8" name="Google Shape;368;p41"/>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9" name="Google Shape;369;p41"/>
          <p:cNvCxnSpPr/>
          <p:nvPr/>
        </p:nvCxnSpPr>
        <p:spPr>
          <a:xfrm flipH="1">
            <a:off x="-316183" y="-94883"/>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70" name="Google Shape;370;p41"/>
          <p:cNvSpPr txBox="1">
            <a:spLocks noGrp="1"/>
          </p:cNvSpPr>
          <p:nvPr>
            <p:ph type="subTitle" idx="1"/>
          </p:nvPr>
        </p:nvSpPr>
        <p:spPr>
          <a:xfrm>
            <a:off x="971667" y="1483829"/>
            <a:ext cx="2686400" cy="666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71" name="Google Shape;371;p41"/>
          <p:cNvSpPr txBox="1">
            <a:spLocks noGrp="1"/>
          </p:cNvSpPr>
          <p:nvPr>
            <p:ph type="subTitle" idx="2"/>
          </p:nvPr>
        </p:nvSpPr>
        <p:spPr>
          <a:xfrm>
            <a:off x="971683" y="2020199"/>
            <a:ext cx="2686400" cy="76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72" name="Google Shape;372;p41"/>
          <p:cNvSpPr txBox="1">
            <a:spLocks noGrp="1"/>
          </p:cNvSpPr>
          <p:nvPr>
            <p:ph type="subTitle" idx="3"/>
          </p:nvPr>
        </p:nvSpPr>
        <p:spPr>
          <a:xfrm>
            <a:off x="971667" y="2715181"/>
            <a:ext cx="2686400" cy="666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73" name="Google Shape;373;p41"/>
          <p:cNvSpPr txBox="1">
            <a:spLocks noGrp="1"/>
          </p:cNvSpPr>
          <p:nvPr>
            <p:ph type="subTitle" idx="4"/>
          </p:nvPr>
        </p:nvSpPr>
        <p:spPr>
          <a:xfrm>
            <a:off x="971683" y="3260213"/>
            <a:ext cx="2686400" cy="76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74" name="Google Shape;374;p41"/>
          <p:cNvSpPr txBox="1">
            <a:spLocks noGrp="1"/>
          </p:cNvSpPr>
          <p:nvPr>
            <p:ph type="title"/>
          </p:nvPr>
        </p:nvSpPr>
        <p:spPr>
          <a:xfrm>
            <a:off x="2042200" y="593367"/>
            <a:ext cx="8107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sp>
        <p:nvSpPr>
          <p:cNvPr id="375" name="Google Shape;375;p41"/>
          <p:cNvSpPr txBox="1">
            <a:spLocks noGrp="1"/>
          </p:cNvSpPr>
          <p:nvPr>
            <p:ph type="subTitle" idx="5"/>
          </p:nvPr>
        </p:nvSpPr>
        <p:spPr>
          <a:xfrm>
            <a:off x="971667" y="3996300"/>
            <a:ext cx="2686400" cy="666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76" name="Google Shape;376;p41"/>
          <p:cNvSpPr txBox="1">
            <a:spLocks noGrp="1"/>
          </p:cNvSpPr>
          <p:nvPr>
            <p:ph type="subTitle" idx="6"/>
          </p:nvPr>
        </p:nvSpPr>
        <p:spPr>
          <a:xfrm>
            <a:off x="971683" y="4541332"/>
            <a:ext cx="2686400" cy="76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214919303"/>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377"/>
        <p:cNvGrpSpPr/>
        <p:nvPr/>
      </p:nvGrpSpPr>
      <p:grpSpPr>
        <a:xfrm>
          <a:off x="0" y="0"/>
          <a:ext cx="0" cy="0"/>
          <a:chOff x="0" y="0"/>
          <a:chExt cx="0" cy="0"/>
        </a:xfrm>
      </p:grpSpPr>
      <p:sp>
        <p:nvSpPr>
          <p:cNvPr id="378" name="Google Shape;378;p42"/>
          <p:cNvSpPr txBox="1">
            <a:spLocks noGrp="1"/>
          </p:cNvSpPr>
          <p:nvPr>
            <p:ph type="title" hasCustomPrompt="1"/>
          </p:nvPr>
        </p:nvSpPr>
        <p:spPr>
          <a:xfrm>
            <a:off x="3457233" y="952800"/>
            <a:ext cx="5277600" cy="82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6000">
                <a:solidFill>
                  <a:schemeClr val="accent1"/>
                </a:solidFill>
              </a:defRPr>
            </a:lvl1pPr>
            <a:lvl2pPr lvl="1"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9pPr>
          </a:lstStyle>
          <a:p>
            <a:r>
              <a:t>xx%</a:t>
            </a:r>
          </a:p>
        </p:txBody>
      </p:sp>
      <p:sp>
        <p:nvSpPr>
          <p:cNvPr id="379" name="Google Shape;379;p42"/>
          <p:cNvSpPr txBox="1">
            <a:spLocks noGrp="1"/>
          </p:cNvSpPr>
          <p:nvPr>
            <p:ph type="subTitle" idx="1"/>
          </p:nvPr>
        </p:nvSpPr>
        <p:spPr>
          <a:xfrm>
            <a:off x="3153312" y="1795200"/>
            <a:ext cx="5885600" cy="50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80" name="Google Shape;380;p42"/>
          <p:cNvSpPr txBox="1">
            <a:spLocks noGrp="1"/>
          </p:cNvSpPr>
          <p:nvPr>
            <p:ph type="title" idx="2" hasCustomPrompt="1"/>
          </p:nvPr>
        </p:nvSpPr>
        <p:spPr>
          <a:xfrm>
            <a:off x="3457233" y="2750700"/>
            <a:ext cx="5277600" cy="82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5733">
                <a:solidFill>
                  <a:schemeClr val="accent1"/>
                </a:solidFill>
              </a:defRPr>
            </a:lvl1pPr>
            <a:lvl2pPr lvl="1"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9pPr>
          </a:lstStyle>
          <a:p>
            <a:r>
              <a:t>xx%</a:t>
            </a:r>
          </a:p>
        </p:txBody>
      </p:sp>
      <p:sp>
        <p:nvSpPr>
          <p:cNvPr id="381" name="Google Shape;381;p42"/>
          <p:cNvSpPr txBox="1">
            <a:spLocks noGrp="1"/>
          </p:cNvSpPr>
          <p:nvPr>
            <p:ph type="subTitle" idx="3"/>
          </p:nvPr>
        </p:nvSpPr>
        <p:spPr>
          <a:xfrm>
            <a:off x="3153312" y="3593100"/>
            <a:ext cx="5885600" cy="50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82" name="Google Shape;382;p42"/>
          <p:cNvSpPr txBox="1">
            <a:spLocks noGrp="1"/>
          </p:cNvSpPr>
          <p:nvPr>
            <p:ph type="title" idx="4" hasCustomPrompt="1"/>
          </p:nvPr>
        </p:nvSpPr>
        <p:spPr>
          <a:xfrm>
            <a:off x="3457233" y="4548600"/>
            <a:ext cx="5277600" cy="820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5000"/>
              <a:buNone/>
              <a:defRPr sz="5733">
                <a:solidFill>
                  <a:schemeClr val="accent1"/>
                </a:solidFill>
              </a:defRPr>
            </a:lvl1pPr>
            <a:lvl2pPr lvl="1"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9pPr>
          </a:lstStyle>
          <a:p>
            <a:r>
              <a:t>xx%</a:t>
            </a:r>
          </a:p>
        </p:txBody>
      </p:sp>
      <p:sp>
        <p:nvSpPr>
          <p:cNvPr id="383" name="Google Shape;383;p42"/>
          <p:cNvSpPr txBox="1">
            <a:spLocks noGrp="1"/>
          </p:cNvSpPr>
          <p:nvPr>
            <p:ph type="subTitle" idx="5"/>
          </p:nvPr>
        </p:nvSpPr>
        <p:spPr>
          <a:xfrm>
            <a:off x="3153267" y="5391000"/>
            <a:ext cx="5885600" cy="50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5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cxnSp>
        <p:nvCxnSpPr>
          <p:cNvPr id="384" name="Google Shape;384;p42"/>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85" name="Google Shape;385;p42"/>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3546228053"/>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Numbers and text 2">
  <p:cSld name="Numbers and text 2">
    <p:spTree>
      <p:nvGrpSpPr>
        <p:cNvPr id="1" name="Shape 386"/>
        <p:cNvGrpSpPr/>
        <p:nvPr/>
      </p:nvGrpSpPr>
      <p:grpSpPr>
        <a:xfrm>
          <a:off x="0" y="0"/>
          <a:ext cx="0" cy="0"/>
          <a:chOff x="0" y="0"/>
          <a:chExt cx="0" cy="0"/>
        </a:xfrm>
      </p:grpSpPr>
      <p:sp>
        <p:nvSpPr>
          <p:cNvPr id="387" name="Google Shape;387;p43"/>
          <p:cNvSpPr txBox="1">
            <a:spLocks noGrp="1"/>
          </p:cNvSpPr>
          <p:nvPr>
            <p:ph type="subTitle" idx="1"/>
          </p:nvPr>
        </p:nvSpPr>
        <p:spPr>
          <a:xfrm>
            <a:off x="7600812" y="2779025"/>
            <a:ext cx="3686000" cy="6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88" name="Google Shape;388;p43"/>
          <p:cNvSpPr txBox="1">
            <a:spLocks noGrp="1"/>
          </p:cNvSpPr>
          <p:nvPr>
            <p:ph type="subTitle" idx="2"/>
          </p:nvPr>
        </p:nvSpPr>
        <p:spPr>
          <a:xfrm>
            <a:off x="7600828" y="3315392"/>
            <a:ext cx="36860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solidFill>
                  <a:schemeClr val="dk1"/>
                </a:solidFill>
                <a:latin typeface="Mako"/>
                <a:ea typeface="Mako"/>
                <a:cs typeface="Mako"/>
                <a:sym typeface="Mako"/>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89" name="Google Shape;389;p43"/>
          <p:cNvSpPr txBox="1">
            <a:spLocks noGrp="1"/>
          </p:cNvSpPr>
          <p:nvPr>
            <p:ph type="subTitle" idx="3"/>
          </p:nvPr>
        </p:nvSpPr>
        <p:spPr>
          <a:xfrm>
            <a:off x="2631984" y="1202845"/>
            <a:ext cx="3686000" cy="6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90" name="Google Shape;390;p43"/>
          <p:cNvSpPr txBox="1">
            <a:spLocks noGrp="1"/>
          </p:cNvSpPr>
          <p:nvPr>
            <p:ph type="subTitle" idx="4"/>
          </p:nvPr>
        </p:nvSpPr>
        <p:spPr>
          <a:xfrm>
            <a:off x="2631984" y="1739213"/>
            <a:ext cx="36860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solidFill>
                  <a:schemeClr val="dk1"/>
                </a:solidFill>
                <a:latin typeface="Mako"/>
                <a:ea typeface="Mako"/>
                <a:cs typeface="Mako"/>
                <a:sym typeface="Mako"/>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391" name="Google Shape;391;p43"/>
          <p:cNvSpPr txBox="1">
            <a:spLocks noGrp="1"/>
          </p:cNvSpPr>
          <p:nvPr>
            <p:ph type="subTitle" idx="5"/>
          </p:nvPr>
        </p:nvSpPr>
        <p:spPr>
          <a:xfrm>
            <a:off x="2631984" y="4387833"/>
            <a:ext cx="3686000" cy="66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392" name="Google Shape;392;p43"/>
          <p:cNvSpPr txBox="1">
            <a:spLocks noGrp="1"/>
          </p:cNvSpPr>
          <p:nvPr>
            <p:ph type="subTitle" idx="6"/>
          </p:nvPr>
        </p:nvSpPr>
        <p:spPr>
          <a:xfrm>
            <a:off x="2631984" y="4932865"/>
            <a:ext cx="36860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cxnSp>
        <p:nvCxnSpPr>
          <p:cNvPr id="393" name="Google Shape;393;p43"/>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94" name="Google Shape;394;p43"/>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395" name="Google Shape;395;p43"/>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96" name="Google Shape;396;p43"/>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97" name="Google Shape;397;p43"/>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98" name="Google Shape;398;p43"/>
          <p:cNvSpPr txBox="1">
            <a:spLocks noGrp="1"/>
          </p:cNvSpPr>
          <p:nvPr>
            <p:ph type="title" hasCustomPrompt="1"/>
          </p:nvPr>
        </p:nvSpPr>
        <p:spPr>
          <a:xfrm>
            <a:off x="977333" y="1485933"/>
            <a:ext cx="1490800" cy="820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6000">
                <a:solidFill>
                  <a:schemeClr val="accent1"/>
                </a:solidFill>
              </a:defRPr>
            </a:lvl1pPr>
            <a:lvl2pPr lvl="1"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9pPr>
          </a:lstStyle>
          <a:p>
            <a:r>
              <a:t>xx%</a:t>
            </a:r>
          </a:p>
        </p:txBody>
      </p:sp>
      <p:sp>
        <p:nvSpPr>
          <p:cNvPr id="399" name="Google Shape;399;p43"/>
          <p:cNvSpPr txBox="1">
            <a:spLocks noGrp="1"/>
          </p:cNvSpPr>
          <p:nvPr>
            <p:ph type="title" idx="7" hasCustomPrompt="1"/>
          </p:nvPr>
        </p:nvSpPr>
        <p:spPr>
          <a:xfrm>
            <a:off x="977333" y="4670900"/>
            <a:ext cx="1490800" cy="820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6000">
                <a:solidFill>
                  <a:schemeClr val="accent1"/>
                </a:solidFill>
              </a:defRPr>
            </a:lvl1pPr>
            <a:lvl2pPr lvl="1"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9pPr>
          </a:lstStyle>
          <a:p>
            <a:r>
              <a:t>xx%</a:t>
            </a:r>
          </a:p>
        </p:txBody>
      </p:sp>
      <p:sp>
        <p:nvSpPr>
          <p:cNvPr id="400" name="Google Shape;400;p43"/>
          <p:cNvSpPr txBox="1">
            <a:spLocks noGrp="1"/>
          </p:cNvSpPr>
          <p:nvPr>
            <p:ph type="title" idx="8" hasCustomPrompt="1"/>
          </p:nvPr>
        </p:nvSpPr>
        <p:spPr>
          <a:xfrm>
            <a:off x="5921336" y="3035317"/>
            <a:ext cx="1490800" cy="820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5000"/>
              <a:buNone/>
              <a:defRPr sz="6000">
                <a:solidFill>
                  <a:schemeClr val="accent1"/>
                </a:solidFill>
              </a:defRPr>
            </a:lvl1pPr>
            <a:lvl2pPr lvl="1"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2pPr>
            <a:lvl3pPr lvl="2"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3pPr>
            <a:lvl4pPr lvl="3"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4pPr>
            <a:lvl5pPr lvl="4"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5pPr>
            <a:lvl6pPr lvl="5"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6pPr>
            <a:lvl7pPr lvl="6"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7pPr>
            <a:lvl8pPr lvl="7"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8pPr>
            <a:lvl9pPr lvl="8" algn="ctr" rtl="0">
              <a:spcBef>
                <a:spcPts val="0"/>
              </a:spcBef>
              <a:spcAft>
                <a:spcPts val="0"/>
              </a:spcAft>
              <a:buClr>
                <a:schemeClr val="accent1"/>
              </a:buClr>
              <a:buSzPts val="12000"/>
              <a:buFont typeface="Russo One"/>
              <a:buNone/>
              <a:defRPr sz="16000">
                <a:solidFill>
                  <a:schemeClr val="accent1"/>
                </a:solidFill>
                <a:latin typeface="Russo One"/>
                <a:ea typeface="Russo One"/>
                <a:cs typeface="Russo One"/>
                <a:sym typeface="Russo One"/>
              </a:defRPr>
            </a:lvl9pPr>
          </a:lstStyle>
          <a:p>
            <a:r>
              <a:t>xx%</a:t>
            </a:r>
          </a:p>
        </p:txBody>
      </p:sp>
    </p:spTree>
    <p:extLst>
      <p:ext uri="{BB962C8B-B14F-4D97-AF65-F5344CB8AC3E}">
        <p14:creationId xmlns:p14="http://schemas.microsoft.com/office/powerpoint/2010/main" val="2289259315"/>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401"/>
        <p:cNvGrpSpPr/>
        <p:nvPr/>
      </p:nvGrpSpPr>
      <p:grpSpPr>
        <a:xfrm>
          <a:off x="0" y="0"/>
          <a:ext cx="0" cy="0"/>
          <a:chOff x="0" y="0"/>
          <a:chExt cx="0" cy="0"/>
        </a:xfrm>
      </p:grpSpPr>
      <p:sp>
        <p:nvSpPr>
          <p:cNvPr id="402" name="Google Shape;402;p44"/>
          <p:cNvSpPr txBox="1">
            <a:spLocks noGrp="1"/>
          </p:cNvSpPr>
          <p:nvPr>
            <p:ph type="title"/>
          </p:nvPr>
        </p:nvSpPr>
        <p:spPr>
          <a:xfrm>
            <a:off x="1071667" y="2720661"/>
            <a:ext cx="5450000" cy="8976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403" name="Google Shape;403;p44"/>
          <p:cNvSpPr txBox="1">
            <a:spLocks noGrp="1"/>
          </p:cNvSpPr>
          <p:nvPr>
            <p:ph type="subTitle" idx="1"/>
          </p:nvPr>
        </p:nvSpPr>
        <p:spPr>
          <a:xfrm>
            <a:off x="1071667" y="3591367"/>
            <a:ext cx="4212400" cy="74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Font typeface="Josefin Sans"/>
              <a:buNone/>
              <a:defRPr sz="1867"/>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cxnSp>
        <p:nvCxnSpPr>
          <p:cNvPr id="404" name="Google Shape;404;p44"/>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05" name="Google Shape;405;p44"/>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4164091643"/>
      </p:ext>
    </p:extLst>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6">
  <p:cSld name="Title and text 6">
    <p:spTree>
      <p:nvGrpSpPr>
        <p:cNvPr id="1" name="Shape 406"/>
        <p:cNvGrpSpPr/>
        <p:nvPr/>
      </p:nvGrpSpPr>
      <p:grpSpPr>
        <a:xfrm>
          <a:off x="0" y="0"/>
          <a:ext cx="0" cy="0"/>
          <a:chOff x="0" y="0"/>
          <a:chExt cx="0" cy="0"/>
        </a:xfrm>
      </p:grpSpPr>
      <p:sp>
        <p:nvSpPr>
          <p:cNvPr id="407" name="Google Shape;407;p45"/>
          <p:cNvSpPr txBox="1">
            <a:spLocks noGrp="1"/>
          </p:cNvSpPr>
          <p:nvPr>
            <p:ph type="title"/>
          </p:nvPr>
        </p:nvSpPr>
        <p:spPr>
          <a:xfrm>
            <a:off x="5986867" y="2730300"/>
            <a:ext cx="4485600" cy="8384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a:r>
              <a:rPr lang="en-US"/>
              <a:t>Click to edit Master title style</a:t>
            </a:r>
            <a:endParaRPr/>
          </a:p>
        </p:txBody>
      </p:sp>
      <p:sp>
        <p:nvSpPr>
          <p:cNvPr id="408" name="Google Shape;408;p45"/>
          <p:cNvSpPr txBox="1">
            <a:spLocks noGrp="1"/>
          </p:cNvSpPr>
          <p:nvPr>
            <p:ph type="subTitle" idx="1"/>
          </p:nvPr>
        </p:nvSpPr>
        <p:spPr>
          <a:xfrm>
            <a:off x="6474067" y="3593100"/>
            <a:ext cx="3998400" cy="744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600"/>
              <a:buFont typeface="Josefin Sans"/>
              <a:buNone/>
              <a:defRPr sz="1867">
                <a:solidFill>
                  <a:schemeClr val="dk1"/>
                </a:solidFill>
              </a:defRPr>
            </a:lvl1pPr>
            <a:lvl2pPr lvl="1" rtl="0">
              <a:spcBef>
                <a:spcPts val="0"/>
              </a:spcBef>
              <a:spcAft>
                <a:spcPts val="0"/>
              </a:spcAft>
              <a:buSzPts val="1500"/>
              <a:buNone/>
              <a:defRPr sz="2000"/>
            </a:lvl2pPr>
            <a:lvl3pPr lvl="2" rtl="0">
              <a:spcBef>
                <a:spcPts val="0"/>
              </a:spcBef>
              <a:spcAft>
                <a:spcPts val="0"/>
              </a:spcAft>
              <a:buSzPts val="1500"/>
              <a:buNone/>
              <a:defRPr sz="2000"/>
            </a:lvl3pPr>
            <a:lvl4pPr lvl="3" rtl="0">
              <a:spcBef>
                <a:spcPts val="0"/>
              </a:spcBef>
              <a:spcAft>
                <a:spcPts val="0"/>
              </a:spcAft>
              <a:buSzPts val="1500"/>
              <a:buNone/>
              <a:defRPr sz="2000"/>
            </a:lvl4pPr>
            <a:lvl5pPr lvl="4" rtl="0">
              <a:spcBef>
                <a:spcPts val="0"/>
              </a:spcBef>
              <a:spcAft>
                <a:spcPts val="0"/>
              </a:spcAft>
              <a:buSzPts val="1500"/>
              <a:buNone/>
              <a:defRPr sz="2000"/>
            </a:lvl5pPr>
            <a:lvl6pPr lvl="5" rtl="0">
              <a:spcBef>
                <a:spcPts val="0"/>
              </a:spcBef>
              <a:spcAft>
                <a:spcPts val="0"/>
              </a:spcAft>
              <a:buSzPts val="1500"/>
              <a:buNone/>
              <a:defRPr sz="2000"/>
            </a:lvl6pPr>
            <a:lvl7pPr lvl="6" rtl="0">
              <a:spcBef>
                <a:spcPts val="0"/>
              </a:spcBef>
              <a:spcAft>
                <a:spcPts val="0"/>
              </a:spcAft>
              <a:buSzPts val="1500"/>
              <a:buNone/>
              <a:defRPr sz="2000"/>
            </a:lvl7pPr>
            <a:lvl8pPr lvl="7" rtl="0">
              <a:spcBef>
                <a:spcPts val="0"/>
              </a:spcBef>
              <a:spcAft>
                <a:spcPts val="0"/>
              </a:spcAft>
              <a:buSzPts val="1500"/>
              <a:buNone/>
              <a:defRPr sz="2000"/>
            </a:lvl8pPr>
            <a:lvl9pPr lvl="8" rtl="0">
              <a:spcBef>
                <a:spcPts val="0"/>
              </a:spcBef>
              <a:spcAft>
                <a:spcPts val="0"/>
              </a:spcAft>
              <a:buSzPts val="1500"/>
              <a:buNone/>
              <a:defRPr sz="2000"/>
            </a:lvl9pPr>
          </a:lstStyle>
          <a:p>
            <a:r>
              <a:rPr lang="en-US"/>
              <a:t>Click to edit Master subtitle style</a:t>
            </a:r>
            <a:endParaRPr/>
          </a:p>
        </p:txBody>
      </p:sp>
      <p:cxnSp>
        <p:nvCxnSpPr>
          <p:cNvPr id="409" name="Google Shape;409;p45"/>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10" name="Google Shape;410;p45"/>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3398320640"/>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ext 7">
  <p:cSld name="Title and text 7">
    <p:spTree>
      <p:nvGrpSpPr>
        <p:cNvPr id="1" name="Shape 411"/>
        <p:cNvGrpSpPr/>
        <p:nvPr/>
      </p:nvGrpSpPr>
      <p:grpSpPr>
        <a:xfrm>
          <a:off x="0" y="0"/>
          <a:ext cx="0" cy="0"/>
          <a:chOff x="0" y="0"/>
          <a:chExt cx="0" cy="0"/>
        </a:xfrm>
      </p:grpSpPr>
      <p:sp>
        <p:nvSpPr>
          <p:cNvPr id="412" name="Google Shape;412;p46"/>
          <p:cNvSpPr txBox="1">
            <a:spLocks noGrp="1"/>
          </p:cNvSpPr>
          <p:nvPr>
            <p:ph type="subTitle" idx="1"/>
          </p:nvPr>
        </p:nvSpPr>
        <p:spPr>
          <a:xfrm>
            <a:off x="950967" y="1938033"/>
            <a:ext cx="9881600" cy="3852000"/>
          </a:xfrm>
          <a:prstGeom prst="rect">
            <a:avLst/>
          </a:prstGeom>
        </p:spPr>
        <p:txBody>
          <a:bodyPr spcFirstLastPara="1" wrap="square" lIns="91425" tIns="91425" rIns="91425" bIns="91425" anchor="ctr" anchorCtr="0">
            <a:noAutofit/>
          </a:bodyPr>
          <a:lstStyle>
            <a:lvl1pPr marR="50799" lvl="0" algn="ctr" rtl="0">
              <a:lnSpc>
                <a:spcPct val="100000"/>
              </a:lnSpc>
              <a:spcBef>
                <a:spcPts val="0"/>
              </a:spcBef>
              <a:spcAft>
                <a:spcPts val="0"/>
              </a:spcAft>
              <a:buClr>
                <a:schemeClr val="accent1"/>
              </a:buClr>
              <a:buSzPts val="1400"/>
              <a:buChar char="●"/>
              <a:defRPr sz="1867"/>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r>
              <a:rPr lang="en-US"/>
              <a:t>Click to edit Master subtitle style</a:t>
            </a:r>
            <a:endParaRPr/>
          </a:p>
        </p:txBody>
      </p:sp>
      <p:sp>
        <p:nvSpPr>
          <p:cNvPr id="413" name="Google Shape;413;p46"/>
          <p:cNvSpPr txBox="1">
            <a:spLocks noGrp="1"/>
          </p:cNvSpPr>
          <p:nvPr>
            <p:ph type="title"/>
          </p:nvPr>
        </p:nvSpPr>
        <p:spPr>
          <a:xfrm>
            <a:off x="950967" y="593367"/>
            <a:ext cx="60036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cxnSp>
        <p:nvCxnSpPr>
          <p:cNvPr id="414" name="Google Shape;414;p46"/>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15" name="Google Shape;415;p46"/>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16" name="Google Shape;416;p46"/>
          <p:cNvCxnSpPr/>
          <p:nvPr/>
        </p:nvCxnSpPr>
        <p:spPr>
          <a:xfrm flipH="1">
            <a:off x="9029533" y="4884600"/>
            <a:ext cx="3764400" cy="21776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3927454605"/>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417"/>
        <p:cNvGrpSpPr/>
        <p:nvPr/>
      </p:nvGrpSpPr>
      <p:grpSpPr>
        <a:xfrm>
          <a:off x="0" y="0"/>
          <a:ext cx="0" cy="0"/>
          <a:chOff x="0" y="0"/>
          <a:chExt cx="0" cy="0"/>
        </a:xfrm>
      </p:grpSpPr>
      <p:cxnSp>
        <p:nvCxnSpPr>
          <p:cNvPr id="418" name="Google Shape;418;p47"/>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19" name="Google Shape;419;p47"/>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20" name="Google Shape;420;p47"/>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21" name="Google Shape;421;p47"/>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22" name="Google Shape;422;p47"/>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23" name="Google Shape;423;p47"/>
          <p:cNvCxnSpPr/>
          <p:nvPr/>
        </p:nvCxnSpPr>
        <p:spPr>
          <a:xfrm flipH="1">
            <a:off x="-316183" y="-94883"/>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424" name="Google Shape;424;p47"/>
          <p:cNvSpPr txBox="1">
            <a:spLocks noGrp="1"/>
          </p:cNvSpPr>
          <p:nvPr>
            <p:ph type="title"/>
          </p:nvPr>
        </p:nvSpPr>
        <p:spPr>
          <a:xfrm>
            <a:off x="2042200" y="593367"/>
            <a:ext cx="81076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sp>
        <p:nvSpPr>
          <p:cNvPr id="425" name="Google Shape;425;p47"/>
          <p:cNvSpPr txBox="1">
            <a:spLocks noGrp="1"/>
          </p:cNvSpPr>
          <p:nvPr>
            <p:ph type="subTitle" idx="1"/>
          </p:nvPr>
        </p:nvSpPr>
        <p:spPr>
          <a:xfrm>
            <a:off x="6033584" y="2050217"/>
            <a:ext cx="5276800" cy="3852000"/>
          </a:xfrm>
          <a:prstGeom prst="rect">
            <a:avLst/>
          </a:prstGeom>
        </p:spPr>
        <p:txBody>
          <a:bodyPr spcFirstLastPara="1" wrap="square" lIns="91425" tIns="91425" rIns="91425" bIns="91425" anchor="ctr" anchorCtr="0">
            <a:noAutofit/>
          </a:bodyPr>
          <a:lstStyle>
            <a:lvl1pPr marR="50799" lvl="0" algn="ctr" rtl="0">
              <a:lnSpc>
                <a:spcPct val="100000"/>
              </a:lnSpc>
              <a:spcBef>
                <a:spcPts val="0"/>
              </a:spcBef>
              <a:spcAft>
                <a:spcPts val="0"/>
              </a:spcAft>
              <a:buClr>
                <a:schemeClr val="accent1"/>
              </a:buClr>
              <a:buSzPts val="1400"/>
              <a:buChar char="●"/>
              <a:defRPr sz="1867"/>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r>
              <a:rPr lang="en-US"/>
              <a:t>Click to edit Master subtitle style</a:t>
            </a:r>
            <a:endParaRPr/>
          </a:p>
        </p:txBody>
      </p:sp>
      <p:sp>
        <p:nvSpPr>
          <p:cNvPr id="426" name="Google Shape;426;p47"/>
          <p:cNvSpPr txBox="1">
            <a:spLocks noGrp="1"/>
          </p:cNvSpPr>
          <p:nvPr>
            <p:ph type="subTitle" idx="2"/>
          </p:nvPr>
        </p:nvSpPr>
        <p:spPr>
          <a:xfrm>
            <a:off x="881617" y="2050217"/>
            <a:ext cx="5276800" cy="3852000"/>
          </a:xfrm>
          <a:prstGeom prst="rect">
            <a:avLst/>
          </a:prstGeom>
        </p:spPr>
        <p:txBody>
          <a:bodyPr spcFirstLastPara="1" wrap="square" lIns="91425" tIns="91425" rIns="91425" bIns="91425" anchor="ctr" anchorCtr="0">
            <a:noAutofit/>
          </a:bodyPr>
          <a:lstStyle>
            <a:lvl1pPr marR="50799" lvl="0" algn="ctr" rtl="0">
              <a:lnSpc>
                <a:spcPct val="100000"/>
              </a:lnSpc>
              <a:spcBef>
                <a:spcPts val="0"/>
              </a:spcBef>
              <a:spcAft>
                <a:spcPts val="0"/>
              </a:spcAft>
              <a:buClr>
                <a:schemeClr val="accent1"/>
              </a:buClr>
              <a:buSzPts val="1400"/>
              <a:buChar char="●"/>
              <a:defRPr sz="1867"/>
            </a:lvl1pPr>
            <a:lvl2pPr lvl="1" algn="ctr" rtl="0">
              <a:spcBef>
                <a:spcPts val="0"/>
              </a:spcBef>
              <a:spcAft>
                <a:spcPts val="0"/>
              </a:spcAft>
              <a:buClr>
                <a:schemeClr val="dk1"/>
              </a:buClr>
              <a:buSzPts val="1400"/>
              <a:buChar char="○"/>
              <a:defRPr/>
            </a:lvl2pPr>
            <a:lvl3pPr lvl="2" algn="ctr" rtl="0">
              <a:spcBef>
                <a:spcPts val="0"/>
              </a:spcBef>
              <a:spcAft>
                <a:spcPts val="0"/>
              </a:spcAft>
              <a:buClr>
                <a:schemeClr val="dk1"/>
              </a:buClr>
              <a:buSzPts val="1400"/>
              <a:buChar char="■"/>
              <a:defRPr/>
            </a:lvl3pPr>
            <a:lvl4pPr lvl="3" algn="ctr" rtl="0">
              <a:spcBef>
                <a:spcPts val="0"/>
              </a:spcBef>
              <a:spcAft>
                <a:spcPts val="0"/>
              </a:spcAft>
              <a:buClr>
                <a:schemeClr val="dk1"/>
              </a:buClr>
              <a:buSzPts val="1400"/>
              <a:buChar char="●"/>
              <a:defRPr/>
            </a:lvl4pPr>
            <a:lvl5pPr lvl="4" algn="ctr" rtl="0">
              <a:spcBef>
                <a:spcPts val="0"/>
              </a:spcBef>
              <a:spcAft>
                <a:spcPts val="0"/>
              </a:spcAft>
              <a:buClr>
                <a:schemeClr val="dk1"/>
              </a:buClr>
              <a:buSzPts val="1400"/>
              <a:buChar char="○"/>
              <a:defRPr/>
            </a:lvl5pPr>
            <a:lvl6pPr lvl="5" algn="ctr" rtl="0">
              <a:spcBef>
                <a:spcPts val="0"/>
              </a:spcBef>
              <a:spcAft>
                <a:spcPts val="0"/>
              </a:spcAft>
              <a:buClr>
                <a:schemeClr val="dk1"/>
              </a:buClr>
              <a:buSzPts val="1400"/>
              <a:buChar char="■"/>
              <a:defRPr/>
            </a:lvl6pPr>
            <a:lvl7pPr lvl="6" algn="ctr" rtl="0">
              <a:spcBef>
                <a:spcPts val="0"/>
              </a:spcBef>
              <a:spcAft>
                <a:spcPts val="0"/>
              </a:spcAft>
              <a:buClr>
                <a:schemeClr val="dk1"/>
              </a:buClr>
              <a:buSzPts val="1400"/>
              <a:buChar char="●"/>
              <a:defRPr/>
            </a:lvl7pPr>
            <a:lvl8pPr lvl="7" algn="ctr" rtl="0">
              <a:spcBef>
                <a:spcPts val="0"/>
              </a:spcBef>
              <a:spcAft>
                <a:spcPts val="0"/>
              </a:spcAft>
              <a:buClr>
                <a:schemeClr val="dk1"/>
              </a:buClr>
              <a:buSzPts val="1400"/>
              <a:buChar char="○"/>
              <a:defRPr/>
            </a:lvl8pPr>
            <a:lvl9pPr lvl="8" algn="ctr" rtl="0">
              <a:spcBef>
                <a:spcPts val="0"/>
              </a:spcBef>
              <a:spcAft>
                <a:spcPts val="0"/>
              </a:spcAft>
              <a:buClr>
                <a:schemeClr val="dk1"/>
              </a:buClr>
              <a:buSzPts val="1400"/>
              <a:buChar char="■"/>
              <a:defRPr/>
            </a:lvl9pPr>
          </a:lstStyle>
          <a:p>
            <a:r>
              <a:rPr lang="en-US"/>
              <a:t>Click to edit Master subtitle style</a:t>
            </a:r>
            <a:endParaRPr/>
          </a:p>
        </p:txBody>
      </p:sp>
    </p:spTree>
    <p:extLst>
      <p:ext uri="{BB962C8B-B14F-4D97-AF65-F5344CB8AC3E}">
        <p14:creationId xmlns:p14="http://schemas.microsoft.com/office/powerpoint/2010/main" val="3495115762"/>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427"/>
        <p:cNvGrpSpPr/>
        <p:nvPr/>
      </p:nvGrpSpPr>
      <p:grpSpPr>
        <a:xfrm>
          <a:off x="0" y="0"/>
          <a:ext cx="0" cy="0"/>
          <a:chOff x="0" y="0"/>
          <a:chExt cx="0" cy="0"/>
        </a:xfrm>
      </p:grpSpPr>
      <p:sp>
        <p:nvSpPr>
          <p:cNvPr id="428" name="Google Shape;428;p48"/>
          <p:cNvSpPr txBox="1">
            <a:spLocks noGrp="1"/>
          </p:cNvSpPr>
          <p:nvPr>
            <p:ph type="subTitle" idx="1"/>
          </p:nvPr>
        </p:nvSpPr>
        <p:spPr>
          <a:xfrm>
            <a:off x="6421433" y="4821833"/>
            <a:ext cx="3922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429" name="Google Shape;429;p48"/>
          <p:cNvSpPr txBox="1">
            <a:spLocks noGrp="1"/>
          </p:cNvSpPr>
          <p:nvPr>
            <p:ph type="subTitle" idx="2"/>
          </p:nvPr>
        </p:nvSpPr>
        <p:spPr>
          <a:xfrm>
            <a:off x="6421600" y="5275167"/>
            <a:ext cx="3922400" cy="86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430" name="Google Shape;430;p48"/>
          <p:cNvSpPr txBox="1">
            <a:spLocks noGrp="1"/>
          </p:cNvSpPr>
          <p:nvPr>
            <p:ph type="subTitle" idx="3"/>
          </p:nvPr>
        </p:nvSpPr>
        <p:spPr>
          <a:xfrm>
            <a:off x="1847772" y="4821833"/>
            <a:ext cx="3922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431" name="Google Shape;431;p48"/>
          <p:cNvSpPr txBox="1">
            <a:spLocks noGrp="1"/>
          </p:cNvSpPr>
          <p:nvPr>
            <p:ph type="subTitle" idx="4"/>
          </p:nvPr>
        </p:nvSpPr>
        <p:spPr>
          <a:xfrm>
            <a:off x="1848033" y="5275167"/>
            <a:ext cx="3922400" cy="86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b="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432" name="Google Shape;432;p48"/>
          <p:cNvSpPr txBox="1">
            <a:spLocks noGrp="1"/>
          </p:cNvSpPr>
          <p:nvPr>
            <p:ph type="title"/>
          </p:nvPr>
        </p:nvSpPr>
        <p:spPr>
          <a:xfrm>
            <a:off x="950967" y="593367"/>
            <a:ext cx="3638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cxnSp>
        <p:nvCxnSpPr>
          <p:cNvPr id="433" name="Google Shape;433;p48"/>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34" name="Google Shape;434;p48"/>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2983282984"/>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hree columns 4">
  <p:cSld name="Title and three columns 4">
    <p:spTree>
      <p:nvGrpSpPr>
        <p:cNvPr id="1" name="Shape 435"/>
        <p:cNvGrpSpPr/>
        <p:nvPr/>
      </p:nvGrpSpPr>
      <p:grpSpPr>
        <a:xfrm>
          <a:off x="0" y="0"/>
          <a:ext cx="0" cy="0"/>
          <a:chOff x="0" y="0"/>
          <a:chExt cx="0" cy="0"/>
        </a:xfrm>
      </p:grpSpPr>
      <p:sp>
        <p:nvSpPr>
          <p:cNvPr id="436" name="Google Shape;436;p49"/>
          <p:cNvSpPr txBox="1">
            <a:spLocks noGrp="1"/>
          </p:cNvSpPr>
          <p:nvPr>
            <p:ph type="title"/>
          </p:nvPr>
        </p:nvSpPr>
        <p:spPr>
          <a:xfrm>
            <a:off x="1659000" y="593367"/>
            <a:ext cx="8874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atin typeface="Merriweather Light"/>
                <a:ea typeface="Merriweather Light"/>
                <a:cs typeface="Merriweather Light"/>
                <a:sym typeface="Merriweather Light"/>
              </a:defRPr>
            </a:lvl2pPr>
            <a:lvl3pPr lvl="2" algn="ctr" rtl="0">
              <a:spcBef>
                <a:spcPts val="0"/>
              </a:spcBef>
              <a:spcAft>
                <a:spcPts val="0"/>
              </a:spcAft>
              <a:buSzPts val="3000"/>
              <a:buNone/>
              <a:defRPr>
                <a:latin typeface="Merriweather Light"/>
                <a:ea typeface="Merriweather Light"/>
                <a:cs typeface="Merriweather Light"/>
                <a:sym typeface="Merriweather Light"/>
              </a:defRPr>
            </a:lvl3pPr>
            <a:lvl4pPr lvl="3" algn="ctr" rtl="0">
              <a:spcBef>
                <a:spcPts val="0"/>
              </a:spcBef>
              <a:spcAft>
                <a:spcPts val="0"/>
              </a:spcAft>
              <a:buSzPts val="3000"/>
              <a:buNone/>
              <a:defRPr>
                <a:latin typeface="Merriweather Light"/>
                <a:ea typeface="Merriweather Light"/>
                <a:cs typeface="Merriweather Light"/>
                <a:sym typeface="Merriweather Light"/>
              </a:defRPr>
            </a:lvl4pPr>
            <a:lvl5pPr lvl="4" algn="ctr" rtl="0">
              <a:spcBef>
                <a:spcPts val="0"/>
              </a:spcBef>
              <a:spcAft>
                <a:spcPts val="0"/>
              </a:spcAft>
              <a:buSzPts val="3000"/>
              <a:buNone/>
              <a:defRPr>
                <a:latin typeface="Merriweather Light"/>
                <a:ea typeface="Merriweather Light"/>
                <a:cs typeface="Merriweather Light"/>
                <a:sym typeface="Merriweather Light"/>
              </a:defRPr>
            </a:lvl5pPr>
            <a:lvl6pPr lvl="5" algn="ctr" rtl="0">
              <a:spcBef>
                <a:spcPts val="0"/>
              </a:spcBef>
              <a:spcAft>
                <a:spcPts val="0"/>
              </a:spcAft>
              <a:buSzPts val="3000"/>
              <a:buNone/>
              <a:defRPr>
                <a:latin typeface="Merriweather Light"/>
                <a:ea typeface="Merriweather Light"/>
                <a:cs typeface="Merriweather Light"/>
                <a:sym typeface="Merriweather Light"/>
              </a:defRPr>
            </a:lvl6pPr>
            <a:lvl7pPr lvl="6" algn="ctr" rtl="0">
              <a:spcBef>
                <a:spcPts val="0"/>
              </a:spcBef>
              <a:spcAft>
                <a:spcPts val="0"/>
              </a:spcAft>
              <a:buSzPts val="3000"/>
              <a:buNone/>
              <a:defRPr>
                <a:latin typeface="Merriweather Light"/>
                <a:ea typeface="Merriweather Light"/>
                <a:cs typeface="Merriweather Light"/>
                <a:sym typeface="Merriweather Light"/>
              </a:defRPr>
            </a:lvl7pPr>
            <a:lvl8pPr lvl="7" algn="ctr" rtl="0">
              <a:spcBef>
                <a:spcPts val="0"/>
              </a:spcBef>
              <a:spcAft>
                <a:spcPts val="0"/>
              </a:spcAft>
              <a:buSzPts val="3000"/>
              <a:buNone/>
              <a:defRPr>
                <a:latin typeface="Merriweather Light"/>
                <a:ea typeface="Merriweather Light"/>
                <a:cs typeface="Merriweather Light"/>
                <a:sym typeface="Merriweather Light"/>
              </a:defRPr>
            </a:lvl8pPr>
            <a:lvl9pPr lvl="8" algn="ctr" rtl="0">
              <a:spcBef>
                <a:spcPts val="0"/>
              </a:spcBef>
              <a:spcAft>
                <a:spcPts val="0"/>
              </a:spcAft>
              <a:buSzPts val="3000"/>
              <a:buNone/>
              <a:defRPr>
                <a:latin typeface="Merriweather Light"/>
                <a:ea typeface="Merriweather Light"/>
                <a:cs typeface="Merriweather Light"/>
                <a:sym typeface="Merriweather Light"/>
              </a:defRPr>
            </a:lvl9pPr>
          </a:lstStyle>
          <a:p>
            <a:r>
              <a:rPr lang="en-US"/>
              <a:t>Click to edit Master title style</a:t>
            </a:r>
            <a:endParaRPr/>
          </a:p>
        </p:txBody>
      </p:sp>
      <p:sp>
        <p:nvSpPr>
          <p:cNvPr id="437" name="Google Shape;437;p49"/>
          <p:cNvSpPr txBox="1">
            <a:spLocks noGrp="1"/>
          </p:cNvSpPr>
          <p:nvPr>
            <p:ph type="subTitle" idx="1"/>
          </p:nvPr>
        </p:nvSpPr>
        <p:spPr>
          <a:xfrm>
            <a:off x="4678667" y="45316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438" name="Google Shape;438;p49"/>
          <p:cNvSpPr txBox="1">
            <a:spLocks noGrp="1"/>
          </p:cNvSpPr>
          <p:nvPr>
            <p:ph type="subTitle" idx="2"/>
          </p:nvPr>
        </p:nvSpPr>
        <p:spPr>
          <a:xfrm>
            <a:off x="4678700" y="5086600"/>
            <a:ext cx="2834800" cy="11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439" name="Google Shape;439;p49"/>
          <p:cNvSpPr txBox="1">
            <a:spLocks noGrp="1"/>
          </p:cNvSpPr>
          <p:nvPr>
            <p:ph type="subTitle" idx="3"/>
          </p:nvPr>
        </p:nvSpPr>
        <p:spPr>
          <a:xfrm>
            <a:off x="1270700" y="45316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440" name="Google Shape;440;p49"/>
          <p:cNvSpPr txBox="1">
            <a:spLocks noGrp="1"/>
          </p:cNvSpPr>
          <p:nvPr>
            <p:ph type="subTitle" idx="4"/>
          </p:nvPr>
        </p:nvSpPr>
        <p:spPr>
          <a:xfrm>
            <a:off x="1270833" y="5086601"/>
            <a:ext cx="2834800" cy="11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441" name="Google Shape;441;p49"/>
          <p:cNvSpPr txBox="1">
            <a:spLocks noGrp="1"/>
          </p:cNvSpPr>
          <p:nvPr>
            <p:ph type="subTitle" idx="5"/>
          </p:nvPr>
        </p:nvSpPr>
        <p:spPr>
          <a:xfrm>
            <a:off x="8086500" y="4531668"/>
            <a:ext cx="2834800" cy="59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1pPr>
            <a:lvl2pPr lvl="1"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2pPr>
            <a:lvl3pPr lvl="2"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3pPr>
            <a:lvl4pPr lvl="3"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4pPr>
            <a:lvl5pPr lvl="4"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5pPr>
            <a:lvl6pPr lvl="5"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6pPr>
            <a:lvl7pPr lvl="6"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7pPr>
            <a:lvl8pPr lvl="7"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8pPr>
            <a:lvl9pPr lvl="8" algn="ctr" rtl="0">
              <a:spcBef>
                <a:spcPts val="0"/>
              </a:spcBef>
              <a:spcAft>
                <a:spcPts val="0"/>
              </a:spcAft>
              <a:buClr>
                <a:schemeClr val="dk1"/>
              </a:buClr>
              <a:buSzPts val="2400"/>
              <a:buFont typeface="Vidaloka"/>
              <a:buNone/>
              <a:defRPr sz="3200">
                <a:solidFill>
                  <a:schemeClr val="dk1"/>
                </a:solidFill>
                <a:latin typeface="Vidaloka"/>
                <a:ea typeface="Vidaloka"/>
                <a:cs typeface="Vidaloka"/>
                <a:sym typeface="Vidaloka"/>
              </a:defRPr>
            </a:lvl9pPr>
          </a:lstStyle>
          <a:p>
            <a:r>
              <a:rPr lang="en-US"/>
              <a:t>Click to edit Master subtitle style</a:t>
            </a:r>
            <a:endParaRPr/>
          </a:p>
        </p:txBody>
      </p:sp>
      <p:sp>
        <p:nvSpPr>
          <p:cNvPr id="442" name="Google Shape;442;p49"/>
          <p:cNvSpPr txBox="1">
            <a:spLocks noGrp="1"/>
          </p:cNvSpPr>
          <p:nvPr>
            <p:ph type="subTitle" idx="6"/>
          </p:nvPr>
        </p:nvSpPr>
        <p:spPr>
          <a:xfrm>
            <a:off x="8086500" y="5086600"/>
            <a:ext cx="2834800" cy="11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cxnSp>
        <p:nvCxnSpPr>
          <p:cNvPr id="443" name="Google Shape;443;p49"/>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44" name="Google Shape;444;p49"/>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45" name="Google Shape;445;p49"/>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46" name="Google Shape;446;p49"/>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723067056"/>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47"/>
        <p:cNvGrpSpPr/>
        <p:nvPr/>
      </p:nvGrpSpPr>
      <p:grpSpPr>
        <a:xfrm>
          <a:off x="0" y="0"/>
          <a:ext cx="0" cy="0"/>
          <a:chOff x="0" y="0"/>
          <a:chExt cx="0" cy="0"/>
        </a:xfrm>
      </p:grpSpPr>
      <p:sp>
        <p:nvSpPr>
          <p:cNvPr id="448" name="Google Shape;448;p50"/>
          <p:cNvSpPr txBox="1">
            <a:spLocks noGrp="1"/>
          </p:cNvSpPr>
          <p:nvPr>
            <p:ph type="title"/>
          </p:nvPr>
        </p:nvSpPr>
        <p:spPr>
          <a:xfrm>
            <a:off x="3777200" y="1054933"/>
            <a:ext cx="4637600" cy="123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300"/>
              <a:buNone/>
              <a:defRPr sz="9333"/>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r>
              <a:rPr lang="en-US"/>
              <a:t>Click to edit Master title style</a:t>
            </a:r>
            <a:endParaRPr/>
          </a:p>
        </p:txBody>
      </p:sp>
      <p:sp>
        <p:nvSpPr>
          <p:cNvPr id="449" name="Google Shape;449;p50"/>
          <p:cNvSpPr txBox="1">
            <a:spLocks noGrp="1"/>
          </p:cNvSpPr>
          <p:nvPr>
            <p:ph type="subTitle" idx="1"/>
          </p:nvPr>
        </p:nvSpPr>
        <p:spPr>
          <a:xfrm>
            <a:off x="3977800" y="2332567"/>
            <a:ext cx="4236400" cy="123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r>
              <a:rPr lang="en-US"/>
              <a:t>Click to edit Master subtitle style</a:t>
            </a:r>
            <a:endParaRPr/>
          </a:p>
        </p:txBody>
      </p:sp>
      <p:sp>
        <p:nvSpPr>
          <p:cNvPr id="450" name="Google Shape;450;p50"/>
          <p:cNvSpPr txBox="1"/>
          <p:nvPr/>
        </p:nvSpPr>
        <p:spPr>
          <a:xfrm>
            <a:off x="3867267" y="4584367"/>
            <a:ext cx="4457600" cy="9556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 sz="1467" b="1">
                <a:solidFill>
                  <a:schemeClr val="dk2"/>
                </a:solidFill>
                <a:latin typeface="Montserrat"/>
                <a:ea typeface="Montserrat"/>
                <a:cs typeface="Montserrat"/>
                <a:sym typeface="Montserrat"/>
              </a:rPr>
              <a:t>CREDITS</a:t>
            </a:r>
            <a:r>
              <a:rPr lang="en" sz="1467">
                <a:solidFill>
                  <a:schemeClr val="dk2"/>
                </a:solidFill>
                <a:latin typeface="Montserrat"/>
                <a:ea typeface="Montserrat"/>
                <a:cs typeface="Montserrat"/>
                <a:sym typeface="Montserrat"/>
              </a:rPr>
              <a:t>: This presentation template was created by </a:t>
            </a:r>
            <a:r>
              <a:rPr lang="en" sz="1467" b="1">
                <a:solidFill>
                  <a:schemeClr val="dk2"/>
                </a:solidFill>
                <a:uFill>
                  <a:noFill/>
                </a:u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467">
                <a:solidFill>
                  <a:schemeClr val="dk2"/>
                </a:solidFill>
                <a:latin typeface="Montserrat"/>
                <a:ea typeface="Montserrat"/>
                <a:cs typeface="Montserrat"/>
                <a:sym typeface="Montserrat"/>
              </a:rPr>
              <a:t>, including icons by </a:t>
            </a:r>
            <a:r>
              <a:rPr lang="en" sz="1467" b="1">
                <a:solidFill>
                  <a:schemeClr val="dk2"/>
                </a:solidFill>
                <a:uFill>
                  <a:noFill/>
                </a:u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467">
                <a:solidFill>
                  <a:schemeClr val="dk2"/>
                </a:solidFill>
                <a:latin typeface="Montserrat"/>
                <a:ea typeface="Montserrat"/>
                <a:cs typeface="Montserrat"/>
                <a:sym typeface="Montserrat"/>
              </a:rPr>
              <a:t>, infographics &amp; images by </a:t>
            </a:r>
            <a:r>
              <a:rPr lang="en" sz="1467" b="1">
                <a:solidFill>
                  <a:schemeClr val="dk2"/>
                </a:solidFill>
                <a:uFill>
                  <a:noFill/>
                </a:u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endParaRPr sz="1467" b="1">
              <a:solidFill>
                <a:schemeClr val="dk2"/>
              </a:solidFill>
              <a:latin typeface="Montserrat"/>
              <a:ea typeface="Montserrat"/>
              <a:cs typeface="Montserrat"/>
              <a:sym typeface="Montserrat"/>
            </a:endParaRPr>
          </a:p>
        </p:txBody>
      </p:sp>
      <p:cxnSp>
        <p:nvCxnSpPr>
          <p:cNvPr id="451" name="Google Shape;451;p50"/>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52" name="Google Shape;452;p50"/>
          <p:cNvCxnSpPr/>
          <p:nvPr/>
        </p:nvCxnSpPr>
        <p:spPr>
          <a:xfrm>
            <a:off x="-343967" y="5247167"/>
            <a:ext cx="4063200" cy="1795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53" name="Google Shape;453;p50"/>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0"/>
          <p:cNvCxnSpPr/>
          <p:nvPr/>
        </p:nvCxnSpPr>
        <p:spPr>
          <a:xfrm>
            <a:off x="8623267" y="-96733"/>
            <a:ext cx="4063200" cy="1795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148841919"/>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455"/>
        <p:cNvGrpSpPr/>
        <p:nvPr/>
      </p:nvGrpSpPr>
      <p:grpSpPr>
        <a:xfrm>
          <a:off x="0" y="0"/>
          <a:ext cx="0" cy="0"/>
          <a:chOff x="0" y="0"/>
          <a:chExt cx="0" cy="0"/>
        </a:xfrm>
      </p:grpSpPr>
      <p:cxnSp>
        <p:nvCxnSpPr>
          <p:cNvPr id="456" name="Google Shape;456;p51"/>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57" name="Google Shape;457;p51"/>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spTree>
    <p:extLst>
      <p:ext uri="{BB962C8B-B14F-4D97-AF65-F5344CB8AC3E}">
        <p14:creationId xmlns:p14="http://schemas.microsoft.com/office/powerpoint/2010/main" val="2023419621"/>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58"/>
        <p:cNvGrpSpPr/>
        <p:nvPr/>
      </p:nvGrpSpPr>
      <p:grpSpPr>
        <a:xfrm>
          <a:off x="0" y="0"/>
          <a:ext cx="0" cy="0"/>
          <a:chOff x="0" y="0"/>
          <a:chExt cx="0" cy="0"/>
        </a:xfrm>
      </p:grpSpPr>
      <p:cxnSp>
        <p:nvCxnSpPr>
          <p:cNvPr id="459" name="Google Shape;459;p52"/>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60" name="Google Shape;460;p52"/>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61" name="Google Shape;461;p52"/>
          <p:cNvCxnSpPr/>
          <p:nvPr/>
        </p:nvCxnSpPr>
        <p:spPr>
          <a:xfrm>
            <a:off x="9912233" y="-167467"/>
            <a:ext cx="2657600" cy="17736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2" name="Google Shape;462;p52"/>
          <p:cNvCxnSpPr/>
          <p:nvPr/>
        </p:nvCxnSpPr>
        <p:spPr>
          <a:xfrm>
            <a:off x="-196367" y="5257967"/>
            <a:ext cx="2657600" cy="17736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2914583685"/>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463"/>
        <p:cNvGrpSpPr/>
        <p:nvPr/>
      </p:nvGrpSpPr>
      <p:grpSpPr>
        <a:xfrm>
          <a:off x="0" y="0"/>
          <a:ext cx="0" cy="0"/>
          <a:chOff x="0" y="0"/>
          <a:chExt cx="0" cy="0"/>
        </a:xfrm>
      </p:grpSpPr>
      <p:cxnSp>
        <p:nvCxnSpPr>
          <p:cNvPr id="464" name="Google Shape;464;p53"/>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65" name="Google Shape;465;p53"/>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66" name="Google Shape;466;p53"/>
          <p:cNvCxnSpPr/>
          <p:nvPr/>
        </p:nvCxnSpPr>
        <p:spPr>
          <a:xfrm flipH="1">
            <a:off x="9029533" y="4884600"/>
            <a:ext cx="3764400" cy="21776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611125135"/>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ackground 3">
  <p:cSld name="Background 3">
    <p:spTree>
      <p:nvGrpSpPr>
        <p:cNvPr id="1" name="Shape 467"/>
        <p:cNvGrpSpPr/>
        <p:nvPr/>
      </p:nvGrpSpPr>
      <p:grpSpPr>
        <a:xfrm>
          <a:off x="0" y="0"/>
          <a:ext cx="0" cy="0"/>
          <a:chOff x="0" y="0"/>
          <a:chExt cx="0" cy="0"/>
        </a:xfrm>
      </p:grpSpPr>
      <p:cxnSp>
        <p:nvCxnSpPr>
          <p:cNvPr id="468" name="Google Shape;468;p54"/>
          <p:cNvCxnSpPr/>
          <p:nvPr/>
        </p:nvCxnSpPr>
        <p:spPr>
          <a:xfrm>
            <a:off x="-96733" y="3654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69" name="Google Shape;469;p54"/>
          <p:cNvCxnSpPr/>
          <p:nvPr/>
        </p:nvCxnSpPr>
        <p:spPr>
          <a:xfrm>
            <a:off x="-96733" y="6503267"/>
            <a:ext cx="12383200" cy="0"/>
          </a:xfrm>
          <a:prstGeom prst="straightConnector1">
            <a:avLst/>
          </a:prstGeom>
          <a:noFill/>
          <a:ln w="28575" cap="flat" cmpd="sng">
            <a:solidFill>
              <a:schemeClr val="accent1"/>
            </a:solidFill>
            <a:prstDash val="solid"/>
            <a:round/>
            <a:headEnd type="none" w="med" len="med"/>
            <a:tailEnd type="none" w="med" len="med"/>
          </a:ln>
        </p:spPr>
      </p:cxnSp>
      <p:cxnSp>
        <p:nvCxnSpPr>
          <p:cNvPr id="470" name="Google Shape;470;p54"/>
          <p:cNvCxnSpPr/>
          <p:nvPr/>
        </p:nvCxnSpPr>
        <p:spPr>
          <a:xfrm>
            <a:off x="-333633" y="5435267"/>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1" name="Google Shape;471;p54"/>
          <p:cNvCxnSpPr/>
          <p:nvPr/>
        </p:nvCxnSpPr>
        <p:spPr>
          <a:xfrm>
            <a:off x="9921533" y="-64500"/>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2" name="Google Shape;472;p54"/>
          <p:cNvCxnSpPr/>
          <p:nvPr/>
        </p:nvCxnSpPr>
        <p:spPr>
          <a:xfrm flipH="1">
            <a:off x="9938984" y="5404884"/>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73" name="Google Shape;473;p54"/>
          <p:cNvCxnSpPr/>
          <p:nvPr/>
        </p:nvCxnSpPr>
        <p:spPr>
          <a:xfrm flipH="1">
            <a:off x="-316183" y="-94883"/>
            <a:ext cx="2569200" cy="1548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extLst>
      <p:ext uri="{BB962C8B-B14F-4D97-AF65-F5344CB8AC3E}">
        <p14:creationId xmlns:p14="http://schemas.microsoft.com/office/powerpoint/2010/main" val="850483156"/>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20B0FE-6DB4-4637-A111-5B1080C98248}" type="datetime1">
              <a:rPr lang="en-US" smtClean="0"/>
              <a:t>12/12/2025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2086781120"/>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77"/>
        <p:cNvGrpSpPr/>
        <p:nvPr/>
      </p:nvGrpSpPr>
      <p:grpSpPr>
        <a:xfrm>
          <a:off x="0" y="0"/>
          <a:ext cx="0" cy="0"/>
          <a:chOff x="0" y="0"/>
          <a:chExt cx="0" cy="0"/>
        </a:xfrm>
      </p:grpSpPr>
    </p:spTree>
    <p:extLst>
      <p:ext uri="{BB962C8B-B14F-4D97-AF65-F5344CB8AC3E}">
        <p14:creationId xmlns:p14="http://schemas.microsoft.com/office/powerpoint/2010/main" val="22055545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478"/>
        <p:cNvGrpSpPr/>
        <p:nvPr/>
      </p:nvGrpSpPr>
      <p:grpSpPr>
        <a:xfrm>
          <a:off x="0" y="0"/>
          <a:ext cx="0" cy="0"/>
          <a:chOff x="0" y="0"/>
          <a:chExt cx="0" cy="0"/>
        </a:xfrm>
      </p:grpSpPr>
      <p:sp>
        <p:nvSpPr>
          <p:cNvPr id="479" name="Google Shape;479;p57"/>
          <p:cNvSpPr txBox="1">
            <a:spLocks noGrp="1"/>
          </p:cNvSpPr>
          <p:nvPr>
            <p:ph type="title"/>
          </p:nvPr>
        </p:nvSpPr>
        <p:spPr>
          <a:xfrm>
            <a:off x="1397800" y="431800"/>
            <a:ext cx="93964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29369482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83"/>
        <p:cNvGrpSpPr/>
        <p:nvPr/>
      </p:nvGrpSpPr>
      <p:grpSpPr>
        <a:xfrm>
          <a:off x="0" y="0"/>
          <a:ext cx="0" cy="0"/>
          <a:chOff x="0" y="0"/>
          <a:chExt cx="0" cy="0"/>
        </a:xfrm>
      </p:grpSpPr>
    </p:spTree>
    <p:extLst>
      <p:ext uri="{BB962C8B-B14F-4D97-AF65-F5344CB8AC3E}">
        <p14:creationId xmlns:p14="http://schemas.microsoft.com/office/powerpoint/2010/main" val="278482909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56" name="Google Shape;56;p2"/>
          <p:cNvSpPr txBox="1">
            <a:spLocks noGrp="1"/>
          </p:cNvSpPr>
          <p:nvPr>
            <p:ph type="ctrTitle"/>
          </p:nvPr>
        </p:nvSpPr>
        <p:spPr>
          <a:xfrm>
            <a:off x="2648300" y="1669200"/>
            <a:ext cx="6898800" cy="28952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5600">
                <a:latin typeface="Poppins Medium"/>
                <a:ea typeface="Poppins Medium"/>
                <a:cs typeface="Poppins Medium"/>
                <a:sym typeface="Poppins Medium"/>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57" name="Google Shape;57;p2"/>
          <p:cNvSpPr txBox="1">
            <a:spLocks noGrp="1"/>
          </p:cNvSpPr>
          <p:nvPr>
            <p:ph type="subTitle" idx="1"/>
          </p:nvPr>
        </p:nvSpPr>
        <p:spPr>
          <a:xfrm>
            <a:off x="2648285" y="4564567"/>
            <a:ext cx="6898800" cy="613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2133">
                <a:latin typeface="Roboto"/>
                <a:ea typeface="Roboto"/>
                <a:cs typeface="Roboto"/>
                <a:sym typeface="Roboto"/>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1463884912"/>
      </p:ext>
    </p:extLst>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20B0FE-6DB4-4637-A111-5B1080C98248}" type="datetime1">
              <a:rPr lang="en-US" smtClean="0"/>
              <a:t>12/12/2025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565363109"/>
      </p:ext>
    </p:extLst>
  </p:cSld>
  <p:clrMapOvr>
    <a:masterClrMapping/>
  </p:clrMapOvr>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77"/>
        <p:cNvGrpSpPr/>
        <p:nvPr/>
      </p:nvGrpSpPr>
      <p:grpSpPr>
        <a:xfrm>
          <a:off x="0" y="0"/>
          <a:ext cx="0" cy="0"/>
          <a:chOff x="0" y="0"/>
          <a:chExt cx="0" cy="0"/>
        </a:xfrm>
      </p:grpSpPr>
      <p:sp>
        <p:nvSpPr>
          <p:cNvPr id="203" name="Google Shape;203;p6"/>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2146156379"/>
      </p:ext>
    </p:extLst>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grpSp>
        <p:nvGrpSpPr>
          <p:cNvPr id="9" name="Google Shape;9;p2"/>
          <p:cNvGrpSpPr/>
          <p:nvPr/>
        </p:nvGrpSpPr>
        <p:grpSpPr>
          <a:xfrm>
            <a:off x="11060733" y="3249534"/>
            <a:ext cx="842000" cy="961533"/>
            <a:chOff x="6533825" y="4313425"/>
            <a:chExt cx="631500" cy="721150"/>
          </a:xfrm>
        </p:grpSpPr>
        <p:sp>
          <p:nvSpPr>
            <p:cNvPr id="10" name="Google Shape;10;p2"/>
            <p:cNvSpPr/>
            <p:nvPr/>
          </p:nvSpPr>
          <p:spPr>
            <a:xfrm>
              <a:off x="6965450" y="4978325"/>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 name="Google Shape;11;p2"/>
            <p:cNvSpPr/>
            <p:nvPr/>
          </p:nvSpPr>
          <p:spPr>
            <a:xfrm>
              <a:off x="6965450" y="4811900"/>
              <a:ext cx="56250" cy="56275"/>
            </a:xfrm>
            <a:custGeom>
              <a:avLst/>
              <a:gdLst/>
              <a:ahLst/>
              <a:cxnLst/>
              <a:rect l="l" t="t" r="r" b="b"/>
              <a:pathLst>
                <a:path w="2250" h="2251" extrusionOk="0">
                  <a:moveTo>
                    <a:pt x="1125" y="1"/>
                  </a:moveTo>
                  <a:cubicBezTo>
                    <a:pt x="517" y="1"/>
                    <a:pt x="0" y="518"/>
                    <a:pt x="0" y="1126"/>
                  </a:cubicBezTo>
                  <a:cubicBezTo>
                    <a:pt x="0" y="1764"/>
                    <a:pt x="517" y="2250"/>
                    <a:pt x="1125" y="2250"/>
                  </a:cubicBezTo>
                  <a:cubicBezTo>
                    <a:pt x="1733" y="2250"/>
                    <a:pt x="2249" y="1764"/>
                    <a:pt x="2249" y="1126"/>
                  </a:cubicBezTo>
                  <a:cubicBezTo>
                    <a:pt x="224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 name="Google Shape;12;p2"/>
            <p:cNvSpPr/>
            <p:nvPr/>
          </p:nvSpPr>
          <p:spPr>
            <a:xfrm>
              <a:off x="6965450" y="4646250"/>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 name="Google Shape;13;p2"/>
            <p:cNvSpPr/>
            <p:nvPr/>
          </p:nvSpPr>
          <p:spPr>
            <a:xfrm>
              <a:off x="6965450" y="44798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 name="Google Shape;14;p2"/>
            <p:cNvSpPr/>
            <p:nvPr/>
          </p:nvSpPr>
          <p:spPr>
            <a:xfrm>
              <a:off x="6965450" y="4313425"/>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 name="Google Shape;15;p2"/>
            <p:cNvSpPr/>
            <p:nvPr/>
          </p:nvSpPr>
          <p:spPr>
            <a:xfrm>
              <a:off x="6821825" y="4978325"/>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 name="Google Shape;16;p2"/>
            <p:cNvSpPr/>
            <p:nvPr/>
          </p:nvSpPr>
          <p:spPr>
            <a:xfrm>
              <a:off x="6821825" y="4811900"/>
              <a:ext cx="55500" cy="56275"/>
            </a:xfrm>
            <a:custGeom>
              <a:avLst/>
              <a:gdLst/>
              <a:ahLst/>
              <a:cxnLst/>
              <a:rect l="l" t="t" r="r" b="b"/>
              <a:pathLst>
                <a:path w="2220" h="2251" extrusionOk="0">
                  <a:moveTo>
                    <a:pt x="1125" y="1"/>
                  </a:moveTo>
                  <a:cubicBezTo>
                    <a:pt x="487" y="1"/>
                    <a:pt x="0" y="518"/>
                    <a:pt x="0" y="1126"/>
                  </a:cubicBezTo>
                  <a:cubicBezTo>
                    <a:pt x="0" y="1764"/>
                    <a:pt x="487" y="2250"/>
                    <a:pt x="1125" y="2250"/>
                  </a:cubicBezTo>
                  <a:cubicBezTo>
                    <a:pt x="1733" y="2250"/>
                    <a:pt x="2219" y="1764"/>
                    <a:pt x="2219" y="1126"/>
                  </a:cubicBezTo>
                  <a:cubicBezTo>
                    <a:pt x="221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 name="Google Shape;17;p2"/>
            <p:cNvSpPr/>
            <p:nvPr/>
          </p:nvSpPr>
          <p:spPr>
            <a:xfrm>
              <a:off x="6821825" y="4646250"/>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 name="Google Shape;18;p2"/>
            <p:cNvSpPr/>
            <p:nvPr/>
          </p:nvSpPr>
          <p:spPr>
            <a:xfrm>
              <a:off x="6821825" y="44798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 name="Google Shape;19;p2"/>
            <p:cNvSpPr/>
            <p:nvPr/>
          </p:nvSpPr>
          <p:spPr>
            <a:xfrm>
              <a:off x="6821825" y="4313425"/>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 name="Google Shape;20;p2"/>
            <p:cNvSpPr/>
            <p:nvPr/>
          </p:nvSpPr>
          <p:spPr>
            <a:xfrm>
              <a:off x="7109825" y="4978325"/>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 name="Google Shape;21;p2"/>
            <p:cNvSpPr/>
            <p:nvPr/>
          </p:nvSpPr>
          <p:spPr>
            <a:xfrm>
              <a:off x="7109825" y="4811900"/>
              <a:ext cx="55500" cy="56275"/>
            </a:xfrm>
            <a:custGeom>
              <a:avLst/>
              <a:gdLst/>
              <a:ahLst/>
              <a:cxnLst/>
              <a:rect l="l" t="t" r="r" b="b"/>
              <a:pathLst>
                <a:path w="2220" h="2251" extrusionOk="0">
                  <a:moveTo>
                    <a:pt x="1125" y="1"/>
                  </a:moveTo>
                  <a:cubicBezTo>
                    <a:pt x="487" y="1"/>
                    <a:pt x="0" y="518"/>
                    <a:pt x="0" y="1126"/>
                  </a:cubicBezTo>
                  <a:cubicBezTo>
                    <a:pt x="0" y="1764"/>
                    <a:pt x="487" y="2250"/>
                    <a:pt x="1125" y="2250"/>
                  </a:cubicBezTo>
                  <a:cubicBezTo>
                    <a:pt x="1733" y="2250"/>
                    <a:pt x="2219" y="1764"/>
                    <a:pt x="2219" y="1126"/>
                  </a:cubicBezTo>
                  <a:cubicBezTo>
                    <a:pt x="221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 name="Google Shape;22;p2"/>
            <p:cNvSpPr/>
            <p:nvPr/>
          </p:nvSpPr>
          <p:spPr>
            <a:xfrm>
              <a:off x="7109825" y="4646250"/>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 name="Google Shape;23;p2"/>
            <p:cNvSpPr/>
            <p:nvPr/>
          </p:nvSpPr>
          <p:spPr>
            <a:xfrm>
              <a:off x="7109825" y="44798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 name="Google Shape;24;p2"/>
            <p:cNvSpPr/>
            <p:nvPr/>
          </p:nvSpPr>
          <p:spPr>
            <a:xfrm>
              <a:off x="7109825" y="4313425"/>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 name="Google Shape;25;p2"/>
            <p:cNvSpPr/>
            <p:nvPr/>
          </p:nvSpPr>
          <p:spPr>
            <a:xfrm>
              <a:off x="6677450" y="4978325"/>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 name="Google Shape;26;p2"/>
            <p:cNvSpPr/>
            <p:nvPr/>
          </p:nvSpPr>
          <p:spPr>
            <a:xfrm>
              <a:off x="6677450" y="4811900"/>
              <a:ext cx="56250" cy="56275"/>
            </a:xfrm>
            <a:custGeom>
              <a:avLst/>
              <a:gdLst/>
              <a:ahLst/>
              <a:cxnLst/>
              <a:rect l="l" t="t" r="r" b="b"/>
              <a:pathLst>
                <a:path w="2250" h="2251" extrusionOk="0">
                  <a:moveTo>
                    <a:pt x="1125" y="1"/>
                  </a:moveTo>
                  <a:cubicBezTo>
                    <a:pt x="517" y="1"/>
                    <a:pt x="0" y="518"/>
                    <a:pt x="0" y="1126"/>
                  </a:cubicBezTo>
                  <a:cubicBezTo>
                    <a:pt x="0" y="1764"/>
                    <a:pt x="517" y="2250"/>
                    <a:pt x="1125" y="2250"/>
                  </a:cubicBezTo>
                  <a:cubicBezTo>
                    <a:pt x="1733" y="2250"/>
                    <a:pt x="2249" y="1764"/>
                    <a:pt x="2249" y="1126"/>
                  </a:cubicBezTo>
                  <a:cubicBezTo>
                    <a:pt x="224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 name="Google Shape;27;p2"/>
            <p:cNvSpPr/>
            <p:nvPr/>
          </p:nvSpPr>
          <p:spPr>
            <a:xfrm>
              <a:off x="6677450" y="4646250"/>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 name="Google Shape;28;p2"/>
            <p:cNvSpPr/>
            <p:nvPr/>
          </p:nvSpPr>
          <p:spPr>
            <a:xfrm>
              <a:off x="6677450" y="44798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 name="Google Shape;29;p2"/>
            <p:cNvSpPr/>
            <p:nvPr/>
          </p:nvSpPr>
          <p:spPr>
            <a:xfrm>
              <a:off x="6677450" y="4313425"/>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 name="Google Shape;30;p2"/>
            <p:cNvSpPr/>
            <p:nvPr/>
          </p:nvSpPr>
          <p:spPr>
            <a:xfrm>
              <a:off x="6533825" y="4978325"/>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 name="Google Shape;31;p2"/>
            <p:cNvSpPr/>
            <p:nvPr/>
          </p:nvSpPr>
          <p:spPr>
            <a:xfrm>
              <a:off x="6533825" y="4811900"/>
              <a:ext cx="55500" cy="56275"/>
            </a:xfrm>
            <a:custGeom>
              <a:avLst/>
              <a:gdLst/>
              <a:ahLst/>
              <a:cxnLst/>
              <a:rect l="l" t="t" r="r" b="b"/>
              <a:pathLst>
                <a:path w="2220" h="2251" extrusionOk="0">
                  <a:moveTo>
                    <a:pt x="1125" y="1"/>
                  </a:moveTo>
                  <a:cubicBezTo>
                    <a:pt x="487" y="1"/>
                    <a:pt x="0" y="518"/>
                    <a:pt x="0" y="1126"/>
                  </a:cubicBezTo>
                  <a:cubicBezTo>
                    <a:pt x="0" y="1764"/>
                    <a:pt x="487" y="2250"/>
                    <a:pt x="1125" y="2250"/>
                  </a:cubicBezTo>
                  <a:cubicBezTo>
                    <a:pt x="1733" y="2250"/>
                    <a:pt x="2219" y="1764"/>
                    <a:pt x="2219" y="1126"/>
                  </a:cubicBezTo>
                  <a:cubicBezTo>
                    <a:pt x="221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 name="Google Shape;32;p2"/>
            <p:cNvSpPr/>
            <p:nvPr/>
          </p:nvSpPr>
          <p:spPr>
            <a:xfrm>
              <a:off x="6533825" y="4646250"/>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 name="Google Shape;33;p2"/>
            <p:cNvSpPr/>
            <p:nvPr/>
          </p:nvSpPr>
          <p:spPr>
            <a:xfrm>
              <a:off x="6533825" y="44798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 name="Google Shape;34;p2"/>
            <p:cNvSpPr/>
            <p:nvPr/>
          </p:nvSpPr>
          <p:spPr>
            <a:xfrm>
              <a:off x="6533825" y="4313425"/>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5" name="Google Shape;35;p2"/>
          <p:cNvGrpSpPr/>
          <p:nvPr/>
        </p:nvGrpSpPr>
        <p:grpSpPr>
          <a:xfrm>
            <a:off x="9695000" y="5006467"/>
            <a:ext cx="4509733" cy="2658600"/>
            <a:chOff x="1317925" y="2802775"/>
            <a:chExt cx="3382300" cy="1993950"/>
          </a:xfrm>
        </p:grpSpPr>
        <p:sp>
          <p:nvSpPr>
            <p:cNvPr id="36" name="Google Shape;36;p2"/>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 name="Google Shape;37;p2"/>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 name="Google Shape;38;p2"/>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 name="Google Shape;39;p2"/>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 name="Google Shape;40;p2"/>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 name="Google Shape;41;p2"/>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 name="Google Shape;42;p2"/>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 name="Google Shape;43;p2"/>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 name="Google Shape;44;p2"/>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 name="Google Shape;45;p2"/>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 name="Google Shape;46;p2"/>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 name="Google Shape;47;p2"/>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8" name="Google Shape;48;p2"/>
          <p:cNvGrpSpPr/>
          <p:nvPr/>
        </p:nvGrpSpPr>
        <p:grpSpPr>
          <a:xfrm flipH="1">
            <a:off x="2993123" y="6132567"/>
            <a:ext cx="5985967" cy="258367"/>
            <a:chOff x="1784500" y="1867350"/>
            <a:chExt cx="4489475" cy="193775"/>
          </a:xfrm>
        </p:grpSpPr>
        <p:sp>
          <p:nvSpPr>
            <p:cNvPr id="49" name="Google Shape;49;p2"/>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 name="Google Shape;50;p2"/>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 name="Google Shape;51;p2"/>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2" name="Google Shape;52;p2"/>
          <p:cNvGrpSpPr/>
          <p:nvPr/>
        </p:nvGrpSpPr>
        <p:grpSpPr>
          <a:xfrm>
            <a:off x="3104690" y="460967"/>
            <a:ext cx="5985967" cy="258367"/>
            <a:chOff x="1784500" y="1867350"/>
            <a:chExt cx="4489475" cy="193775"/>
          </a:xfrm>
        </p:grpSpPr>
        <p:sp>
          <p:nvSpPr>
            <p:cNvPr id="53" name="Google Shape;53;p2"/>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 name="Google Shape;54;p2"/>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 name="Google Shape;55;p2"/>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56" name="Google Shape;56;p2"/>
          <p:cNvSpPr txBox="1">
            <a:spLocks noGrp="1"/>
          </p:cNvSpPr>
          <p:nvPr>
            <p:ph type="ctrTitle"/>
          </p:nvPr>
        </p:nvSpPr>
        <p:spPr>
          <a:xfrm>
            <a:off x="2648300" y="1669200"/>
            <a:ext cx="6898800" cy="28952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5600">
                <a:latin typeface="Poppins Medium"/>
                <a:ea typeface="Poppins Medium"/>
                <a:cs typeface="Poppins Medium"/>
                <a:sym typeface="Poppins Medium"/>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57" name="Google Shape;57;p2"/>
          <p:cNvSpPr txBox="1">
            <a:spLocks noGrp="1"/>
          </p:cNvSpPr>
          <p:nvPr>
            <p:ph type="subTitle" idx="1"/>
          </p:nvPr>
        </p:nvSpPr>
        <p:spPr>
          <a:xfrm>
            <a:off x="2648285" y="4564567"/>
            <a:ext cx="6898800" cy="613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2133">
                <a:latin typeface="Roboto"/>
                <a:ea typeface="Roboto"/>
                <a:cs typeface="Roboto"/>
                <a:sym typeface="Roboto"/>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2429766108"/>
      </p:ext>
    </p:extLst>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58"/>
        <p:cNvGrpSpPr/>
        <p:nvPr/>
      </p:nvGrpSpPr>
      <p:grpSpPr>
        <a:xfrm>
          <a:off x="0" y="0"/>
          <a:ext cx="0" cy="0"/>
          <a:chOff x="0" y="0"/>
          <a:chExt cx="0" cy="0"/>
        </a:xfrm>
      </p:grpSpPr>
      <p:grpSp>
        <p:nvGrpSpPr>
          <p:cNvPr id="59" name="Google Shape;59;p3"/>
          <p:cNvGrpSpPr/>
          <p:nvPr/>
        </p:nvGrpSpPr>
        <p:grpSpPr>
          <a:xfrm>
            <a:off x="5255057" y="460967"/>
            <a:ext cx="5985967" cy="258367"/>
            <a:chOff x="1784500" y="1867350"/>
            <a:chExt cx="4489475" cy="193775"/>
          </a:xfrm>
        </p:grpSpPr>
        <p:sp>
          <p:nvSpPr>
            <p:cNvPr id="60" name="Google Shape;60;p3"/>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 name="Google Shape;61;p3"/>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 name="Google Shape;62;p3"/>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3" name="Google Shape;63;p3"/>
          <p:cNvGrpSpPr/>
          <p:nvPr/>
        </p:nvGrpSpPr>
        <p:grpSpPr>
          <a:xfrm rot="10800000">
            <a:off x="-1895063" y="-670253"/>
            <a:ext cx="4509733" cy="2658600"/>
            <a:chOff x="1317925" y="2802775"/>
            <a:chExt cx="3382300" cy="1993950"/>
          </a:xfrm>
        </p:grpSpPr>
        <p:sp>
          <p:nvSpPr>
            <p:cNvPr id="64" name="Google Shape;64;p3"/>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 name="Google Shape;65;p3"/>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 name="Google Shape;66;p3"/>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 name="Google Shape;67;p3"/>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 name="Google Shape;68;p3"/>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 name="Google Shape;69;p3"/>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 name="Google Shape;70;p3"/>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 name="Google Shape;71;p3"/>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 name="Google Shape;72;p3"/>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 name="Google Shape;73;p3"/>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 name="Google Shape;74;p3"/>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 name="Google Shape;75;p3"/>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6" name="Google Shape;76;p3"/>
          <p:cNvGrpSpPr/>
          <p:nvPr/>
        </p:nvGrpSpPr>
        <p:grpSpPr>
          <a:xfrm>
            <a:off x="7520534" y="6089260"/>
            <a:ext cx="3720500" cy="86633"/>
            <a:chOff x="5954300" y="4334988"/>
            <a:chExt cx="2790375" cy="64975"/>
          </a:xfrm>
        </p:grpSpPr>
        <p:sp>
          <p:nvSpPr>
            <p:cNvPr id="77" name="Google Shape;77;p3"/>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 name="Google Shape;78;p3"/>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 name="Google Shape;79;p3"/>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 name="Google Shape;80;p3"/>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 name="Google Shape;81;p3"/>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 name="Google Shape;82;p3"/>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 name="Google Shape;83;p3"/>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 name="Google Shape;84;p3"/>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 name="Google Shape;85;p3"/>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 name="Google Shape;86;p3"/>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 name="Google Shape;87;p3"/>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 name="Google Shape;88;p3"/>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 name="Google Shape;89;p3"/>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 name="Google Shape;90;p3"/>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 name="Google Shape;91;p3"/>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 name="Google Shape;92;p3"/>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 name="Google Shape;93;p3"/>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 name="Google Shape;94;p3"/>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 name="Google Shape;95;p3"/>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 name="Google Shape;96;p3"/>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97" name="Google Shape;97;p3"/>
          <p:cNvSpPr txBox="1">
            <a:spLocks noGrp="1"/>
          </p:cNvSpPr>
          <p:nvPr>
            <p:ph type="title"/>
          </p:nvPr>
        </p:nvSpPr>
        <p:spPr>
          <a:xfrm>
            <a:off x="5107467" y="3158600"/>
            <a:ext cx="6132800" cy="1142000"/>
          </a:xfrm>
          <a:prstGeom prst="rect">
            <a:avLst/>
          </a:prstGeom>
        </p:spPr>
        <p:txBody>
          <a:bodyPr spcFirstLastPara="1" wrap="square" lIns="91425" tIns="91425" rIns="91425" bIns="91425" anchor="b" anchorCtr="0">
            <a:noAutofit/>
          </a:bodyPr>
          <a:lstStyle>
            <a:lvl1pPr lvl="0" algn="r">
              <a:spcBef>
                <a:spcPts val="0"/>
              </a:spcBef>
              <a:spcAft>
                <a:spcPts val="0"/>
              </a:spcAft>
              <a:buSzPts val="3600"/>
              <a:buNone/>
              <a:defRPr sz="5333">
                <a:latin typeface="Poppins Medium"/>
                <a:ea typeface="Poppins Medium"/>
                <a:cs typeface="Poppins Medium"/>
                <a:sym typeface="Poppins Medium"/>
              </a:defRPr>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98" name="Google Shape;98;p3"/>
          <p:cNvSpPr txBox="1">
            <a:spLocks noGrp="1"/>
          </p:cNvSpPr>
          <p:nvPr>
            <p:ph type="title" idx="2" hasCustomPrompt="1"/>
          </p:nvPr>
        </p:nvSpPr>
        <p:spPr>
          <a:xfrm>
            <a:off x="8739833" y="1295551"/>
            <a:ext cx="2501200" cy="15164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12000">
                <a:solidFill>
                  <a:schemeClr val="dk2"/>
                </a:solidFill>
                <a:latin typeface="Poppins Medium"/>
                <a:ea typeface="Poppins Medium"/>
                <a:cs typeface="Poppins Medium"/>
                <a:sym typeface="Poppins Medium"/>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99" name="Google Shape;99;p3"/>
          <p:cNvSpPr txBox="1">
            <a:spLocks noGrp="1"/>
          </p:cNvSpPr>
          <p:nvPr>
            <p:ph type="subTitle" idx="1"/>
          </p:nvPr>
        </p:nvSpPr>
        <p:spPr>
          <a:xfrm>
            <a:off x="5107467" y="4292033"/>
            <a:ext cx="6132800" cy="660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4109363590"/>
      </p:ext>
    </p:extLst>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00"/>
        <p:cNvGrpSpPr/>
        <p:nvPr/>
      </p:nvGrpSpPr>
      <p:grpSpPr>
        <a:xfrm>
          <a:off x="0" y="0"/>
          <a:ext cx="0" cy="0"/>
          <a:chOff x="0" y="0"/>
          <a:chExt cx="0" cy="0"/>
        </a:xfrm>
      </p:grpSpPr>
      <p:sp>
        <p:nvSpPr>
          <p:cNvPr id="101" name="Google Shape;101;p4"/>
          <p:cNvSpPr txBox="1">
            <a:spLocks noGrp="1"/>
          </p:cNvSpPr>
          <p:nvPr>
            <p:ph type="subTitle" idx="1"/>
          </p:nvPr>
        </p:nvSpPr>
        <p:spPr>
          <a:xfrm>
            <a:off x="2511600" y="4843871"/>
            <a:ext cx="7168800" cy="87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02" name="Google Shape;102;p4"/>
          <p:cNvSpPr txBox="1">
            <a:spLocks noGrp="1"/>
          </p:cNvSpPr>
          <p:nvPr>
            <p:ph type="title"/>
          </p:nvPr>
        </p:nvSpPr>
        <p:spPr>
          <a:xfrm>
            <a:off x="2511600" y="3969300"/>
            <a:ext cx="7168800" cy="87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103" name="Google Shape;103;p4"/>
          <p:cNvGrpSpPr/>
          <p:nvPr/>
        </p:nvGrpSpPr>
        <p:grpSpPr>
          <a:xfrm>
            <a:off x="-2023233" y="601946"/>
            <a:ext cx="3588901" cy="3588841"/>
            <a:chOff x="5165750" y="-1146341"/>
            <a:chExt cx="2691676" cy="2691631"/>
          </a:xfrm>
        </p:grpSpPr>
        <p:sp>
          <p:nvSpPr>
            <p:cNvPr id="104" name="Google Shape;104;p4"/>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 name="Google Shape;105;p4"/>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 name="Google Shape;106;p4"/>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 name="Google Shape;107;p4"/>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 name="Google Shape;108;p4"/>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 name="Google Shape;109;p4"/>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 name="Google Shape;110;p4"/>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 name="Google Shape;111;p4"/>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 name="Google Shape;112;p4"/>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3" name="Google Shape;113;p4"/>
          <p:cNvGrpSpPr/>
          <p:nvPr/>
        </p:nvGrpSpPr>
        <p:grpSpPr>
          <a:xfrm>
            <a:off x="10831243" y="564389"/>
            <a:ext cx="3294900" cy="3663967"/>
            <a:chOff x="7398357" y="-662077"/>
            <a:chExt cx="2471175" cy="2747975"/>
          </a:xfrm>
        </p:grpSpPr>
        <p:sp>
          <p:nvSpPr>
            <p:cNvPr id="114" name="Google Shape;114;p4"/>
            <p:cNvSpPr/>
            <p:nvPr/>
          </p:nvSpPr>
          <p:spPr>
            <a:xfrm rot="-5400000">
              <a:off x="7370982" y="-634702"/>
              <a:ext cx="2525925" cy="2471175"/>
            </a:xfrm>
            <a:custGeom>
              <a:avLst/>
              <a:gdLst/>
              <a:ahLst/>
              <a:cxnLst/>
              <a:rect l="l" t="t" r="r" b="b"/>
              <a:pathLst>
                <a:path w="101037" h="98847" extrusionOk="0">
                  <a:moveTo>
                    <a:pt x="12296" y="1"/>
                  </a:moveTo>
                  <a:cubicBezTo>
                    <a:pt x="9431" y="1"/>
                    <a:pt x="6566" y="1095"/>
                    <a:pt x="4378" y="3283"/>
                  </a:cubicBezTo>
                  <a:cubicBezTo>
                    <a:pt x="1" y="7660"/>
                    <a:pt x="1" y="14773"/>
                    <a:pt x="4378" y="19150"/>
                  </a:cubicBezTo>
                  <a:lnTo>
                    <a:pt x="80823" y="95564"/>
                  </a:lnTo>
                  <a:cubicBezTo>
                    <a:pt x="83011" y="97753"/>
                    <a:pt x="85876" y="98847"/>
                    <a:pt x="88741" y="98847"/>
                  </a:cubicBezTo>
                  <a:cubicBezTo>
                    <a:pt x="91606" y="98847"/>
                    <a:pt x="94471" y="97753"/>
                    <a:pt x="96659" y="95564"/>
                  </a:cubicBezTo>
                  <a:cubicBezTo>
                    <a:pt x="101036" y="91187"/>
                    <a:pt x="101036" y="84105"/>
                    <a:pt x="96659" y="79728"/>
                  </a:cubicBezTo>
                  <a:lnTo>
                    <a:pt x="20214" y="3283"/>
                  </a:lnTo>
                  <a:cubicBezTo>
                    <a:pt x="18025" y="1095"/>
                    <a:pt x="15161" y="1"/>
                    <a:pt x="12296" y="1"/>
                  </a:cubicBezTo>
                  <a:close/>
                </a:path>
              </a:pathLst>
            </a:cu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 name="Google Shape;115;p4"/>
            <p:cNvSpPr/>
            <p:nvPr/>
          </p:nvSpPr>
          <p:spPr>
            <a:xfrm rot="-5400000">
              <a:off x="7569882" y="-202877"/>
              <a:ext cx="1193050" cy="1192300"/>
            </a:xfrm>
            <a:custGeom>
              <a:avLst/>
              <a:gdLst/>
              <a:ahLst/>
              <a:cxnLst/>
              <a:rect l="l" t="t" r="r" b="b"/>
              <a:pathLst>
                <a:path w="47722" h="47692" fill="none" extrusionOk="0">
                  <a:moveTo>
                    <a:pt x="44591" y="44591"/>
                  </a:moveTo>
                  <a:lnTo>
                    <a:pt x="44591" y="44591"/>
                  </a:lnTo>
                  <a:cubicBezTo>
                    <a:pt x="47722" y="41491"/>
                    <a:pt x="47722" y="36445"/>
                    <a:pt x="44591" y="33345"/>
                  </a:cubicBezTo>
                  <a:lnTo>
                    <a:pt x="14348" y="3101"/>
                  </a:lnTo>
                  <a:cubicBezTo>
                    <a:pt x="11247" y="1"/>
                    <a:pt x="6201" y="1"/>
                    <a:pt x="3101" y="3101"/>
                  </a:cubicBezTo>
                  <a:lnTo>
                    <a:pt x="3101" y="3101"/>
                  </a:lnTo>
                  <a:cubicBezTo>
                    <a:pt x="1" y="6201"/>
                    <a:pt x="1" y="11217"/>
                    <a:pt x="3101" y="14347"/>
                  </a:cubicBezTo>
                  <a:lnTo>
                    <a:pt x="33375" y="44591"/>
                  </a:lnTo>
                  <a:cubicBezTo>
                    <a:pt x="36476" y="47691"/>
                    <a:pt x="41491" y="47691"/>
                    <a:pt x="44591" y="44591"/>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 name="Google Shape;116;p4"/>
            <p:cNvSpPr/>
            <p:nvPr/>
          </p:nvSpPr>
          <p:spPr>
            <a:xfrm rot="-5400000">
              <a:off x="7937707" y="408023"/>
              <a:ext cx="1677875" cy="1677875"/>
            </a:xfrm>
            <a:custGeom>
              <a:avLst/>
              <a:gdLst/>
              <a:ahLst/>
              <a:cxnLst/>
              <a:rect l="l" t="t" r="r" b="b"/>
              <a:pathLst>
                <a:path w="67115" h="67115" fill="none" extrusionOk="0">
                  <a:moveTo>
                    <a:pt x="64318" y="64287"/>
                  </a:moveTo>
                  <a:lnTo>
                    <a:pt x="64318" y="64287"/>
                  </a:lnTo>
                  <a:cubicBezTo>
                    <a:pt x="67114" y="61491"/>
                    <a:pt x="67114" y="56962"/>
                    <a:pt x="64318" y="54166"/>
                  </a:cubicBezTo>
                  <a:lnTo>
                    <a:pt x="12949" y="2797"/>
                  </a:lnTo>
                  <a:cubicBezTo>
                    <a:pt x="10153" y="1"/>
                    <a:pt x="5624" y="1"/>
                    <a:pt x="2797" y="2797"/>
                  </a:cubicBezTo>
                  <a:lnTo>
                    <a:pt x="2797" y="2797"/>
                  </a:lnTo>
                  <a:cubicBezTo>
                    <a:pt x="1" y="5593"/>
                    <a:pt x="1" y="10122"/>
                    <a:pt x="2797" y="12919"/>
                  </a:cubicBezTo>
                  <a:lnTo>
                    <a:pt x="54166" y="64287"/>
                  </a:lnTo>
                  <a:cubicBezTo>
                    <a:pt x="56993" y="67114"/>
                    <a:pt x="61522" y="67114"/>
                    <a:pt x="64318" y="64287"/>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 name="Google Shape;117;p4"/>
            <p:cNvSpPr/>
            <p:nvPr/>
          </p:nvSpPr>
          <p:spPr>
            <a:xfrm rot="-5400000">
              <a:off x="8047894" y="289485"/>
              <a:ext cx="1309325" cy="1274350"/>
            </a:xfrm>
            <a:custGeom>
              <a:avLst/>
              <a:gdLst/>
              <a:ahLst/>
              <a:cxnLst/>
              <a:rect l="l" t="t" r="r" b="b"/>
              <a:pathLst>
                <a:path w="52373" h="50974" extrusionOk="0">
                  <a:moveTo>
                    <a:pt x="7884" y="0"/>
                  </a:moveTo>
                  <a:cubicBezTo>
                    <a:pt x="6049" y="0"/>
                    <a:pt x="4210" y="699"/>
                    <a:pt x="2797" y="2097"/>
                  </a:cubicBezTo>
                  <a:cubicBezTo>
                    <a:pt x="0" y="4894"/>
                    <a:pt x="0" y="9453"/>
                    <a:pt x="2797" y="12250"/>
                  </a:cubicBezTo>
                  <a:lnTo>
                    <a:pt x="39424" y="48876"/>
                  </a:lnTo>
                  <a:cubicBezTo>
                    <a:pt x="40822" y="50274"/>
                    <a:pt x="42661" y="50973"/>
                    <a:pt x="44500" y="50973"/>
                  </a:cubicBezTo>
                  <a:cubicBezTo>
                    <a:pt x="46339" y="50973"/>
                    <a:pt x="48178" y="50274"/>
                    <a:pt x="49576" y="48876"/>
                  </a:cubicBezTo>
                  <a:cubicBezTo>
                    <a:pt x="52372" y="46049"/>
                    <a:pt x="52372" y="41520"/>
                    <a:pt x="49576" y="38724"/>
                  </a:cubicBezTo>
                  <a:lnTo>
                    <a:pt x="12949" y="2097"/>
                  </a:lnTo>
                  <a:cubicBezTo>
                    <a:pt x="11551" y="699"/>
                    <a:pt x="9719" y="0"/>
                    <a:pt x="7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 name="Google Shape;118;p4"/>
            <p:cNvSpPr/>
            <p:nvPr/>
          </p:nvSpPr>
          <p:spPr>
            <a:xfrm rot="-5400000">
              <a:off x="7513119" y="-490540"/>
              <a:ext cx="1827575" cy="1809500"/>
            </a:xfrm>
            <a:custGeom>
              <a:avLst/>
              <a:gdLst/>
              <a:ahLst/>
              <a:cxnLst/>
              <a:rect l="l" t="t" r="r" b="b"/>
              <a:pathLst>
                <a:path w="73103" h="72380" extrusionOk="0">
                  <a:moveTo>
                    <a:pt x="4089" y="0"/>
                  </a:moveTo>
                  <a:cubicBezTo>
                    <a:pt x="3139" y="0"/>
                    <a:pt x="2189" y="358"/>
                    <a:pt x="1460" y="1072"/>
                  </a:cubicBezTo>
                  <a:cubicBezTo>
                    <a:pt x="1" y="2531"/>
                    <a:pt x="1" y="4871"/>
                    <a:pt x="1460" y="6330"/>
                  </a:cubicBezTo>
                  <a:lnTo>
                    <a:pt x="66415" y="71286"/>
                  </a:lnTo>
                  <a:cubicBezTo>
                    <a:pt x="67130" y="72015"/>
                    <a:pt x="68080" y="72380"/>
                    <a:pt x="69033" y="72380"/>
                  </a:cubicBezTo>
                  <a:cubicBezTo>
                    <a:pt x="69987" y="72380"/>
                    <a:pt x="70944" y="72015"/>
                    <a:pt x="71674" y="71286"/>
                  </a:cubicBezTo>
                  <a:cubicBezTo>
                    <a:pt x="73103" y="69827"/>
                    <a:pt x="73103" y="67486"/>
                    <a:pt x="71674" y="66027"/>
                  </a:cubicBezTo>
                  <a:lnTo>
                    <a:pt x="6718" y="1072"/>
                  </a:lnTo>
                  <a:cubicBezTo>
                    <a:pt x="5989" y="358"/>
                    <a:pt x="5039" y="0"/>
                    <a:pt x="40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9" name="Google Shape;119;p4"/>
          <p:cNvGrpSpPr/>
          <p:nvPr/>
        </p:nvGrpSpPr>
        <p:grpSpPr>
          <a:xfrm>
            <a:off x="4235767" y="6438476"/>
            <a:ext cx="3720500" cy="86633"/>
            <a:chOff x="5954300" y="4334988"/>
            <a:chExt cx="2790375" cy="64975"/>
          </a:xfrm>
        </p:grpSpPr>
        <p:sp>
          <p:nvSpPr>
            <p:cNvPr id="120" name="Google Shape;120;p4"/>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 name="Google Shape;121;p4"/>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 name="Google Shape;122;p4"/>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 name="Google Shape;123;p4"/>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 name="Google Shape;124;p4"/>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 name="Google Shape;125;p4"/>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6" name="Google Shape;126;p4"/>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7" name="Google Shape;127;p4"/>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8" name="Google Shape;128;p4"/>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9" name="Google Shape;129;p4"/>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0" name="Google Shape;130;p4"/>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1" name="Google Shape;131;p4"/>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2" name="Google Shape;132;p4"/>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3" name="Google Shape;133;p4"/>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4" name="Google Shape;134;p4"/>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5" name="Google Shape;135;p4"/>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6" name="Google Shape;136;p4"/>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7" name="Google Shape;137;p4"/>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8" name="Google Shape;138;p4"/>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9" name="Google Shape;139;p4"/>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889496718"/>
      </p:ext>
    </p:extLst>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40"/>
        <p:cNvGrpSpPr/>
        <p:nvPr/>
      </p:nvGrpSpPr>
      <p:grpSpPr>
        <a:xfrm>
          <a:off x="0" y="0"/>
          <a:ext cx="0" cy="0"/>
          <a:chOff x="0" y="0"/>
          <a:chExt cx="0" cy="0"/>
        </a:xfrm>
      </p:grpSpPr>
      <p:grpSp>
        <p:nvGrpSpPr>
          <p:cNvPr id="141" name="Google Shape;141;p5"/>
          <p:cNvGrpSpPr/>
          <p:nvPr/>
        </p:nvGrpSpPr>
        <p:grpSpPr>
          <a:xfrm flipH="1">
            <a:off x="10559357" y="5311280"/>
            <a:ext cx="2527777" cy="2527821"/>
            <a:chOff x="3835450" y="-252000"/>
            <a:chExt cx="1445325" cy="1445350"/>
          </a:xfrm>
        </p:grpSpPr>
        <p:sp>
          <p:nvSpPr>
            <p:cNvPr id="142" name="Google Shape;142;p5"/>
            <p:cNvSpPr/>
            <p:nvPr/>
          </p:nvSpPr>
          <p:spPr>
            <a:xfrm>
              <a:off x="3835450" y="-252000"/>
              <a:ext cx="1445325" cy="1445350"/>
            </a:xfrm>
            <a:custGeom>
              <a:avLst/>
              <a:gdLst/>
              <a:ahLst/>
              <a:cxnLst/>
              <a:rect l="l" t="t" r="r" b="b"/>
              <a:pathLst>
                <a:path w="57813" h="57814" fill="none" extrusionOk="0">
                  <a:moveTo>
                    <a:pt x="43375" y="14439"/>
                  </a:moveTo>
                  <a:lnTo>
                    <a:pt x="28907" y="1"/>
                  </a:lnTo>
                  <a:lnTo>
                    <a:pt x="14438" y="14439"/>
                  </a:lnTo>
                  <a:lnTo>
                    <a:pt x="0" y="28907"/>
                  </a:lnTo>
                  <a:lnTo>
                    <a:pt x="14438" y="43375"/>
                  </a:lnTo>
                  <a:lnTo>
                    <a:pt x="28907" y="57813"/>
                  </a:lnTo>
                  <a:lnTo>
                    <a:pt x="43375" y="43375"/>
                  </a:lnTo>
                  <a:lnTo>
                    <a:pt x="57813" y="2890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3" name="Google Shape;143;p5"/>
            <p:cNvSpPr/>
            <p:nvPr/>
          </p:nvSpPr>
          <p:spPr>
            <a:xfrm>
              <a:off x="3972225" y="-115200"/>
              <a:ext cx="1171775" cy="1171750"/>
            </a:xfrm>
            <a:custGeom>
              <a:avLst/>
              <a:gdLst/>
              <a:ahLst/>
              <a:cxnLst/>
              <a:rect l="l" t="t" r="r" b="b"/>
              <a:pathLst>
                <a:path w="46871" h="46870" fill="none" extrusionOk="0">
                  <a:moveTo>
                    <a:pt x="46871" y="23435"/>
                  </a:moveTo>
                  <a:lnTo>
                    <a:pt x="35138" y="11733"/>
                  </a:lnTo>
                  <a:lnTo>
                    <a:pt x="23436" y="0"/>
                  </a:lnTo>
                  <a:lnTo>
                    <a:pt x="11733" y="11733"/>
                  </a:lnTo>
                  <a:lnTo>
                    <a:pt x="0" y="23435"/>
                  </a:lnTo>
                  <a:lnTo>
                    <a:pt x="11733" y="35137"/>
                  </a:lnTo>
                  <a:lnTo>
                    <a:pt x="23436" y="46870"/>
                  </a:lnTo>
                  <a:lnTo>
                    <a:pt x="35138" y="3513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4" name="Google Shape;144;p5"/>
            <p:cNvSpPr/>
            <p:nvPr/>
          </p:nvSpPr>
          <p:spPr>
            <a:xfrm>
              <a:off x="4109775" y="22325"/>
              <a:ext cx="896700" cy="896700"/>
            </a:xfrm>
            <a:custGeom>
              <a:avLst/>
              <a:gdLst/>
              <a:ahLst/>
              <a:cxnLst/>
              <a:rect l="l" t="t" r="r" b="b"/>
              <a:pathLst>
                <a:path w="35868" h="35868" fill="none" extrusionOk="0">
                  <a:moveTo>
                    <a:pt x="35867" y="17934"/>
                  </a:moveTo>
                  <a:lnTo>
                    <a:pt x="26900" y="8967"/>
                  </a:lnTo>
                  <a:lnTo>
                    <a:pt x="17934" y="1"/>
                  </a:lnTo>
                  <a:lnTo>
                    <a:pt x="8967" y="8967"/>
                  </a:lnTo>
                  <a:lnTo>
                    <a:pt x="0" y="17934"/>
                  </a:lnTo>
                  <a:lnTo>
                    <a:pt x="8967" y="26901"/>
                  </a:lnTo>
                  <a:lnTo>
                    <a:pt x="17934" y="35867"/>
                  </a:lnTo>
                  <a:lnTo>
                    <a:pt x="26900" y="2690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5" name="Google Shape;145;p5"/>
            <p:cNvSpPr/>
            <p:nvPr/>
          </p:nvSpPr>
          <p:spPr>
            <a:xfrm>
              <a:off x="4247300" y="159875"/>
              <a:ext cx="621625" cy="621600"/>
            </a:xfrm>
            <a:custGeom>
              <a:avLst/>
              <a:gdLst/>
              <a:ahLst/>
              <a:cxnLst/>
              <a:rect l="l" t="t" r="r" b="b"/>
              <a:pathLst>
                <a:path w="24865" h="24864" fill="none" extrusionOk="0">
                  <a:moveTo>
                    <a:pt x="24864" y="12432"/>
                  </a:moveTo>
                  <a:lnTo>
                    <a:pt x="18664" y="6201"/>
                  </a:lnTo>
                  <a:lnTo>
                    <a:pt x="12433" y="0"/>
                  </a:lnTo>
                  <a:lnTo>
                    <a:pt x="6201" y="6201"/>
                  </a:lnTo>
                  <a:lnTo>
                    <a:pt x="1" y="12432"/>
                  </a:lnTo>
                  <a:lnTo>
                    <a:pt x="6201" y="18663"/>
                  </a:lnTo>
                  <a:lnTo>
                    <a:pt x="12433" y="24864"/>
                  </a:lnTo>
                  <a:lnTo>
                    <a:pt x="18664" y="18663"/>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6" name="Google Shape;146;p5"/>
            <p:cNvSpPr/>
            <p:nvPr/>
          </p:nvSpPr>
          <p:spPr>
            <a:xfrm>
              <a:off x="4384075" y="296650"/>
              <a:ext cx="348075" cy="348050"/>
            </a:xfrm>
            <a:custGeom>
              <a:avLst/>
              <a:gdLst/>
              <a:ahLst/>
              <a:cxnLst/>
              <a:rect l="l" t="t" r="r" b="b"/>
              <a:pathLst>
                <a:path w="13923" h="13922" fill="none" extrusionOk="0">
                  <a:moveTo>
                    <a:pt x="10427" y="3496"/>
                  </a:moveTo>
                  <a:lnTo>
                    <a:pt x="6962" y="0"/>
                  </a:lnTo>
                  <a:lnTo>
                    <a:pt x="3496" y="3496"/>
                  </a:lnTo>
                  <a:lnTo>
                    <a:pt x="1" y="6961"/>
                  </a:lnTo>
                  <a:lnTo>
                    <a:pt x="3496" y="10426"/>
                  </a:lnTo>
                  <a:lnTo>
                    <a:pt x="6962" y="13922"/>
                  </a:lnTo>
                  <a:lnTo>
                    <a:pt x="10427" y="10426"/>
                  </a:lnTo>
                  <a:lnTo>
                    <a:pt x="13922" y="696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47" name="Google Shape;147;p5"/>
          <p:cNvGrpSpPr/>
          <p:nvPr/>
        </p:nvGrpSpPr>
        <p:grpSpPr>
          <a:xfrm flipH="1">
            <a:off x="-2017648" y="5311267"/>
            <a:ext cx="4509733" cy="2658600"/>
            <a:chOff x="1317925" y="2802775"/>
            <a:chExt cx="3382300" cy="1993950"/>
          </a:xfrm>
        </p:grpSpPr>
        <p:sp>
          <p:nvSpPr>
            <p:cNvPr id="148" name="Google Shape;148;p5"/>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9" name="Google Shape;149;p5"/>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0" name="Google Shape;150;p5"/>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1" name="Google Shape;151;p5"/>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2" name="Google Shape;152;p5"/>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3" name="Google Shape;153;p5"/>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4" name="Google Shape;154;p5"/>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5" name="Google Shape;155;p5"/>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 name="Google Shape;156;p5"/>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 name="Google Shape;157;p5"/>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 name="Google Shape;158;p5"/>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 name="Google Shape;159;p5"/>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0" name="Google Shape;160;p5"/>
          <p:cNvGrpSpPr/>
          <p:nvPr/>
        </p:nvGrpSpPr>
        <p:grpSpPr>
          <a:xfrm>
            <a:off x="-1362319" y="0"/>
            <a:ext cx="2313272" cy="2313272"/>
            <a:chOff x="6340050" y="754850"/>
            <a:chExt cx="1595800" cy="1595800"/>
          </a:xfrm>
        </p:grpSpPr>
        <p:sp>
          <p:nvSpPr>
            <p:cNvPr id="161" name="Google Shape;161;p5"/>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2" name="Google Shape;162;p5"/>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3" name="Google Shape;163;p5"/>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64" name="Google Shape;164;p5"/>
          <p:cNvGrpSpPr/>
          <p:nvPr/>
        </p:nvGrpSpPr>
        <p:grpSpPr>
          <a:xfrm flipH="1">
            <a:off x="10474618" y="-426944"/>
            <a:ext cx="2139225" cy="2139147"/>
            <a:chOff x="-74975" y="157600"/>
            <a:chExt cx="1604419" cy="1604360"/>
          </a:xfrm>
        </p:grpSpPr>
        <p:sp>
          <p:nvSpPr>
            <p:cNvPr id="165" name="Google Shape;165;p5"/>
            <p:cNvSpPr/>
            <p:nvPr/>
          </p:nvSpPr>
          <p:spPr>
            <a:xfrm>
              <a:off x="399627" y="632159"/>
              <a:ext cx="1129817" cy="1129801"/>
            </a:xfrm>
            <a:custGeom>
              <a:avLst/>
              <a:gdLst/>
              <a:ahLst/>
              <a:cxnLst/>
              <a:rect l="l" t="t" r="r" b="b"/>
              <a:pathLst>
                <a:path w="70306" h="70305" extrusionOk="0">
                  <a:moveTo>
                    <a:pt x="0" y="0"/>
                  </a:moveTo>
                  <a:lnTo>
                    <a:pt x="0" y="70305"/>
                  </a:lnTo>
                  <a:lnTo>
                    <a:pt x="70305"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6" name="Google Shape;166;p5"/>
            <p:cNvSpPr/>
            <p:nvPr/>
          </p:nvSpPr>
          <p:spPr>
            <a:xfrm>
              <a:off x="238125" y="470675"/>
              <a:ext cx="824500" cy="824500"/>
            </a:xfrm>
            <a:custGeom>
              <a:avLst/>
              <a:gdLst/>
              <a:ahLst/>
              <a:cxnLst/>
              <a:rect l="l" t="t" r="r" b="b"/>
              <a:pathLst>
                <a:path w="32980" h="32980" extrusionOk="0">
                  <a:moveTo>
                    <a:pt x="0" y="0"/>
                  </a:moveTo>
                  <a:lnTo>
                    <a:pt x="0" y="32979"/>
                  </a:lnTo>
                  <a:lnTo>
                    <a:pt x="32979" y="0"/>
                  </a:lnTo>
                  <a:close/>
                </a:path>
              </a:pathLst>
            </a:custGeom>
            <a:solidFill>
              <a:srgbClr val="368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7" name="Google Shape;167;p5"/>
            <p:cNvSpPr/>
            <p:nvPr/>
          </p:nvSpPr>
          <p:spPr>
            <a:xfrm>
              <a:off x="213025" y="44557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8" name="Google Shape;168;p5"/>
            <p:cNvSpPr/>
            <p:nvPr/>
          </p:nvSpPr>
          <p:spPr>
            <a:xfrm>
              <a:off x="155275" y="38782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9" name="Google Shape;169;p5"/>
            <p:cNvSpPr/>
            <p:nvPr/>
          </p:nvSpPr>
          <p:spPr>
            <a:xfrm>
              <a:off x="98300" y="330850"/>
              <a:ext cx="757625" cy="757625"/>
            </a:xfrm>
            <a:custGeom>
              <a:avLst/>
              <a:gdLst/>
              <a:ahLst/>
              <a:cxnLst/>
              <a:rect l="l" t="t" r="r" b="b"/>
              <a:pathLst>
                <a:path w="30305" h="30305" fill="none" extrusionOk="0">
                  <a:moveTo>
                    <a:pt x="0" y="30305"/>
                  </a:moveTo>
                  <a:lnTo>
                    <a:pt x="3030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0" name="Google Shape;170;p5"/>
            <p:cNvSpPr/>
            <p:nvPr/>
          </p:nvSpPr>
          <p:spPr>
            <a:xfrm>
              <a:off x="40550" y="273100"/>
              <a:ext cx="758400" cy="758375"/>
            </a:xfrm>
            <a:custGeom>
              <a:avLst/>
              <a:gdLst/>
              <a:ahLst/>
              <a:cxnLst/>
              <a:rect l="l" t="t" r="r" b="b"/>
              <a:pathLst>
                <a:path w="30336"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 name="Google Shape;171;p5"/>
            <p:cNvSpPr/>
            <p:nvPr/>
          </p:nvSpPr>
          <p:spPr>
            <a:xfrm>
              <a:off x="-17200" y="215350"/>
              <a:ext cx="758375" cy="758375"/>
            </a:xfrm>
            <a:custGeom>
              <a:avLst/>
              <a:gdLst/>
              <a:ahLst/>
              <a:cxnLst/>
              <a:rect l="l" t="t" r="r" b="b"/>
              <a:pathLst>
                <a:path w="30335"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 name="Google Shape;172;p5"/>
            <p:cNvSpPr/>
            <p:nvPr/>
          </p:nvSpPr>
          <p:spPr>
            <a:xfrm>
              <a:off x="-74975" y="157600"/>
              <a:ext cx="758400" cy="758375"/>
            </a:xfrm>
            <a:custGeom>
              <a:avLst/>
              <a:gdLst/>
              <a:ahLst/>
              <a:cxnLst/>
              <a:rect l="l" t="t" r="r" b="b"/>
              <a:pathLst>
                <a:path w="30336" h="30335" fill="none" extrusionOk="0">
                  <a:moveTo>
                    <a:pt x="1" y="30335"/>
                  </a:moveTo>
                  <a:lnTo>
                    <a:pt x="30336"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 name="Google Shape;173;p5"/>
            <p:cNvSpPr/>
            <p:nvPr/>
          </p:nvSpPr>
          <p:spPr>
            <a:xfrm>
              <a:off x="238125" y="470675"/>
              <a:ext cx="824500" cy="824500"/>
            </a:xfrm>
            <a:custGeom>
              <a:avLst/>
              <a:gdLst/>
              <a:ahLst/>
              <a:cxnLst/>
              <a:rect l="l" t="t" r="r" b="b"/>
              <a:pathLst>
                <a:path w="32980" h="32980" fill="none" extrusionOk="0">
                  <a:moveTo>
                    <a:pt x="0" y="0"/>
                  </a:moveTo>
                  <a:lnTo>
                    <a:pt x="0" y="32979"/>
                  </a:lnTo>
                  <a:lnTo>
                    <a:pt x="32979" y="0"/>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74" name="Google Shape;174;p5"/>
          <p:cNvSpPr txBox="1">
            <a:spLocks noGrp="1"/>
          </p:cNvSpPr>
          <p:nvPr>
            <p:ph type="subTitle" idx="1"/>
          </p:nvPr>
        </p:nvSpPr>
        <p:spPr>
          <a:xfrm>
            <a:off x="1521200" y="2654433"/>
            <a:ext cx="4342400" cy="2541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5" name="Google Shape;175;p5"/>
          <p:cNvSpPr txBox="1">
            <a:spLocks noGrp="1"/>
          </p:cNvSpPr>
          <p:nvPr>
            <p:ph type="subTitle" idx="2"/>
          </p:nvPr>
        </p:nvSpPr>
        <p:spPr>
          <a:xfrm>
            <a:off x="6328400" y="2654433"/>
            <a:ext cx="4342400" cy="2541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6" name="Google Shape;176;p5"/>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1249349870"/>
      </p:ext>
    </p:extLst>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77"/>
        <p:cNvGrpSpPr/>
        <p:nvPr/>
      </p:nvGrpSpPr>
      <p:grpSpPr>
        <a:xfrm>
          <a:off x="0" y="0"/>
          <a:ext cx="0" cy="0"/>
          <a:chOff x="0" y="0"/>
          <a:chExt cx="0" cy="0"/>
        </a:xfrm>
      </p:grpSpPr>
      <p:grpSp>
        <p:nvGrpSpPr>
          <p:cNvPr id="178" name="Google Shape;178;p6"/>
          <p:cNvGrpSpPr/>
          <p:nvPr/>
        </p:nvGrpSpPr>
        <p:grpSpPr>
          <a:xfrm>
            <a:off x="11060748" y="0"/>
            <a:ext cx="2313272" cy="2313272"/>
            <a:chOff x="6340050" y="754850"/>
            <a:chExt cx="1595800" cy="1595800"/>
          </a:xfrm>
        </p:grpSpPr>
        <p:sp>
          <p:nvSpPr>
            <p:cNvPr id="179" name="Google Shape;179;p6"/>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0" name="Google Shape;180;p6"/>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1" name="Google Shape;181;p6"/>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82" name="Google Shape;182;p6"/>
          <p:cNvGrpSpPr/>
          <p:nvPr/>
        </p:nvGrpSpPr>
        <p:grpSpPr>
          <a:xfrm rot="5400000">
            <a:off x="-440434" y="948450"/>
            <a:ext cx="1801500" cy="309759"/>
            <a:chOff x="5486725" y="543869"/>
            <a:chExt cx="1351125" cy="232319"/>
          </a:xfrm>
        </p:grpSpPr>
        <p:sp>
          <p:nvSpPr>
            <p:cNvPr id="183" name="Google Shape;183;p6"/>
            <p:cNvSpPr/>
            <p:nvPr/>
          </p:nvSpPr>
          <p:spPr>
            <a:xfrm>
              <a:off x="6637975" y="7112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4" name="Google Shape;184;p6"/>
            <p:cNvSpPr/>
            <p:nvPr/>
          </p:nvSpPr>
          <p:spPr>
            <a:xfrm>
              <a:off x="5918350" y="71993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5" name="Google Shape;185;p6"/>
            <p:cNvSpPr/>
            <p:nvPr/>
          </p:nvSpPr>
          <p:spPr>
            <a:xfrm>
              <a:off x="5918350" y="543869"/>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6" name="Google Shape;186;p6"/>
            <p:cNvSpPr/>
            <p:nvPr/>
          </p:nvSpPr>
          <p:spPr>
            <a:xfrm>
              <a:off x="6637975" y="543869"/>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7" name="Google Shape;187;p6"/>
            <p:cNvSpPr/>
            <p:nvPr/>
          </p:nvSpPr>
          <p:spPr>
            <a:xfrm>
              <a:off x="6494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8" name="Google Shape;188;p6"/>
            <p:cNvSpPr/>
            <p:nvPr/>
          </p:nvSpPr>
          <p:spPr>
            <a:xfrm>
              <a:off x="5774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9" name="Google Shape;189;p6"/>
            <p:cNvSpPr/>
            <p:nvPr/>
          </p:nvSpPr>
          <p:spPr>
            <a:xfrm>
              <a:off x="5774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0" name="Google Shape;190;p6"/>
            <p:cNvSpPr/>
            <p:nvPr/>
          </p:nvSpPr>
          <p:spPr>
            <a:xfrm>
              <a:off x="6494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1" name="Google Shape;191;p6"/>
            <p:cNvSpPr/>
            <p:nvPr/>
          </p:nvSpPr>
          <p:spPr>
            <a:xfrm>
              <a:off x="6782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2" name="Google Shape;192;p6"/>
            <p:cNvSpPr/>
            <p:nvPr/>
          </p:nvSpPr>
          <p:spPr>
            <a:xfrm>
              <a:off x="6062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3" name="Google Shape;193;p6"/>
            <p:cNvSpPr/>
            <p:nvPr/>
          </p:nvSpPr>
          <p:spPr>
            <a:xfrm>
              <a:off x="6062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4" name="Google Shape;194;p6"/>
            <p:cNvSpPr/>
            <p:nvPr/>
          </p:nvSpPr>
          <p:spPr>
            <a:xfrm>
              <a:off x="6782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5" name="Google Shape;195;p6"/>
            <p:cNvSpPr/>
            <p:nvPr/>
          </p:nvSpPr>
          <p:spPr>
            <a:xfrm>
              <a:off x="6349975" y="7112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6" name="Google Shape;196;p6"/>
            <p:cNvSpPr/>
            <p:nvPr/>
          </p:nvSpPr>
          <p:spPr>
            <a:xfrm>
              <a:off x="5630350" y="71993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7" name="Google Shape;197;p6"/>
            <p:cNvSpPr/>
            <p:nvPr/>
          </p:nvSpPr>
          <p:spPr>
            <a:xfrm>
              <a:off x="5630350" y="543869"/>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8" name="Google Shape;198;p6"/>
            <p:cNvSpPr/>
            <p:nvPr/>
          </p:nvSpPr>
          <p:spPr>
            <a:xfrm>
              <a:off x="6349975" y="543869"/>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9" name="Google Shape;199;p6"/>
            <p:cNvSpPr/>
            <p:nvPr/>
          </p:nvSpPr>
          <p:spPr>
            <a:xfrm>
              <a:off x="6206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0" name="Google Shape;200;p6"/>
            <p:cNvSpPr/>
            <p:nvPr/>
          </p:nvSpPr>
          <p:spPr>
            <a:xfrm>
              <a:off x="5486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1" name="Google Shape;201;p6"/>
            <p:cNvSpPr/>
            <p:nvPr/>
          </p:nvSpPr>
          <p:spPr>
            <a:xfrm>
              <a:off x="5486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2" name="Google Shape;202;p6"/>
            <p:cNvSpPr/>
            <p:nvPr/>
          </p:nvSpPr>
          <p:spPr>
            <a:xfrm>
              <a:off x="6206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03" name="Google Shape;203;p6"/>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3152263893"/>
      </p:ext>
    </p:extLst>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04"/>
        <p:cNvGrpSpPr/>
        <p:nvPr/>
      </p:nvGrpSpPr>
      <p:grpSpPr>
        <a:xfrm>
          <a:off x="0" y="0"/>
          <a:ext cx="0" cy="0"/>
          <a:chOff x="0" y="0"/>
          <a:chExt cx="0" cy="0"/>
        </a:xfrm>
      </p:grpSpPr>
      <p:sp>
        <p:nvSpPr>
          <p:cNvPr id="205" name="Google Shape;205;p7"/>
          <p:cNvSpPr txBox="1">
            <a:spLocks noGrp="1"/>
          </p:cNvSpPr>
          <p:nvPr>
            <p:ph type="body" idx="1"/>
          </p:nvPr>
        </p:nvSpPr>
        <p:spPr>
          <a:xfrm>
            <a:off x="1162800" y="2395767"/>
            <a:ext cx="5231600" cy="28376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lvl1pPr>
            <a:lvl2pPr marL="1219170" lvl="1" indent="-423323" rtl="0">
              <a:lnSpc>
                <a:spcPct val="115000"/>
              </a:lnSpc>
              <a:spcBef>
                <a:spcPts val="0"/>
              </a:spcBef>
              <a:spcAft>
                <a:spcPts val="0"/>
              </a:spcAft>
              <a:buSzPts val="1400"/>
              <a:buChar char="○"/>
              <a:defRPr/>
            </a:lvl2pPr>
            <a:lvl3pPr marL="1828754" lvl="2" indent="-423323" rtl="0">
              <a:lnSpc>
                <a:spcPct val="115000"/>
              </a:lnSpc>
              <a:spcBef>
                <a:spcPts val="0"/>
              </a:spcBef>
              <a:spcAft>
                <a:spcPts val="0"/>
              </a:spcAft>
              <a:buSzPts val="1400"/>
              <a:buChar char="■"/>
              <a:defRPr/>
            </a:lvl3pPr>
            <a:lvl4pPr marL="2438339" lvl="3" indent="-423323" rtl="0">
              <a:lnSpc>
                <a:spcPct val="115000"/>
              </a:lnSpc>
              <a:spcBef>
                <a:spcPts val="0"/>
              </a:spcBef>
              <a:spcAft>
                <a:spcPts val="0"/>
              </a:spcAft>
              <a:buSzPts val="1400"/>
              <a:buChar char="●"/>
              <a:defRPr/>
            </a:lvl4pPr>
            <a:lvl5pPr marL="3047924" lvl="4" indent="-423323" rtl="0">
              <a:lnSpc>
                <a:spcPct val="115000"/>
              </a:lnSpc>
              <a:spcBef>
                <a:spcPts val="0"/>
              </a:spcBef>
              <a:spcAft>
                <a:spcPts val="0"/>
              </a:spcAft>
              <a:buSzPts val="1400"/>
              <a:buChar char="○"/>
              <a:defRPr/>
            </a:lvl5pPr>
            <a:lvl6pPr marL="3657509" lvl="5" indent="-423323" rtl="0">
              <a:lnSpc>
                <a:spcPct val="115000"/>
              </a:lnSpc>
              <a:spcBef>
                <a:spcPts val="0"/>
              </a:spcBef>
              <a:spcAft>
                <a:spcPts val="0"/>
              </a:spcAft>
              <a:buSzPts val="1400"/>
              <a:buChar char="■"/>
              <a:defRPr/>
            </a:lvl6pPr>
            <a:lvl7pPr marL="4267093" lvl="6" indent="-423323" rtl="0">
              <a:lnSpc>
                <a:spcPct val="115000"/>
              </a:lnSpc>
              <a:spcBef>
                <a:spcPts val="0"/>
              </a:spcBef>
              <a:spcAft>
                <a:spcPts val="0"/>
              </a:spcAft>
              <a:buSzPts val="1400"/>
              <a:buChar char="●"/>
              <a:defRPr/>
            </a:lvl7pPr>
            <a:lvl8pPr marL="4876678" lvl="7" indent="-423323" rtl="0">
              <a:lnSpc>
                <a:spcPct val="115000"/>
              </a:lnSpc>
              <a:spcBef>
                <a:spcPts val="0"/>
              </a:spcBef>
              <a:spcAft>
                <a:spcPts val="0"/>
              </a:spcAft>
              <a:buSzPts val="1400"/>
              <a:buChar char="○"/>
              <a:defRPr/>
            </a:lvl8pPr>
            <a:lvl9pPr marL="5486263" lvl="8" indent="-423323" rtl="0">
              <a:lnSpc>
                <a:spcPct val="115000"/>
              </a:lnSpc>
              <a:spcBef>
                <a:spcPts val="0"/>
              </a:spcBef>
              <a:spcAft>
                <a:spcPts val="0"/>
              </a:spcAft>
              <a:buSzPts val="1400"/>
              <a:buChar char="■"/>
              <a:defRPr/>
            </a:lvl9pPr>
          </a:lstStyle>
          <a:p>
            <a:pPr lvl="0"/>
            <a:r>
              <a:rPr lang="en-US"/>
              <a:t>Click to edit Master text styles</a:t>
            </a:r>
          </a:p>
        </p:txBody>
      </p:sp>
      <p:sp>
        <p:nvSpPr>
          <p:cNvPr id="206" name="Google Shape;206;p7"/>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207" name="Google Shape;207;p7"/>
          <p:cNvGrpSpPr/>
          <p:nvPr/>
        </p:nvGrpSpPr>
        <p:grpSpPr>
          <a:xfrm flipH="1">
            <a:off x="3103011" y="6132567"/>
            <a:ext cx="5985967" cy="258367"/>
            <a:chOff x="1784500" y="1867350"/>
            <a:chExt cx="4489475" cy="193775"/>
          </a:xfrm>
        </p:grpSpPr>
        <p:sp>
          <p:nvSpPr>
            <p:cNvPr id="208" name="Google Shape;208;p7"/>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9" name="Google Shape;209;p7"/>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0" name="Google Shape;210;p7"/>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11" name="Google Shape;211;p7"/>
          <p:cNvGrpSpPr/>
          <p:nvPr/>
        </p:nvGrpSpPr>
        <p:grpSpPr>
          <a:xfrm>
            <a:off x="327101" y="719334"/>
            <a:ext cx="266500" cy="961533"/>
            <a:chOff x="188762" y="539500"/>
            <a:chExt cx="199875" cy="721150"/>
          </a:xfrm>
        </p:grpSpPr>
        <p:sp>
          <p:nvSpPr>
            <p:cNvPr id="212" name="Google Shape;212;p7"/>
            <p:cNvSpPr/>
            <p:nvPr/>
          </p:nvSpPr>
          <p:spPr>
            <a:xfrm flipH="1">
              <a:off x="332387" y="1204400"/>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3" name="Google Shape;213;p7"/>
            <p:cNvSpPr/>
            <p:nvPr/>
          </p:nvSpPr>
          <p:spPr>
            <a:xfrm flipH="1">
              <a:off x="332387" y="1037975"/>
              <a:ext cx="56250" cy="56275"/>
            </a:xfrm>
            <a:custGeom>
              <a:avLst/>
              <a:gdLst/>
              <a:ahLst/>
              <a:cxnLst/>
              <a:rect l="l" t="t" r="r" b="b"/>
              <a:pathLst>
                <a:path w="2250" h="2251" extrusionOk="0">
                  <a:moveTo>
                    <a:pt x="1125" y="1"/>
                  </a:moveTo>
                  <a:cubicBezTo>
                    <a:pt x="517" y="1"/>
                    <a:pt x="0" y="518"/>
                    <a:pt x="0" y="1126"/>
                  </a:cubicBezTo>
                  <a:cubicBezTo>
                    <a:pt x="0" y="1764"/>
                    <a:pt x="517" y="2250"/>
                    <a:pt x="1125" y="2250"/>
                  </a:cubicBezTo>
                  <a:cubicBezTo>
                    <a:pt x="1733" y="2250"/>
                    <a:pt x="2249" y="1764"/>
                    <a:pt x="2249" y="1126"/>
                  </a:cubicBezTo>
                  <a:cubicBezTo>
                    <a:pt x="224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4" name="Google Shape;214;p7"/>
            <p:cNvSpPr/>
            <p:nvPr/>
          </p:nvSpPr>
          <p:spPr>
            <a:xfrm flipH="1">
              <a:off x="332387" y="872325"/>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5" name="Google Shape;215;p7"/>
            <p:cNvSpPr/>
            <p:nvPr/>
          </p:nvSpPr>
          <p:spPr>
            <a:xfrm flipH="1">
              <a:off x="332387" y="705925"/>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6" name="Google Shape;216;p7"/>
            <p:cNvSpPr/>
            <p:nvPr/>
          </p:nvSpPr>
          <p:spPr>
            <a:xfrm flipH="1">
              <a:off x="332387" y="53950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7" name="Google Shape;217;p7"/>
            <p:cNvSpPr/>
            <p:nvPr/>
          </p:nvSpPr>
          <p:spPr>
            <a:xfrm flipH="1">
              <a:off x="188762" y="1204400"/>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8" name="Google Shape;218;p7"/>
            <p:cNvSpPr/>
            <p:nvPr/>
          </p:nvSpPr>
          <p:spPr>
            <a:xfrm flipH="1">
              <a:off x="188762" y="1037975"/>
              <a:ext cx="55500" cy="56275"/>
            </a:xfrm>
            <a:custGeom>
              <a:avLst/>
              <a:gdLst/>
              <a:ahLst/>
              <a:cxnLst/>
              <a:rect l="l" t="t" r="r" b="b"/>
              <a:pathLst>
                <a:path w="2220" h="2251" extrusionOk="0">
                  <a:moveTo>
                    <a:pt x="1125" y="1"/>
                  </a:moveTo>
                  <a:cubicBezTo>
                    <a:pt x="487" y="1"/>
                    <a:pt x="0" y="518"/>
                    <a:pt x="0" y="1126"/>
                  </a:cubicBezTo>
                  <a:cubicBezTo>
                    <a:pt x="0" y="1764"/>
                    <a:pt x="487" y="2250"/>
                    <a:pt x="1125" y="2250"/>
                  </a:cubicBezTo>
                  <a:cubicBezTo>
                    <a:pt x="1733" y="2250"/>
                    <a:pt x="2219" y="1764"/>
                    <a:pt x="2219" y="1126"/>
                  </a:cubicBezTo>
                  <a:cubicBezTo>
                    <a:pt x="221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9" name="Google Shape;219;p7"/>
            <p:cNvSpPr/>
            <p:nvPr/>
          </p:nvSpPr>
          <p:spPr>
            <a:xfrm flipH="1">
              <a:off x="188762" y="872325"/>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0" name="Google Shape;220;p7"/>
            <p:cNvSpPr/>
            <p:nvPr/>
          </p:nvSpPr>
          <p:spPr>
            <a:xfrm flipH="1">
              <a:off x="188762" y="705925"/>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1" name="Google Shape;221;p7"/>
            <p:cNvSpPr/>
            <p:nvPr/>
          </p:nvSpPr>
          <p:spPr>
            <a:xfrm flipH="1">
              <a:off x="188762" y="53950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895329677"/>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22"/>
        <p:cNvGrpSpPr/>
        <p:nvPr/>
      </p:nvGrpSpPr>
      <p:grpSpPr>
        <a:xfrm>
          <a:off x="0" y="0"/>
          <a:ext cx="0" cy="0"/>
          <a:chOff x="0" y="0"/>
          <a:chExt cx="0" cy="0"/>
        </a:xfrm>
      </p:grpSpPr>
      <p:sp>
        <p:nvSpPr>
          <p:cNvPr id="223" name="Google Shape;223;p8"/>
          <p:cNvSpPr txBox="1">
            <a:spLocks noGrp="1"/>
          </p:cNvSpPr>
          <p:nvPr>
            <p:ph type="title"/>
          </p:nvPr>
        </p:nvSpPr>
        <p:spPr>
          <a:xfrm>
            <a:off x="2380800" y="1915200"/>
            <a:ext cx="7430400" cy="3027600"/>
          </a:xfrm>
          <a:prstGeom prst="rect">
            <a:avLst/>
          </a:prstGeom>
        </p:spPr>
        <p:txBody>
          <a:bodyPr spcFirstLastPara="1" wrap="square" lIns="91425" tIns="91425" rIns="91425" bIns="91425" anchor="ctr" anchorCtr="0">
            <a:noAutofit/>
          </a:bodyPr>
          <a:lstStyle>
            <a:lvl1pPr lvl="0" algn="ctr">
              <a:lnSpc>
                <a:spcPct val="115000"/>
              </a:lnSpc>
              <a:spcBef>
                <a:spcPts val="0"/>
              </a:spcBef>
              <a:spcAft>
                <a:spcPts val="0"/>
              </a:spcAft>
              <a:buSzPts val="6000"/>
              <a:buNone/>
              <a:defRPr sz="8000">
                <a:latin typeface="Poppins Medium"/>
                <a:ea typeface="Poppins Medium"/>
                <a:cs typeface="Poppins Medium"/>
                <a:sym typeface="Poppins Medium"/>
              </a:defRPr>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r>
              <a:rPr lang="en-US"/>
              <a:t>Click to edit Master title style</a:t>
            </a:r>
            <a:endParaRPr/>
          </a:p>
        </p:txBody>
      </p:sp>
      <p:grpSp>
        <p:nvGrpSpPr>
          <p:cNvPr id="224" name="Google Shape;224;p8"/>
          <p:cNvGrpSpPr/>
          <p:nvPr/>
        </p:nvGrpSpPr>
        <p:grpSpPr>
          <a:xfrm>
            <a:off x="3103006" y="460967"/>
            <a:ext cx="5985967" cy="258367"/>
            <a:chOff x="1784500" y="1867350"/>
            <a:chExt cx="4489475" cy="193775"/>
          </a:xfrm>
        </p:grpSpPr>
        <p:sp>
          <p:nvSpPr>
            <p:cNvPr id="225" name="Google Shape;225;p8"/>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6" name="Google Shape;226;p8"/>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7" name="Google Shape;227;p8"/>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28" name="Google Shape;228;p8"/>
          <p:cNvGrpSpPr/>
          <p:nvPr/>
        </p:nvGrpSpPr>
        <p:grpSpPr>
          <a:xfrm>
            <a:off x="-2395331" y="3429006"/>
            <a:ext cx="3721715" cy="3466201"/>
            <a:chOff x="-1466486" y="2736279"/>
            <a:chExt cx="2791286" cy="2599651"/>
          </a:xfrm>
        </p:grpSpPr>
        <p:sp>
          <p:nvSpPr>
            <p:cNvPr id="229" name="Google Shape;229;p8"/>
            <p:cNvSpPr/>
            <p:nvPr/>
          </p:nvSpPr>
          <p:spPr>
            <a:xfrm>
              <a:off x="-1466486" y="2736279"/>
              <a:ext cx="2599651" cy="2599651"/>
            </a:xfrm>
            <a:custGeom>
              <a:avLst/>
              <a:gdLst/>
              <a:ahLst/>
              <a:cxnLst/>
              <a:rect l="l" t="t" r="r" b="b"/>
              <a:pathLst>
                <a:path w="62282" h="62282" extrusionOk="0">
                  <a:moveTo>
                    <a:pt x="31126" y="5259"/>
                  </a:moveTo>
                  <a:cubicBezTo>
                    <a:pt x="45412" y="5259"/>
                    <a:pt x="57023" y="16840"/>
                    <a:pt x="57023" y="31126"/>
                  </a:cubicBezTo>
                  <a:cubicBezTo>
                    <a:pt x="57023" y="45442"/>
                    <a:pt x="45412" y="57023"/>
                    <a:pt x="31126" y="57023"/>
                  </a:cubicBezTo>
                  <a:cubicBezTo>
                    <a:pt x="16840" y="57023"/>
                    <a:pt x="5259" y="45442"/>
                    <a:pt x="5259" y="31126"/>
                  </a:cubicBezTo>
                  <a:cubicBezTo>
                    <a:pt x="5259" y="16840"/>
                    <a:pt x="16840" y="5259"/>
                    <a:pt x="31126" y="5259"/>
                  </a:cubicBezTo>
                  <a:close/>
                  <a:moveTo>
                    <a:pt x="31126" y="1"/>
                  </a:moveTo>
                  <a:cubicBezTo>
                    <a:pt x="13922" y="1"/>
                    <a:pt x="1" y="13952"/>
                    <a:pt x="1" y="31126"/>
                  </a:cubicBezTo>
                  <a:cubicBezTo>
                    <a:pt x="1" y="48330"/>
                    <a:pt x="13922" y="62281"/>
                    <a:pt x="31126" y="62281"/>
                  </a:cubicBezTo>
                  <a:cubicBezTo>
                    <a:pt x="48330" y="62281"/>
                    <a:pt x="62281" y="48330"/>
                    <a:pt x="62281" y="31126"/>
                  </a:cubicBezTo>
                  <a:cubicBezTo>
                    <a:pt x="62281" y="13952"/>
                    <a:pt x="48330" y="1"/>
                    <a:pt x="31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230" name="Google Shape;230;p8"/>
            <p:cNvGrpSpPr/>
            <p:nvPr/>
          </p:nvGrpSpPr>
          <p:grpSpPr>
            <a:xfrm>
              <a:off x="713226" y="3730956"/>
              <a:ext cx="611574" cy="610281"/>
              <a:chOff x="4496550" y="2819475"/>
              <a:chExt cx="366300" cy="365525"/>
            </a:xfrm>
          </p:grpSpPr>
          <p:sp>
            <p:nvSpPr>
              <p:cNvPr id="231" name="Google Shape;231;p8"/>
              <p:cNvSpPr/>
              <p:nvPr/>
            </p:nvSpPr>
            <p:spPr>
              <a:xfrm>
                <a:off x="4596100" y="2919025"/>
                <a:ext cx="167200" cy="166450"/>
              </a:xfrm>
              <a:custGeom>
                <a:avLst/>
                <a:gdLst/>
                <a:ahLst/>
                <a:cxnLst/>
                <a:rect l="l" t="t" r="r" b="b"/>
                <a:pathLst>
                  <a:path w="6688" h="6658" extrusionOk="0">
                    <a:moveTo>
                      <a:pt x="3344" y="1"/>
                    </a:moveTo>
                    <a:cubicBezTo>
                      <a:pt x="1520" y="1"/>
                      <a:pt x="0" y="1490"/>
                      <a:pt x="0" y="3314"/>
                    </a:cubicBezTo>
                    <a:cubicBezTo>
                      <a:pt x="0" y="5168"/>
                      <a:pt x="1520" y="6657"/>
                      <a:pt x="3344" y="6657"/>
                    </a:cubicBezTo>
                    <a:cubicBezTo>
                      <a:pt x="5198" y="6657"/>
                      <a:pt x="6687" y="5168"/>
                      <a:pt x="6687" y="3314"/>
                    </a:cubicBezTo>
                    <a:cubicBezTo>
                      <a:pt x="6687" y="1490"/>
                      <a:pt x="5198" y="1"/>
                      <a:pt x="3344"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2" name="Google Shape;232;p8"/>
              <p:cNvSpPr/>
              <p:nvPr/>
            </p:nvSpPr>
            <p:spPr>
              <a:xfrm>
                <a:off x="4496550" y="2819475"/>
                <a:ext cx="366300" cy="365525"/>
              </a:xfrm>
              <a:custGeom>
                <a:avLst/>
                <a:gdLst/>
                <a:ahLst/>
                <a:cxnLst/>
                <a:rect l="l" t="t" r="r" b="b"/>
                <a:pathLst>
                  <a:path w="14652" h="14621" fill="none" extrusionOk="0">
                    <a:moveTo>
                      <a:pt x="14651" y="7296"/>
                    </a:moveTo>
                    <a:cubicBezTo>
                      <a:pt x="14651" y="11338"/>
                      <a:pt x="11369" y="14621"/>
                      <a:pt x="7326" y="14621"/>
                    </a:cubicBezTo>
                    <a:cubicBezTo>
                      <a:pt x="3283" y="14621"/>
                      <a:pt x="1" y="11338"/>
                      <a:pt x="1" y="7296"/>
                    </a:cubicBezTo>
                    <a:cubicBezTo>
                      <a:pt x="1" y="3283"/>
                      <a:pt x="3283" y="1"/>
                      <a:pt x="7326" y="1"/>
                    </a:cubicBezTo>
                    <a:cubicBezTo>
                      <a:pt x="11369" y="1"/>
                      <a:pt x="14651" y="3283"/>
                      <a:pt x="14651" y="7296"/>
                    </a:cubicBez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233" name="Google Shape;233;p8"/>
          <p:cNvGrpSpPr/>
          <p:nvPr/>
        </p:nvGrpSpPr>
        <p:grpSpPr>
          <a:xfrm>
            <a:off x="327101" y="719334"/>
            <a:ext cx="266500" cy="961533"/>
            <a:chOff x="188762" y="539500"/>
            <a:chExt cx="199875" cy="721150"/>
          </a:xfrm>
        </p:grpSpPr>
        <p:sp>
          <p:nvSpPr>
            <p:cNvPr id="234" name="Google Shape;234;p8"/>
            <p:cNvSpPr/>
            <p:nvPr/>
          </p:nvSpPr>
          <p:spPr>
            <a:xfrm flipH="1">
              <a:off x="332387" y="1204400"/>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5" name="Google Shape;235;p8"/>
            <p:cNvSpPr/>
            <p:nvPr/>
          </p:nvSpPr>
          <p:spPr>
            <a:xfrm flipH="1">
              <a:off x="332387" y="1037975"/>
              <a:ext cx="56250" cy="56275"/>
            </a:xfrm>
            <a:custGeom>
              <a:avLst/>
              <a:gdLst/>
              <a:ahLst/>
              <a:cxnLst/>
              <a:rect l="l" t="t" r="r" b="b"/>
              <a:pathLst>
                <a:path w="2250" h="2251" extrusionOk="0">
                  <a:moveTo>
                    <a:pt x="1125" y="1"/>
                  </a:moveTo>
                  <a:cubicBezTo>
                    <a:pt x="517" y="1"/>
                    <a:pt x="0" y="518"/>
                    <a:pt x="0" y="1126"/>
                  </a:cubicBezTo>
                  <a:cubicBezTo>
                    <a:pt x="0" y="1764"/>
                    <a:pt x="517" y="2250"/>
                    <a:pt x="1125" y="2250"/>
                  </a:cubicBezTo>
                  <a:cubicBezTo>
                    <a:pt x="1733" y="2250"/>
                    <a:pt x="2249" y="1764"/>
                    <a:pt x="2249" y="1126"/>
                  </a:cubicBezTo>
                  <a:cubicBezTo>
                    <a:pt x="224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6" name="Google Shape;236;p8"/>
            <p:cNvSpPr/>
            <p:nvPr/>
          </p:nvSpPr>
          <p:spPr>
            <a:xfrm flipH="1">
              <a:off x="332387" y="872325"/>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7" name="Google Shape;237;p8"/>
            <p:cNvSpPr/>
            <p:nvPr/>
          </p:nvSpPr>
          <p:spPr>
            <a:xfrm flipH="1">
              <a:off x="332387" y="705925"/>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8" name="Google Shape;238;p8"/>
            <p:cNvSpPr/>
            <p:nvPr/>
          </p:nvSpPr>
          <p:spPr>
            <a:xfrm flipH="1">
              <a:off x="332387" y="53950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9" name="Google Shape;239;p8"/>
            <p:cNvSpPr/>
            <p:nvPr/>
          </p:nvSpPr>
          <p:spPr>
            <a:xfrm flipH="1">
              <a:off x="188762" y="1204400"/>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0" name="Google Shape;240;p8"/>
            <p:cNvSpPr/>
            <p:nvPr/>
          </p:nvSpPr>
          <p:spPr>
            <a:xfrm flipH="1">
              <a:off x="188762" y="1037975"/>
              <a:ext cx="55500" cy="56275"/>
            </a:xfrm>
            <a:custGeom>
              <a:avLst/>
              <a:gdLst/>
              <a:ahLst/>
              <a:cxnLst/>
              <a:rect l="l" t="t" r="r" b="b"/>
              <a:pathLst>
                <a:path w="2220" h="2251" extrusionOk="0">
                  <a:moveTo>
                    <a:pt x="1125" y="1"/>
                  </a:moveTo>
                  <a:cubicBezTo>
                    <a:pt x="487" y="1"/>
                    <a:pt x="0" y="518"/>
                    <a:pt x="0" y="1126"/>
                  </a:cubicBezTo>
                  <a:cubicBezTo>
                    <a:pt x="0" y="1764"/>
                    <a:pt x="487" y="2250"/>
                    <a:pt x="1125" y="2250"/>
                  </a:cubicBezTo>
                  <a:cubicBezTo>
                    <a:pt x="1733" y="2250"/>
                    <a:pt x="2219" y="1764"/>
                    <a:pt x="2219" y="1126"/>
                  </a:cubicBezTo>
                  <a:cubicBezTo>
                    <a:pt x="221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1" name="Google Shape;241;p8"/>
            <p:cNvSpPr/>
            <p:nvPr/>
          </p:nvSpPr>
          <p:spPr>
            <a:xfrm flipH="1">
              <a:off x="188762" y="872325"/>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2" name="Google Shape;242;p8"/>
            <p:cNvSpPr/>
            <p:nvPr/>
          </p:nvSpPr>
          <p:spPr>
            <a:xfrm flipH="1">
              <a:off x="188762" y="705925"/>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3" name="Google Shape;243;p8"/>
            <p:cNvSpPr/>
            <p:nvPr/>
          </p:nvSpPr>
          <p:spPr>
            <a:xfrm flipH="1">
              <a:off x="188762" y="53950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44" name="Google Shape;244;p8"/>
          <p:cNvGrpSpPr/>
          <p:nvPr/>
        </p:nvGrpSpPr>
        <p:grpSpPr>
          <a:xfrm>
            <a:off x="2490250" y="5605729"/>
            <a:ext cx="2527777" cy="2527821"/>
            <a:chOff x="3835450" y="-252000"/>
            <a:chExt cx="1445325" cy="1445350"/>
          </a:xfrm>
        </p:grpSpPr>
        <p:sp>
          <p:nvSpPr>
            <p:cNvPr id="245" name="Google Shape;245;p8"/>
            <p:cNvSpPr/>
            <p:nvPr/>
          </p:nvSpPr>
          <p:spPr>
            <a:xfrm>
              <a:off x="3835450" y="-252000"/>
              <a:ext cx="1445325" cy="1445350"/>
            </a:xfrm>
            <a:custGeom>
              <a:avLst/>
              <a:gdLst/>
              <a:ahLst/>
              <a:cxnLst/>
              <a:rect l="l" t="t" r="r" b="b"/>
              <a:pathLst>
                <a:path w="57813" h="57814" fill="none" extrusionOk="0">
                  <a:moveTo>
                    <a:pt x="43375" y="14439"/>
                  </a:moveTo>
                  <a:lnTo>
                    <a:pt x="28907" y="1"/>
                  </a:lnTo>
                  <a:lnTo>
                    <a:pt x="14438" y="14439"/>
                  </a:lnTo>
                  <a:lnTo>
                    <a:pt x="0" y="28907"/>
                  </a:lnTo>
                  <a:lnTo>
                    <a:pt x="14438" y="43375"/>
                  </a:lnTo>
                  <a:lnTo>
                    <a:pt x="28907" y="57813"/>
                  </a:lnTo>
                  <a:lnTo>
                    <a:pt x="43375" y="43375"/>
                  </a:lnTo>
                  <a:lnTo>
                    <a:pt x="57813" y="2890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6" name="Google Shape;246;p8"/>
            <p:cNvSpPr/>
            <p:nvPr/>
          </p:nvSpPr>
          <p:spPr>
            <a:xfrm>
              <a:off x="3972225" y="-115200"/>
              <a:ext cx="1171775" cy="1171750"/>
            </a:xfrm>
            <a:custGeom>
              <a:avLst/>
              <a:gdLst/>
              <a:ahLst/>
              <a:cxnLst/>
              <a:rect l="l" t="t" r="r" b="b"/>
              <a:pathLst>
                <a:path w="46871" h="46870" fill="none" extrusionOk="0">
                  <a:moveTo>
                    <a:pt x="46871" y="23435"/>
                  </a:moveTo>
                  <a:lnTo>
                    <a:pt x="35138" y="11733"/>
                  </a:lnTo>
                  <a:lnTo>
                    <a:pt x="23436" y="0"/>
                  </a:lnTo>
                  <a:lnTo>
                    <a:pt x="11733" y="11733"/>
                  </a:lnTo>
                  <a:lnTo>
                    <a:pt x="0" y="23435"/>
                  </a:lnTo>
                  <a:lnTo>
                    <a:pt x="11733" y="35137"/>
                  </a:lnTo>
                  <a:lnTo>
                    <a:pt x="23436" y="46870"/>
                  </a:lnTo>
                  <a:lnTo>
                    <a:pt x="35138" y="3513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7" name="Google Shape;247;p8"/>
            <p:cNvSpPr/>
            <p:nvPr/>
          </p:nvSpPr>
          <p:spPr>
            <a:xfrm>
              <a:off x="4109775" y="22325"/>
              <a:ext cx="896700" cy="896700"/>
            </a:xfrm>
            <a:custGeom>
              <a:avLst/>
              <a:gdLst/>
              <a:ahLst/>
              <a:cxnLst/>
              <a:rect l="l" t="t" r="r" b="b"/>
              <a:pathLst>
                <a:path w="35868" h="35868" fill="none" extrusionOk="0">
                  <a:moveTo>
                    <a:pt x="35867" y="17934"/>
                  </a:moveTo>
                  <a:lnTo>
                    <a:pt x="26900" y="8967"/>
                  </a:lnTo>
                  <a:lnTo>
                    <a:pt x="17934" y="1"/>
                  </a:lnTo>
                  <a:lnTo>
                    <a:pt x="8967" y="8967"/>
                  </a:lnTo>
                  <a:lnTo>
                    <a:pt x="0" y="17934"/>
                  </a:lnTo>
                  <a:lnTo>
                    <a:pt x="8967" y="26901"/>
                  </a:lnTo>
                  <a:lnTo>
                    <a:pt x="17934" y="35867"/>
                  </a:lnTo>
                  <a:lnTo>
                    <a:pt x="26900" y="2690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8" name="Google Shape;248;p8"/>
            <p:cNvSpPr/>
            <p:nvPr/>
          </p:nvSpPr>
          <p:spPr>
            <a:xfrm>
              <a:off x="4247300" y="159875"/>
              <a:ext cx="621625" cy="621600"/>
            </a:xfrm>
            <a:custGeom>
              <a:avLst/>
              <a:gdLst/>
              <a:ahLst/>
              <a:cxnLst/>
              <a:rect l="l" t="t" r="r" b="b"/>
              <a:pathLst>
                <a:path w="24865" h="24864" fill="none" extrusionOk="0">
                  <a:moveTo>
                    <a:pt x="24864" y="12432"/>
                  </a:moveTo>
                  <a:lnTo>
                    <a:pt x="18664" y="6201"/>
                  </a:lnTo>
                  <a:lnTo>
                    <a:pt x="12433" y="0"/>
                  </a:lnTo>
                  <a:lnTo>
                    <a:pt x="6201" y="6201"/>
                  </a:lnTo>
                  <a:lnTo>
                    <a:pt x="1" y="12432"/>
                  </a:lnTo>
                  <a:lnTo>
                    <a:pt x="6201" y="18663"/>
                  </a:lnTo>
                  <a:lnTo>
                    <a:pt x="12433" y="24864"/>
                  </a:lnTo>
                  <a:lnTo>
                    <a:pt x="18664" y="18663"/>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9" name="Google Shape;249;p8"/>
            <p:cNvSpPr/>
            <p:nvPr/>
          </p:nvSpPr>
          <p:spPr>
            <a:xfrm>
              <a:off x="4384075" y="296650"/>
              <a:ext cx="348075" cy="348050"/>
            </a:xfrm>
            <a:custGeom>
              <a:avLst/>
              <a:gdLst/>
              <a:ahLst/>
              <a:cxnLst/>
              <a:rect l="l" t="t" r="r" b="b"/>
              <a:pathLst>
                <a:path w="13923" h="13922" fill="none" extrusionOk="0">
                  <a:moveTo>
                    <a:pt x="10427" y="3496"/>
                  </a:moveTo>
                  <a:lnTo>
                    <a:pt x="6962" y="0"/>
                  </a:lnTo>
                  <a:lnTo>
                    <a:pt x="3496" y="3496"/>
                  </a:lnTo>
                  <a:lnTo>
                    <a:pt x="1" y="6961"/>
                  </a:lnTo>
                  <a:lnTo>
                    <a:pt x="3496" y="10426"/>
                  </a:lnTo>
                  <a:lnTo>
                    <a:pt x="6962" y="13922"/>
                  </a:lnTo>
                  <a:lnTo>
                    <a:pt x="10427" y="10426"/>
                  </a:lnTo>
                  <a:lnTo>
                    <a:pt x="13922" y="696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267828578"/>
      </p:ext>
    </p:extLst>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50"/>
        <p:cNvGrpSpPr/>
        <p:nvPr/>
      </p:nvGrpSpPr>
      <p:grpSpPr>
        <a:xfrm>
          <a:off x="0" y="0"/>
          <a:ext cx="0" cy="0"/>
          <a:chOff x="0" y="0"/>
          <a:chExt cx="0" cy="0"/>
        </a:xfrm>
      </p:grpSpPr>
      <p:sp>
        <p:nvSpPr>
          <p:cNvPr id="251" name="Google Shape;251;p9"/>
          <p:cNvSpPr txBox="1">
            <a:spLocks noGrp="1"/>
          </p:cNvSpPr>
          <p:nvPr>
            <p:ph type="subTitle" idx="1"/>
          </p:nvPr>
        </p:nvSpPr>
        <p:spPr>
          <a:xfrm>
            <a:off x="2515800" y="3052200"/>
            <a:ext cx="7160400" cy="196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52" name="Google Shape;252;p9"/>
          <p:cNvSpPr txBox="1">
            <a:spLocks noGrp="1"/>
          </p:cNvSpPr>
          <p:nvPr>
            <p:ph type="title"/>
          </p:nvPr>
        </p:nvSpPr>
        <p:spPr>
          <a:xfrm>
            <a:off x="2515800" y="1843000"/>
            <a:ext cx="7160400" cy="1209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56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grpSp>
        <p:nvGrpSpPr>
          <p:cNvPr id="253" name="Google Shape;253;p9"/>
          <p:cNvGrpSpPr/>
          <p:nvPr/>
        </p:nvGrpSpPr>
        <p:grpSpPr>
          <a:xfrm>
            <a:off x="4235751" y="6089260"/>
            <a:ext cx="3720500" cy="86633"/>
            <a:chOff x="5954300" y="4334988"/>
            <a:chExt cx="2790375" cy="64975"/>
          </a:xfrm>
        </p:grpSpPr>
        <p:sp>
          <p:nvSpPr>
            <p:cNvPr id="254" name="Google Shape;254;p9"/>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5" name="Google Shape;255;p9"/>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6" name="Google Shape;256;p9"/>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7" name="Google Shape;257;p9"/>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8" name="Google Shape;258;p9"/>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9" name="Google Shape;259;p9"/>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0" name="Google Shape;260;p9"/>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1" name="Google Shape;261;p9"/>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2" name="Google Shape;262;p9"/>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3" name="Google Shape;263;p9"/>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4" name="Google Shape;264;p9"/>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5" name="Google Shape;265;p9"/>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6" name="Google Shape;266;p9"/>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7" name="Google Shape;267;p9"/>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8" name="Google Shape;268;p9"/>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9" name="Google Shape;269;p9"/>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0" name="Google Shape;270;p9"/>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1" name="Google Shape;271;p9"/>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2" name="Google Shape;272;p9"/>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3" name="Google Shape;273;p9"/>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710894931"/>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74"/>
        <p:cNvGrpSpPr/>
        <p:nvPr/>
      </p:nvGrpSpPr>
      <p:grpSpPr>
        <a:xfrm>
          <a:off x="0" y="0"/>
          <a:ext cx="0" cy="0"/>
          <a:chOff x="0" y="0"/>
          <a:chExt cx="0" cy="0"/>
        </a:xfrm>
      </p:grpSpPr>
      <p:sp>
        <p:nvSpPr>
          <p:cNvPr id="275" name="Google Shape;275;p10"/>
          <p:cNvSpPr>
            <a:spLocks noGrp="1"/>
          </p:cNvSpPr>
          <p:nvPr>
            <p:ph type="pic" idx="2"/>
          </p:nvPr>
        </p:nvSpPr>
        <p:spPr>
          <a:xfrm>
            <a:off x="-380433" y="-214000"/>
            <a:ext cx="12952800" cy="7286000"/>
          </a:xfrm>
          <a:prstGeom prst="rect">
            <a:avLst/>
          </a:prstGeom>
          <a:noFill/>
          <a:ln>
            <a:noFill/>
          </a:ln>
        </p:spPr>
        <p:txBody>
          <a:bodyPr/>
          <a:lstStyle/>
          <a:p>
            <a:endParaRPr lang="en-IN"/>
          </a:p>
        </p:txBody>
      </p:sp>
      <p:sp>
        <p:nvSpPr>
          <p:cNvPr id="276" name="Google Shape;276;p10"/>
          <p:cNvSpPr txBox="1">
            <a:spLocks noGrp="1"/>
          </p:cNvSpPr>
          <p:nvPr>
            <p:ph type="title"/>
          </p:nvPr>
        </p:nvSpPr>
        <p:spPr>
          <a:xfrm>
            <a:off x="1162800" y="719333"/>
            <a:ext cx="9866400" cy="8656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1896222845"/>
      </p:ext>
    </p:extLst>
  </p:cSld>
  <p:clrMapOvr>
    <a:masterClrMapping/>
  </p:clrMapOvr>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77"/>
        <p:cNvGrpSpPr/>
        <p:nvPr/>
      </p:nvGrpSpPr>
      <p:grpSpPr>
        <a:xfrm>
          <a:off x="0" y="0"/>
          <a:ext cx="0" cy="0"/>
          <a:chOff x="0" y="0"/>
          <a:chExt cx="0" cy="0"/>
        </a:xfrm>
      </p:grpSpPr>
      <p:sp>
        <p:nvSpPr>
          <p:cNvPr id="278" name="Google Shape;278;p11"/>
          <p:cNvSpPr txBox="1">
            <a:spLocks noGrp="1"/>
          </p:cNvSpPr>
          <p:nvPr>
            <p:ph type="title" hasCustomPrompt="1"/>
          </p:nvPr>
        </p:nvSpPr>
        <p:spPr>
          <a:xfrm>
            <a:off x="2765600" y="2244651"/>
            <a:ext cx="6660800" cy="17384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8666">
                <a:solidFill>
                  <a:schemeClr val="dk2"/>
                </a:solidFill>
                <a:latin typeface="Poppins Medium"/>
                <a:ea typeface="Poppins Medium"/>
                <a:cs typeface="Poppins Medium"/>
                <a:sym typeface="Poppins Medium"/>
              </a:defRPr>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279" name="Google Shape;279;p11"/>
          <p:cNvSpPr txBox="1">
            <a:spLocks noGrp="1"/>
          </p:cNvSpPr>
          <p:nvPr>
            <p:ph type="subTitle" idx="1"/>
          </p:nvPr>
        </p:nvSpPr>
        <p:spPr>
          <a:xfrm>
            <a:off x="2765600" y="4056551"/>
            <a:ext cx="6660800" cy="55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grpSp>
        <p:nvGrpSpPr>
          <p:cNvPr id="280" name="Google Shape;280;p11"/>
          <p:cNvGrpSpPr/>
          <p:nvPr/>
        </p:nvGrpSpPr>
        <p:grpSpPr>
          <a:xfrm flipH="1">
            <a:off x="10256626" y="-673771"/>
            <a:ext cx="2527777" cy="2527821"/>
            <a:chOff x="3835450" y="-252000"/>
            <a:chExt cx="1445325" cy="1445350"/>
          </a:xfrm>
        </p:grpSpPr>
        <p:sp>
          <p:nvSpPr>
            <p:cNvPr id="281" name="Google Shape;281;p11"/>
            <p:cNvSpPr/>
            <p:nvPr/>
          </p:nvSpPr>
          <p:spPr>
            <a:xfrm>
              <a:off x="3835450" y="-252000"/>
              <a:ext cx="1445325" cy="1445350"/>
            </a:xfrm>
            <a:custGeom>
              <a:avLst/>
              <a:gdLst/>
              <a:ahLst/>
              <a:cxnLst/>
              <a:rect l="l" t="t" r="r" b="b"/>
              <a:pathLst>
                <a:path w="57813" h="57814" fill="none" extrusionOk="0">
                  <a:moveTo>
                    <a:pt x="43375" y="14439"/>
                  </a:moveTo>
                  <a:lnTo>
                    <a:pt x="28907" y="1"/>
                  </a:lnTo>
                  <a:lnTo>
                    <a:pt x="14438" y="14439"/>
                  </a:lnTo>
                  <a:lnTo>
                    <a:pt x="0" y="28907"/>
                  </a:lnTo>
                  <a:lnTo>
                    <a:pt x="14438" y="43375"/>
                  </a:lnTo>
                  <a:lnTo>
                    <a:pt x="28907" y="57813"/>
                  </a:lnTo>
                  <a:lnTo>
                    <a:pt x="43375" y="43375"/>
                  </a:lnTo>
                  <a:lnTo>
                    <a:pt x="57813" y="2890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2" name="Google Shape;282;p11"/>
            <p:cNvSpPr/>
            <p:nvPr/>
          </p:nvSpPr>
          <p:spPr>
            <a:xfrm>
              <a:off x="3972225" y="-115200"/>
              <a:ext cx="1171775" cy="1171750"/>
            </a:xfrm>
            <a:custGeom>
              <a:avLst/>
              <a:gdLst/>
              <a:ahLst/>
              <a:cxnLst/>
              <a:rect l="l" t="t" r="r" b="b"/>
              <a:pathLst>
                <a:path w="46871" h="46870" fill="none" extrusionOk="0">
                  <a:moveTo>
                    <a:pt x="46871" y="23435"/>
                  </a:moveTo>
                  <a:lnTo>
                    <a:pt x="35138" y="11733"/>
                  </a:lnTo>
                  <a:lnTo>
                    <a:pt x="23436" y="0"/>
                  </a:lnTo>
                  <a:lnTo>
                    <a:pt x="11733" y="11733"/>
                  </a:lnTo>
                  <a:lnTo>
                    <a:pt x="0" y="23435"/>
                  </a:lnTo>
                  <a:lnTo>
                    <a:pt x="11733" y="35137"/>
                  </a:lnTo>
                  <a:lnTo>
                    <a:pt x="23436" y="46870"/>
                  </a:lnTo>
                  <a:lnTo>
                    <a:pt x="35138" y="3513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3" name="Google Shape;283;p11"/>
            <p:cNvSpPr/>
            <p:nvPr/>
          </p:nvSpPr>
          <p:spPr>
            <a:xfrm>
              <a:off x="4109775" y="22325"/>
              <a:ext cx="896700" cy="896700"/>
            </a:xfrm>
            <a:custGeom>
              <a:avLst/>
              <a:gdLst/>
              <a:ahLst/>
              <a:cxnLst/>
              <a:rect l="l" t="t" r="r" b="b"/>
              <a:pathLst>
                <a:path w="35868" h="35868" fill="none" extrusionOk="0">
                  <a:moveTo>
                    <a:pt x="35867" y="17934"/>
                  </a:moveTo>
                  <a:lnTo>
                    <a:pt x="26900" y="8967"/>
                  </a:lnTo>
                  <a:lnTo>
                    <a:pt x="17934" y="1"/>
                  </a:lnTo>
                  <a:lnTo>
                    <a:pt x="8967" y="8967"/>
                  </a:lnTo>
                  <a:lnTo>
                    <a:pt x="0" y="17934"/>
                  </a:lnTo>
                  <a:lnTo>
                    <a:pt x="8967" y="26901"/>
                  </a:lnTo>
                  <a:lnTo>
                    <a:pt x="17934" y="35867"/>
                  </a:lnTo>
                  <a:lnTo>
                    <a:pt x="26900" y="2690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4" name="Google Shape;284;p11"/>
            <p:cNvSpPr/>
            <p:nvPr/>
          </p:nvSpPr>
          <p:spPr>
            <a:xfrm>
              <a:off x="4247300" y="159875"/>
              <a:ext cx="621625" cy="621600"/>
            </a:xfrm>
            <a:custGeom>
              <a:avLst/>
              <a:gdLst/>
              <a:ahLst/>
              <a:cxnLst/>
              <a:rect l="l" t="t" r="r" b="b"/>
              <a:pathLst>
                <a:path w="24865" h="24864" fill="none" extrusionOk="0">
                  <a:moveTo>
                    <a:pt x="24864" y="12432"/>
                  </a:moveTo>
                  <a:lnTo>
                    <a:pt x="18664" y="6201"/>
                  </a:lnTo>
                  <a:lnTo>
                    <a:pt x="12433" y="0"/>
                  </a:lnTo>
                  <a:lnTo>
                    <a:pt x="6201" y="6201"/>
                  </a:lnTo>
                  <a:lnTo>
                    <a:pt x="1" y="12432"/>
                  </a:lnTo>
                  <a:lnTo>
                    <a:pt x="6201" y="18663"/>
                  </a:lnTo>
                  <a:lnTo>
                    <a:pt x="12433" y="24864"/>
                  </a:lnTo>
                  <a:lnTo>
                    <a:pt x="18664" y="18663"/>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5" name="Google Shape;285;p11"/>
            <p:cNvSpPr/>
            <p:nvPr/>
          </p:nvSpPr>
          <p:spPr>
            <a:xfrm>
              <a:off x="4384075" y="296650"/>
              <a:ext cx="348075" cy="348050"/>
            </a:xfrm>
            <a:custGeom>
              <a:avLst/>
              <a:gdLst/>
              <a:ahLst/>
              <a:cxnLst/>
              <a:rect l="l" t="t" r="r" b="b"/>
              <a:pathLst>
                <a:path w="13923" h="13922" fill="none" extrusionOk="0">
                  <a:moveTo>
                    <a:pt x="10427" y="3496"/>
                  </a:moveTo>
                  <a:lnTo>
                    <a:pt x="6962" y="0"/>
                  </a:lnTo>
                  <a:lnTo>
                    <a:pt x="3496" y="3496"/>
                  </a:lnTo>
                  <a:lnTo>
                    <a:pt x="1" y="6961"/>
                  </a:lnTo>
                  <a:lnTo>
                    <a:pt x="3496" y="10426"/>
                  </a:lnTo>
                  <a:lnTo>
                    <a:pt x="6962" y="13922"/>
                  </a:lnTo>
                  <a:lnTo>
                    <a:pt x="10427" y="10426"/>
                  </a:lnTo>
                  <a:lnTo>
                    <a:pt x="13922" y="696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86" name="Google Shape;286;p11"/>
          <p:cNvGrpSpPr/>
          <p:nvPr/>
        </p:nvGrpSpPr>
        <p:grpSpPr>
          <a:xfrm flipH="1">
            <a:off x="-1955315" y="5006467"/>
            <a:ext cx="4509733" cy="2658600"/>
            <a:chOff x="1317925" y="2802775"/>
            <a:chExt cx="3382300" cy="1993950"/>
          </a:xfrm>
        </p:grpSpPr>
        <p:sp>
          <p:nvSpPr>
            <p:cNvPr id="287" name="Google Shape;287;p11"/>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8" name="Google Shape;288;p11"/>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9" name="Google Shape;289;p11"/>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0" name="Google Shape;290;p11"/>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1" name="Google Shape;291;p11"/>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2" name="Google Shape;292;p11"/>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3" name="Google Shape;293;p11"/>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4" name="Google Shape;294;p11"/>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5" name="Google Shape;295;p11"/>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6" name="Google Shape;296;p11"/>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7" name="Google Shape;297;p11"/>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8" name="Google Shape;298;p11"/>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99" name="Google Shape;299;p11"/>
          <p:cNvGrpSpPr/>
          <p:nvPr/>
        </p:nvGrpSpPr>
        <p:grpSpPr>
          <a:xfrm flipH="1">
            <a:off x="10483019" y="3648373"/>
            <a:ext cx="3721715" cy="3466201"/>
            <a:chOff x="-1466486" y="2736279"/>
            <a:chExt cx="2791286" cy="2599651"/>
          </a:xfrm>
        </p:grpSpPr>
        <p:sp>
          <p:nvSpPr>
            <p:cNvPr id="300" name="Google Shape;300;p11"/>
            <p:cNvSpPr/>
            <p:nvPr/>
          </p:nvSpPr>
          <p:spPr>
            <a:xfrm>
              <a:off x="-1466486" y="2736279"/>
              <a:ext cx="2599651" cy="2599651"/>
            </a:xfrm>
            <a:custGeom>
              <a:avLst/>
              <a:gdLst/>
              <a:ahLst/>
              <a:cxnLst/>
              <a:rect l="l" t="t" r="r" b="b"/>
              <a:pathLst>
                <a:path w="62282" h="62282" extrusionOk="0">
                  <a:moveTo>
                    <a:pt x="31126" y="5259"/>
                  </a:moveTo>
                  <a:cubicBezTo>
                    <a:pt x="45412" y="5259"/>
                    <a:pt x="57023" y="16840"/>
                    <a:pt x="57023" y="31126"/>
                  </a:cubicBezTo>
                  <a:cubicBezTo>
                    <a:pt x="57023" y="45442"/>
                    <a:pt x="45412" y="57023"/>
                    <a:pt x="31126" y="57023"/>
                  </a:cubicBezTo>
                  <a:cubicBezTo>
                    <a:pt x="16840" y="57023"/>
                    <a:pt x="5259" y="45442"/>
                    <a:pt x="5259" y="31126"/>
                  </a:cubicBezTo>
                  <a:cubicBezTo>
                    <a:pt x="5259" y="16840"/>
                    <a:pt x="16840" y="5259"/>
                    <a:pt x="31126" y="5259"/>
                  </a:cubicBezTo>
                  <a:close/>
                  <a:moveTo>
                    <a:pt x="31126" y="1"/>
                  </a:moveTo>
                  <a:cubicBezTo>
                    <a:pt x="13922" y="1"/>
                    <a:pt x="1" y="13952"/>
                    <a:pt x="1" y="31126"/>
                  </a:cubicBezTo>
                  <a:cubicBezTo>
                    <a:pt x="1" y="48330"/>
                    <a:pt x="13922" y="62281"/>
                    <a:pt x="31126" y="62281"/>
                  </a:cubicBezTo>
                  <a:cubicBezTo>
                    <a:pt x="48330" y="62281"/>
                    <a:pt x="62281" y="48330"/>
                    <a:pt x="62281" y="31126"/>
                  </a:cubicBezTo>
                  <a:cubicBezTo>
                    <a:pt x="62281" y="13952"/>
                    <a:pt x="48330" y="1"/>
                    <a:pt x="31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301" name="Google Shape;301;p11"/>
            <p:cNvGrpSpPr/>
            <p:nvPr/>
          </p:nvGrpSpPr>
          <p:grpSpPr>
            <a:xfrm>
              <a:off x="713226" y="3730956"/>
              <a:ext cx="611574" cy="610281"/>
              <a:chOff x="4496550" y="2819475"/>
              <a:chExt cx="366300" cy="365525"/>
            </a:xfrm>
          </p:grpSpPr>
          <p:sp>
            <p:nvSpPr>
              <p:cNvPr id="302" name="Google Shape;302;p11"/>
              <p:cNvSpPr/>
              <p:nvPr/>
            </p:nvSpPr>
            <p:spPr>
              <a:xfrm>
                <a:off x="4596100" y="2919025"/>
                <a:ext cx="167200" cy="166450"/>
              </a:xfrm>
              <a:custGeom>
                <a:avLst/>
                <a:gdLst/>
                <a:ahLst/>
                <a:cxnLst/>
                <a:rect l="l" t="t" r="r" b="b"/>
                <a:pathLst>
                  <a:path w="6688" h="6658" extrusionOk="0">
                    <a:moveTo>
                      <a:pt x="3344" y="1"/>
                    </a:moveTo>
                    <a:cubicBezTo>
                      <a:pt x="1520" y="1"/>
                      <a:pt x="0" y="1490"/>
                      <a:pt x="0" y="3314"/>
                    </a:cubicBezTo>
                    <a:cubicBezTo>
                      <a:pt x="0" y="5168"/>
                      <a:pt x="1520" y="6657"/>
                      <a:pt x="3344" y="6657"/>
                    </a:cubicBezTo>
                    <a:cubicBezTo>
                      <a:pt x="5198" y="6657"/>
                      <a:pt x="6687" y="5168"/>
                      <a:pt x="6687" y="3314"/>
                    </a:cubicBezTo>
                    <a:cubicBezTo>
                      <a:pt x="6687" y="1490"/>
                      <a:pt x="5198" y="1"/>
                      <a:pt x="3344"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3" name="Google Shape;303;p11"/>
              <p:cNvSpPr/>
              <p:nvPr/>
            </p:nvSpPr>
            <p:spPr>
              <a:xfrm>
                <a:off x="4496550" y="2819475"/>
                <a:ext cx="366300" cy="365525"/>
              </a:xfrm>
              <a:custGeom>
                <a:avLst/>
                <a:gdLst/>
                <a:ahLst/>
                <a:cxnLst/>
                <a:rect l="l" t="t" r="r" b="b"/>
                <a:pathLst>
                  <a:path w="14652" h="14621" fill="none" extrusionOk="0">
                    <a:moveTo>
                      <a:pt x="14651" y="7296"/>
                    </a:moveTo>
                    <a:cubicBezTo>
                      <a:pt x="14651" y="11338"/>
                      <a:pt x="11369" y="14621"/>
                      <a:pt x="7326" y="14621"/>
                    </a:cubicBezTo>
                    <a:cubicBezTo>
                      <a:pt x="3283" y="14621"/>
                      <a:pt x="1" y="11338"/>
                      <a:pt x="1" y="7296"/>
                    </a:cubicBezTo>
                    <a:cubicBezTo>
                      <a:pt x="1" y="3283"/>
                      <a:pt x="3283" y="1"/>
                      <a:pt x="7326" y="1"/>
                    </a:cubicBezTo>
                    <a:cubicBezTo>
                      <a:pt x="11369" y="1"/>
                      <a:pt x="14651" y="3283"/>
                      <a:pt x="14651" y="7296"/>
                    </a:cubicBez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1430477767"/>
      </p:ext>
    </p:extLst>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04"/>
        <p:cNvGrpSpPr/>
        <p:nvPr/>
      </p:nvGrpSpPr>
      <p:grpSpPr>
        <a:xfrm>
          <a:off x="0" y="0"/>
          <a:ext cx="0" cy="0"/>
          <a:chOff x="0" y="0"/>
          <a:chExt cx="0" cy="0"/>
        </a:xfrm>
      </p:grpSpPr>
    </p:spTree>
    <p:extLst>
      <p:ext uri="{BB962C8B-B14F-4D97-AF65-F5344CB8AC3E}">
        <p14:creationId xmlns:p14="http://schemas.microsoft.com/office/powerpoint/2010/main" val="312631558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305"/>
        <p:cNvGrpSpPr/>
        <p:nvPr/>
      </p:nvGrpSpPr>
      <p:grpSpPr>
        <a:xfrm>
          <a:off x="0" y="0"/>
          <a:ext cx="0" cy="0"/>
          <a:chOff x="0" y="0"/>
          <a:chExt cx="0" cy="0"/>
        </a:xfrm>
      </p:grpSpPr>
      <p:sp>
        <p:nvSpPr>
          <p:cNvPr id="306" name="Google Shape;306;p13"/>
          <p:cNvSpPr/>
          <p:nvPr/>
        </p:nvSpPr>
        <p:spPr>
          <a:xfrm>
            <a:off x="6" y="6199134"/>
            <a:ext cx="4596332" cy="658877"/>
          </a:xfrm>
          <a:custGeom>
            <a:avLst/>
            <a:gdLst/>
            <a:ahLst/>
            <a:cxnLst/>
            <a:rect l="l" t="t" r="r" b="b"/>
            <a:pathLst>
              <a:path w="108149" h="15503" extrusionOk="0">
                <a:moveTo>
                  <a:pt x="0" y="0"/>
                </a:moveTo>
                <a:lnTo>
                  <a:pt x="0" y="15502"/>
                </a:lnTo>
                <a:lnTo>
                  <a:pt x="108148" y="15502"/>
                </a:lnTo>
                <a:cubicBezTo>
                  <a:pt x="108148" y="6931"/>
                  <a:pt x="101218" y="0"/>
                  <a:pt x="92646"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307" name="Google Shape;307;p13"/>
          <p:cNvGrpSpPr/>
          <p:nvPr/>
        </p:nvGrpSpPr>
        <p:grpSpPr>
          <a:xfrm>
            <a:off x="11241000" y="542713"/>
            <a:ext cx="3588901" cy="3588841"/>
            <a:chOff x="5165750" y="-1146341"/>
            <a:chExt cx="2691676" cy="2691631"/>
          </a:xfrm>
        </p:grpSpPr>
        <p:sp>
          <p:nvSpPr>
            <p:cNvPr id="308" name="Google Shape;308;p13"/>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9" name="Google Shape;309;p13"/>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0" name="Google Shape;310;p13"/>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1" name="Google Shape;311;p13"/>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2" name="Google Shape;312;p13"/>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3" name="Google Shape;313;p13"/>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4" name="Google Shape;314;p13"/>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5" name="Google Shape;315;p13"/>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6" name="Google Shape;316;p13"/>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17" name="Google Shape;317;p13"/>
          <p:cNvGrpSpPr/>
          <p:nvPr/>
        </p:nvGrpSpPr>
        <p:grpSpPr>
          <a:xfrm>
            <a:off x="7520534" y="6438476"/>
            <a:ext cx="3720500" cy="86633"/>
            <a:chOff x="5954300" y="4334988"/>
            <a:chExt cx="2790375" cy="64975"/>
          </a:xfrm>
        </p:grpSpPr>
        <p:sp>
          <p:nvSpPr>
            <p:cNvPr id="318" name="Google Shape;318;p13"/>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9" name="Google Shape;319;p13"/>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0" name="Google Shape;320;p13"/>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1" name="Google Shape;321;p13"/>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2" name="Google Shape;322;p13"/>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3" name="Google Shape;323;p13"/>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4" name="Google Shape;324;p13"/>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5" name="Google Shape;325;p13"/>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6" name="Google Shape;326;p13"/>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7" name="Google Shape;327;p13"/>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8" name="Google Shape;328;p13"/>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9" name="Google Shape;329;p13"/>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0" name="Google Shape;330;p13"/>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1" name="Google Shape;331;p13"/>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2" name="Google Shape;332;p13"/>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3" name="Google Shape;333;p13"/>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4" name="Google Shape;334;p13"/>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5" name="Google Shape;335;p13"/>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6" name="Google Shape;336;p13"/>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7" name="Google Shape;337;p13"/>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38" name="Google Shape;338;p13"/>
          <p:cNvGrpSpPr/>
          <p:nvPr/>
        </p:nvGrpSpPr>
        <p:grpSpPr>
          <a:xfrm>
            <a:off x="-425402" y="-426944"/>
            <a:ext cx="2139225" cy="2139147"/>
            <a:chOff x="-74975" y="157600"/>
            <a:chExt cx="1604419" cy="1604360"/>
          </a:xfrm>
        </p:grpSpPr>
        <p:sp>
          <p:nvSpPr>
            <p:cNvPr id="339" name="Google Shape;339;p13"/>
            <p:cNvSpPr/>
            <p:nvPr/>
          </p:nvSpPr>
          <p:spPr>
            <a:xfrm>
              <a:off x="399627" y="632159"/>
              <a:ext cx="1129817" cy="1129801"/>
            </a:xfrm>
            <a:custGeom>
              <a:avLst/>
              <a:gdLst/>
              <a:ahLst/>
              <a:cxnLst/>
              <a:rect l="l" t="t" r="r" b="b"/>
              <a:pathLst>
                <a:path w="70306" h="70305" extrusionOk="0">
                  <a:moveTo>
                    <a:pt x="0" y="0"/>
                  </a:moveTo>
                  <a:lnTo>
                    <a:pt x="0" y="70305"/>
                  </a:lnTo>
                  <a:lnTo>
                    <a:pt x="70305"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0" name="Google Shape;340;p13"/>
            <p:cNvSpPr/>
            <p:nvPr/>
          </p:nvSpPr>
          <p:spPr>
            <a:xfrm>
              <a:off x="238125" y="470675"/>
              <a:ext cx="824500" cy="824500"/>
            </a:xfrm>
            <a:custGeom>
              <a:avLst/>
              <a:gdLst/>
              <a:ahLst/>
              <a:cxnLst/>
              <a:rect l="l" t="t" r="r" b="b"/>
              <a:pathLst>
                <a:path w="32980" h="32980" extrusionOk="0">
                  <a:moveTo>
                    <a:pt x="0" y="0"/>
                  </a:moveTo>
                  <a:lnTo>
                    <a:pt x="0" y="32979"/>
                  </a:lnTo>
                  <a:lnTo>
                    <a:pt x="32979" y="0"/>
                  </a:lnTo>
                  <a:close/>
                </a:path>
              </a:pathLst>
            </a:custGeom>
            <a:solidFill>
              <a:srgbClr val="368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1" name="Google Shape;341;p13"/>
            <p:cNvSpPr/>
            <p:nvPr/>
          </p:nvSpPr>
          <p:spPr>
            <a:xfrm>
              <a:off x="213025" y="44557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2" name="Google Shape;342;p13"/>
            <p:cNvSpPr/>
            <p:nvPr/>
          </p:nvSpPr>
          <p:spPr>
            <a:xfrm>
              <a:off x="155275" y="38782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3" name="Google Shape;343;p13"/>
            <p:cNvSpPr/>
            <p:nvPr/>
          </p:nvSpPr>
          <p:spPr>
            <a:xfrm>
              <a:off x="98300" y="330850"/>
              <a:ext cx="757625" cy="757625"/>
            </a:xfrm>
            <a:custGeom>
              <a:avLst/>
              <a:gdLst/>
              <a:ahLst/>
              <a:cxnLst/>
              <a:rect l="l" t="t" r="r" b="b"/>
              <a:pathLst>
                <a:path w="30305" h="30305" fill="none" extrusionOk="0">
                  <a:moveTo>
                    <a:pt x="0" y="30305"/>
                  </a:moveTo>
                  <a:lnTo>
                    <a:pt x="3030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4" name="Google Shape;344;p13"/>
            <p:cNvSpPr/>
            <p:nvPr/>
          </p:nvSpPr>
          <p:spPr>
            <a:xfrm>
              <a:off x="40550" y="273100"/>
              <a:ext cx="758400" cy="758375"/>
            </a:xfrm>
            <a:custGeom>
              <a:avLst/>
              <a:gdLst/>
              <a:ahLst/>
              <a:cxnLst/>
              <a:rect l="l" t="t" r="r" b="b"/>
              <a:pathLst>
                <a:path w="30336"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5" name="Google Shape;345;p13"/>
            <p:cNvSpPr/>
            <p:nvPr/>
          </p:nvSpPr>
          <p:spPr>
            <a:xfrm>
              <a:off x="-17200" y="215350"/>
              <a:ext cx="758375" cy="758375"/>
            </a:xfrm>
            <a:custGeom>
              <a:avLst/>
              <a:gdLst/>
              <a:ahLst/>
              <a:cxnLst/>
              <a:rect l="l" t="t" r="r" b="b"/>
              <a:pathLst>
                <a:path w="30335"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6" name="Google Shape;346;p13"/>
            <p:cNvSpPr/>
            <p:nvPr/>
          </p:nvSpPr>
          <p:spPr>
            <a:xfrm>
              <a:off x="-74975" y="157600"/>
              <a:ext cx="758400" cy="758375"/>
            </a:xfrm>
            <a:custGeom>
              <a:avLst/>
              <a:gdLst/>
              <a:ahLst/>
              <a:cxnLst/>
              <a:rect l="l" t="t" r="r" b="b"/>
              <a:pathLst>
                <a:path w="30336" h="30335" fill="none" extrusionOk="0">
                  <a:moveTo>
                    <a:pt x="1" y="30335"/>
                  </a:moveTo>
                  <a:lnTo>
                    <a:pt x="30336"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7" name="Google Shape;347;p13"/>
            <p:cNvSpPr/>
            <p:nvPr/>
          </p:nvSpPr>
          <p:spPr>
            <a:xfrm>
              <a:off x="238125" y="470675"/>
              <a:ext cx="824500" cy="824500"/>
            </a:xfrm>
            <a:custGeom>
              <a:avLst/>
              <a:gdLst/>
              <a:ahLst/>
              <a:cxnLst/>
              <a:rect l="l" t="t" r="r" b="b"/>
              <a:pathLst>
                <a:path w="32980" h="32980" fill="none" extrusionOk="0">
                  <a:moveTo>
                    <a:pt x="0" y="0"/>
                  </a:moveTo>
                  <a:lnTo>
                    <a:pt x="0" y="32979"/>
                  </a:lnTo>
                  <a:lnTo>
                    <a:pt x="32979" y="0"/>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348" name="Google Shape;348;p13"/>
          <p:cNvSpPr txBox="1">
            <a:spLocks noGrp="1"/>
          </p:cNvSpPr>
          <p:nvPr>
            <p:ph type="title" hasCustomPrompt="1"/>
          </p:nvPr>
        </p:nvSpPr>
        <p:spPr>
          <a:xfrm>
            <a:off x="950983" y="2190797"/>
            <a:ext cx="1222000" cy="710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5333">
                <a:solidFill>
                  <a:schemeClr val="dk2"/>
                </a:solidFill>
                <a:latin typeface="Poppins Medium"/>
                <a:ea typeface="Poppins Medium"/>
                <a:cs typeface="Poppins Medium"/>
                <a:sym typeface="Poppins Medium"/>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349" name="Google Shape;349;p13"/>
          <p:cNvSpPr txBox="1">
            <a:spLocks noGrp="1"/>
          </p:cNvSpPr>
          <p:nvPr>
            <p:ph type="subTitle" idx="1"/>
          </p:nvPr>
        </p:nvSpPr>
        <p:spPr>
          <a:xfrm>
            <a:off x="2170200" y="2555716"/>
            <a:ext cx="2812800" cy="88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867">
                <a:latin typeface="Roboto"/>
                <a:ea typeface="Roboto"/>
                <a:cs typeface="Roboto"/>
                <a:sym typeface="Robo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350" name="Google Shape;350;p13"/>
          <p:cNvSpPr txBox="1">
            <a:spLocks noGrp="1"/>
          </p:cNvSpPr>
          <p:nvPr>
            <p:ph type="title" idx="2" hasCustomPrompt="1"/>
          </p:nvPr>
        </p:nvSpPr>
        <p:spPr>
          <a:xfrm>
            <a:off x="5418748" y="2190797"/>
            <a:ext cx="1222000" cy="710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5333">
                <a:solidFill>
                  <a:schemeClr val="dk2"/>
                </a:solidFill>
                <a:latin typeface="Poppins Medium"/>
                <a:ea typeface="Poppins Medium"/>
                <a:cs typeface="Poppins Medium"/>
                <a:sym typeface="Poppins Medium"/>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351" name="Google Shape;351;p13"/>
          <p:cNvSpPr txBox="1">
            <a:spLocks noGrp="1"/>
          </p:cNvSpPr>
          <p:nvPr>
            <p:ph type="subTitle" idx="3"/>
          </p:nvPr>
        </p:nvSpPr>
        <p:spPr>
          <a:xfrm>
            <a:off x="6637947" y="2555716"/>
            <a:ext cx="2812800" cy="88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867">
                <a:latin typeface="Roboto"/>
                <a:ea typeface="Roboto"/>
                <a:cs typeface="Roboto"/>
                <a:sym typeface="Robo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352" name="Google Shape;352;p13"/>
          <p:cNvSpPr txBox="1">
            <a:spLocks noGrp="1"/>
          </p:cNvSpPr>
          <p:nvPr>
            <p:ph type="title" idx="4" hasCustomPrompt="1"/>
          </p:nvPr>
        </p:nvSpPr>
        <p:spPr>
          <a:xfrm>
            <a:off x="2741249" y="4181380"/>
            <a:ext cx="1222000" cy="710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5333">
                <a:solidFill>
                  <a:schemeClr val="dk2"/>
                </a:solidFill>
                <a:latin typeface="Poppins Medium"/>
                <a:ea typeface="Poppins Medium"/>
                <a:cs typeface="Poppins Medium"/>
                <a:sym typeface="Poppins Medium"/>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353" name="Google Shape;353;p13"/>
          <p:cNvSpPr txBox="1">
            <a:spLocks noGrp="1"/>
          </p:cNvSpPr>
          <p:nvPr>
            <p:ph type="subTitle" idx="5"/>
          </p:nvPr>
        </p:nvSpPr>
        <p:spPr>
          <a:xfrm>
            <a:off x="3960467" y="4552267"/>
            <a:ext cx="2812800" cy="88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867">
                <a:latin typeface="Roboto"/>
                <a:ea typeface="Roboto"/>
                <a:cs typeface="Roboto"/>
                <a:sym typeface="Robo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354" name="Google Shape;354;p13"/>
          <p:cNvSpPr txBox="1">
            <a:spLocks noGrp="1"/>
          </p:cNvSpPr>
          <p:nvPr>
            <p:ph type="title" idx="6" hasCustomPrompt="1"/>
          </p:nvPr>
        </p:nvSpPr>
        <p:spPr>
          <a:xfrm>
            <a:off x="7209015" y="4181380"/>
            <a:ext cx="1222000" cy="710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5333">
                <a:solidFill>
                  <a:schemeClr val="dk2"/>
                </a:solidFill>
                <a:latin typeface="Poppins Medium"/>
                <a:ea typeface="Poppins Medium"/>
                <a:cs typeface="Poppins Medium"/>
                <a:sym typeface="Poppins Medium"/>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355" name="Google Shape;355;p13"/>
          <p:cNvSpPr txBox="1">
            <a:spLocks noGrp="1"/>
          </p:cNvSpPr>
          <p:nvPr>
            <p:ph type="subTitle" idx="7"/>
          </p:nvPr>
        </p:nvSpPr>
        <p:spPr>
          <a:xfrm>
            <a:off x="8428213" y="4552267"/>
            <a:ext cx="2812800" cy="881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867">
                <a:latin typeface="Roboto"/>
                <a:ea typeface="Roboto"/>
                <a:cs typeface="Roboto"/>
                <a:sym typeface="Roboto"/>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356" name="Google Shape;356;p13"/>
          <p:cNvSpPr txBox="1">
            <a:spLocks noGrp="1"/>
          </p:cNvSpPr>
          <p:nvPr>
            <p:ph type="subTitle" idx="8"/>
          </p:nvPr>
        </p:nvSpPr>
        <p:spPr>
          <a:xfrm>
            <a:off x="2170200" y="2087517"/>
            <a:ext cx="2812800" cy="65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357" name="Google Shape;357;p13"/>
          <p:cNvSpPr txBox="1">
            <a:spLocks noGrp="1"/>
          </p:cNvSpPr>
          <p:nvPr>
            <p:ph type="subTitle" idx="9"/>
          </p:nvPr>
        </p:nvSpPr>
        <p:spPr>
          <a:xfrm>
            <a:off x="6637968" y="2087517"/>
            <a:ext cx="2812800" cy="65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358" name="Google Shape;358;p13"/>
          <p:cNvSpPr txBox="1">
            <a:spLocks noGrp="1"/>
          </p:cNvSpPr>
          <p:nvPr>
            <p:ph type="subTitle" idx="13"/>
          </p:nvPr>
        </p:nvSpPr>
        <p:spPr>
          <a:xfrm>
            <a:off x="3960467" y="4077932"/>
            <a:ext cx="2812800" cy="65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359" name="Google Shape;359;p13"/>
          <p:cNvSpPr txBox="1">
            <a:spLocks noGrp="1"/>
          </p:cNvSpPr>
          <p:nvPr>
            <p:ph type="subTitle" idx="14"/>
          </p:nvPr>
        </p:nvSpPr>
        <p:spPr>
          <a:xfrm>
            <a:off x="8428235" y="4077932"/>
            <a:ext cx="2812800" cy="658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360" name="Google Shape;360;p13"/>
          <p:cNvSpPr txBox="1">
            <a:spLocks noGrp="1"/>
          </p:cNvSpPr>
          <p:nvPr>
            <p:ph type="title" idx="15"/>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1389084998"/>
      </p:ext>
    </p:extLst>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361"/>
        <p:cNvGrpSpPr/>
        <p:nvPr/>
      </p:nvGrpSpPr>
      <p:grpSpPr>
        <a:xfrm>
          <a:off x="0" y="0"/>
          <a:ext cx="0" cy="0"/>
          <a:chOff x="0" y="0"/>
          <a:chExt cx="0" cy="0"/>
        </a:xfrm>
      </p:grpSpPr>
      <p:sp>
        <p:nvSpPr>
          <p:cNvPr id="362" name="Google Shape;362;p14"/>
          <p:cNvSpPr txBox="1">
            <a:spLocks noGrp="1"/>
          </p:cNvSpPr>
          <p:nvPr>
            <p:ph type="title"/>
          </p:nvPr>
        </p:nvSpPr>
        <p:spPr>
          <a:xfrm>
            <a:off x="953467" y="4088000"/>
            <a:ext cx="7770000" cy="709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3200">
                <a:latin typeface="Poppins Medium"/>
                <a:ea typeface="Poppins Medium"/>
                <a:cs typeface="Poppins Medium"/>
                <a:sym typeface="Poppins Medium"/>
              </a:defRPr>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363" name="Google Shape;363;p14"/>
          <p:cNvSpPr txBox="1">
            <a:spLocks noGrp="1"/>
          </p:cNvSpPr>
          <p:nvPr>
            <p:ph type="subTitle" idx="1"/>
          </p:nvPr>
        </p:nvSpPr>
        <p:spPr>
          <a:xfrm>
            <a:off x="953467" y="1904183"/>
            <a:ext cx="7770000" cy="19328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3200"/>
            </a:lvl1pPr>
            <a:lvl2pPr lvl="1" algn="ctr" rtl="0">
              <a:lnSpc>
                <a:spcPct val="100000"/>
              </a:lnSpc>
              <a:spcBef>
                <a:spcPts val="0"/>
              </a:spcBef>
              <a:spcAft>
                <a:spcPts val="0"/>
              </a:spcAft>
              <a:buSzPts val="2500"/>
              <a:buNone/>
              <a:defRPr sz="3333"/>
            </a:lvl2pPr>
            <a:lvl3pPr lvl="2" algn="ctr" rtl="0">
              <a:lnSpc>
                <a:spcPct val="100000"/>
              </a:lnSpc>
              <a:spcBef>
                <a:spcPts val="0"/>
              </a:spcBef>
              <a:spcAft>
                <a:spcPts val="0"/>
              </a:spcAft>
              <a:buSzPts val="2500"/>
              <a:buNone/>
              <a:defRPr sz="3333"/>
            </a:lvl3pPr>
            <a:lvl4pPr lvl="3" algn="ctr" rtl="0">
              <a:lnSpc>
                <a:spcPct val="100000"/>
              </a:lnSpc>
              <a:spcBef>
                <a:spcPts val="0"/>
              </a:spcBef>
              <a:spcAft>
                <a:spcPts val="0"/>
              </a:spcAft>
              <a:buSzPts val="2500"/>
              <a:buNone/>
              <a:defRPr sz="3333"/>
            </a:lvl4pPr>
            <a:lvl5pPr lvl="4" algn="ctr" rtl="0">
              <a:lnSpc>
                <a:spcPct val="100000"/>
              </a:lnSpc>
              <a:spcBef>
                <a:spcPts val="0"/>
              </a:spcBef>
              <a:spcAft>
                <a:spcPts val="0"/>
              </a:spcAft>
              <a:buSzPts val="2500"/>
              <a:buNone/>
              <a:defRPr sz="3333"/>
            </a:lvl5pPr>
            <a:lvl6pPr lvl="5" algn="ctr" rtl="0">
              <a:lnSpc>
                <a:spcPct val="100000"/>
              </a:lnSpc>
              <a:spcBef>
                <a:spcPts val="0"/>
              </a:spcBef>
              <a:spcAft>
                <a:spcPts val="0"/>
              </a:spcAft>
              <a:buSzPts val="2500"/>
              <a:buNone/>
              <a:defRPr sz="3333"/>
            </a:lvl6pPr>
            <a:lvl7pPr lvl="6" algn="ctr" rtl="0">
              <a:lnSpc>
                <a:spcPct val="100000"/>
              </a:lnSpc>
              <a:spcBef>
                <a:spcPts val="0"/>
              </a:spcBef>
              <a:spcAft>
                <a:spcPts val="0"/>
              </a:spcAft>
              <a:buSzPts val="2500"/>
              <a:buNone/>
              <a:defRPr sz="3333"/>
            </a:lvl7pPr>
            <a:lvl8pPr lvl="7" algn="ctr" rtl="0">
              <a:lnSpc>
                <a:spcPct val="100000"/>
              </a:lnSpc>
              <a:spcBef>
                <a:spcPts val="0"/>
              </a:spcBef>
              <a:spcAft>
                <a:spcPts val="0"/>
              </a:spcAft>
              <a:buSzPts val="2500"/>
              <a:buNone/>
              <a:defRPr sz="3333"/>
            </a:lvl8pPr>
            <a:lvl9pPr lvl="8" algn="ctr" rtl="0">
              <a:lnSpc>
                <a:spcPct val="100000"/>
              </a:lnSpc>
              <a:spcBef>
                <a:spcPts val="0"/>
              </a:spcBef>
              <a:spcAft>
                <a:spcPts val="0"/>
              </a:spcAft>
              <a:buSzPts val="2500"/>
              <a:buNone/>
              <a:defRPr sz="3333"/>
            </a:lvl9pPr>
          </a:lstStyle>
          <a:p>
            <a:r>
              <a:rPr lang="en-US"/>
              <a:t>Click to edit Master subtitle style</a:t>
            </a:r>
            <a:endParaRPr/>
          </a:p>
        </p:txBody>
      </p:sp>
      <p:sp>
        <p:nvSpPr>
          <p:cNvPr id="364" name="Google Shape;364;p14"/>
          <p:cNvSpPr/>
          <p:nvPr/>
        </p:nvSpPr>
        <p:spPr>
          <a:xfrm>
            <a:off x="6" y="6199134"/>
            <a:ext cx="4596332" cy="658877"/>
          </a:xfrm>
          <a:custGeom>
            <a:avLst/>
            <a:gdLst/>
            <a:ahLst/>
            <a:cxnLst/>
            <a:rect l="l" t="t" r="r" b="b"/>
            <a:pathLst>
              <a:path w="108149" h="15503" extrusionOk="0">
                <a:moveTo>
                  <a:pt x="0" y="0"/>
                </a:moveTo>
                <a:lnTo>
                  <a:pt x="0" y="15502"/>
                </a:lnTo>
                <a:lnTo>
                  <a:pt x="108148" y="15502"/>
                </a:lnTo>
                <a:cubicBezTo>
                  <a:pt x="108148" y="6931"/>
                  <a:pt x="101218" y="0"/>
                  <a:pt x="92646"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365" name="Google Shape;365;p14"/>
          <p:cNvGrpSpPr/>
          <p:nvPr/>
        </p:nvGrpSpPr>
        <p:grpSpPr>
          <a:xfrm>
            <a:off x="9446584" y="4338146"/>
            <a:ext cx="3588901" cy="3588841"/>
            <a:chOff x="5165750" y="-1146341"/>
            <a:chExt cx="2691676" cy="2691631"/>
          </a:xfrm>
        </p:grpSpPr>
        <p:sp>
          <p:nvSpPr>
            <p:cNvPr id="366" name="Google Shape;366;p14"/>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7" name="Google Shape;367;p14"/>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8" name="Google Shape;368;p14"/>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9" name="Google Shape;369;p14"/>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0" name="Google Shape;370;p14"/>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1" name="Google Shape;371;p14"/>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2" name="Google Shape;372;p14"/>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3" name="Google Shape;373;p14"/>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4" name="Google Shape;374;p14"/>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75" name="Google Shape;375;p14"/>
          <p:cNvGrpSpPr/>
          <p:nvPr/>
        </p:nvGrpSpPr>
        <p:grpSpPr>
          <a:xfrm>
            <a:off x="4235751" y="676009"/>
            <a:ext cx="3720500" cy="86633"/>
            <a:chOff x="5954300" y="4334988"/>
            <a:chExt cx="2790375" cy="64975"/>
          </a:xfrm>
        </p:grpSpPr>
        <p:sp>
          <p:nvSpPr>
            <p:cNvPr id="376" name="Google Shape;376;p14"/>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7" name="Google Shape;377;p14"/>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8" name="Google Shape;378;p14"/>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9" name="Google Shape;379;p14"/>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0" name="Google Shape;380;p14"/>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1" name="Google Shape;381;p14"/>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2" name="Google Shape;382;p14"/>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3" name="Google Shape;383;p14"/>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4" name="Google Shape;384;p14"/>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5" name="Google Shape;385;p14"/>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6" name="Google Shape;386;p14"/>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7" name="Google Shape;387;p14"/>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8" name="Google Shape;388;p14"/>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9" name="Google Shape;389;p14"/>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0" name="Google Shape;390;p14"/>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1" name="Google Shape;391;p14"/>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2" name="Google Shape;392;p14"/>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3" name="Google Shape;393;p14"/>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4" name="Google Shape;394;p14"/>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5" name="Google Shape;395;p14"/>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343449250"/>
      </p:ext>
    </p:extLst>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396"/>
        <p:cNvGrpSpPr/>
        <p:nvPr/>
      </p:nvGrpSpPr>
      <p:grpSpPr>
        <a:xfrm>
          <a:off x="0" y="0"/>
          <a:ext cx="0" cy="0"/>
          <a:chOff x="0" y="0"/>
          <a:chExt cx="0" cy="0"/>
        </a:xfrm>
      </p:grpSpPr>
      <p:sp>
        <p:nvSpPr>
          <p:cNvPr id="397" name="Google Shape;397;p15"/>
          <p:cNvSpPr txBox="1">
            <a:spLocks noGrp="1"/>
          </p:cNvSpPr>
          <p:nvPr>
            <p:ph type="subTitle" idx="1"/>
          </p:nvPr>
        </p:nvSpPr>
        <p:spPr>
          <a:xfrm>
            <a:off x="1162800" y="3721167"/>
            <a:ext cx="5812800" cy="9472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398" name="Google Shape;398;p15"/>
          <p:cNvSpPr txBox="1">
            <a:spLocks noGrp="1"/>
          </p:cNvSpPr>
          <p:nvPr>
            <p:ph type="title"/>
          </p:nvPr>
        </p:nvSpPr>
        <p:spPr>
          <a:xfrm>
            <a:off x="1162800" y="1827167"/>
            <a:ext cx="5812800" cy="1995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12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399" name="Google Shape;399;p15"/>
          <p:cNvGrpSpPr/>
          <p:nvPr/>
        </p:nvGrpSpPr>
        <p:grpSpPr>
          <a:xfrm>
            <a:off x="1162801" y="5989711"/>
            <a:ext cx="1801500" cy="309759"/>
            <a:chOff x="5486725" y="543869"/>
            <a:chExt cx="1351125" cy="232319"/>
          </a:xfrm>
        </p:grpSpPr>
        <p:sp>
          <p:nvSpPr>
            <p:cNvPr id="400" name="Google Shape;400;p15"/>
            <p:cNvSpPr/>
            <p:nvPr/>
          </p:nvSpPr>
          <p:spPr>
            <a:xfrm>
              <a:off x="6637975" y="7112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1" name="Google Shape;401;p15"/>
            <p:cNvSpPr/>
            <p:nvPr/>
          </p:nvSpPr>
          <p:spPr>
            <a:xfrm>
              <a:off x="5918350" y="71993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2" name="Google Shape;402;p15"/>
            <p:cNvSpPr/>
            <p:nvPr/>
          </p:nvSpPr>
          <p:spPr>
            <a:xfrm>
              <a:off x="5918350" y="543869"/>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3" name="Google Shape;403;p15"/>
            <p:cNvSpPr/>
            <p:nvPr/>
          </p:nvSpPr>
          <p:spPr>
            <a:xfrm>
              <a:off x="6637975" y="543869"/>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4" name="Google Shape;404;p15"/>
            <p:cNvSpPr/>
            <p:nvPr/>
          </p:nvSpPr>
          <p:spPr>
            <a:xfrm>
              <a:off x="6494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5" name="Google Shape;405;p15"/>
            <p:cNvSpPr/>
            <p:nvPr/>
          </p:nvSpPr>
          <p:spPr>
            <a:xfrm>
              <a:off x="5774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6" name="Google Shape;406;p15"/>
            <p:cNvSpPr/>
            <p:nvPr/>
          </p:nvSpPr>
          <p:spPr>
            <a:xfrm>
              <a:off x="5774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7" name="Google Shape;407;p15"/>
            <p:cNvSpPr/>
            <p:nvPr/>
          </p:nvSpPr>
          <p:spPr>
            <a:xfrm>
              <a:off x="6494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8" name="Google Shape;408;p15"/>
            <p:cNvSpPr/>
            <p:nvPr/>
          </p:nvSpPr>
          <p:spPr>
            <a:xfrm>
              <a:off x="6782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9" name="Google Shape;409;p15"/>
            <p:cNvSpPr/>
            <p:nvPr/>
          </p:nvSpPr>
          <p:spPr>
            <a:xfrm>
              <a:off x="6062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0" name="Google Shape;410;p15"/>
            <p:cNvSpPr/>
            <p:nvPr/>
          </p:nvSpPr>
          <p:spPr>
            <a:xfrm>
              <a:off x="6062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1" name="Google Shape;411;p15"/>
            <p:cNvSpPr/>
            <p:nvPr/>
          </p:nvSpPr>
          <p:spPr>
            <a:xfrm>
              <a:off x="6782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2" name="Google Shape;412;p15"/>
            <p:cNvSpPr/>
            <p:nvPr/>
          </p:nvSpPr>
          <p:spPr>
            <a:xfrm>
              <a:off x="6349975" y="7112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3" name="Google Shape;413;p15"/>
            <p:cNvSpPr/>
            <p:nvPr/>
          </p:nvSpPr>
          <p:spPr>
            <a:xfrm>
              <a:off x="5630350" y="71993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4" name="Google Shape;414;p15"/>
            <p:cNvSpPr/>
            <p:nvPr/>
          </p:nvSpPr>
          <p:spPr>
            <a:xfrm>
              <a:off x="5630350" y="543869"/>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5" name="Google Shape;415;p15"/>
            <p:cNvSpPr/>
            <p:nvPr/>
          </p:nvSpPr>
          <p:spPr>
            <a:xfrm>
              <a:off x="6349975" y="543869"/>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6" name="Google Shape;416;p15"/>
            <p:cNvSpPr/>
            <p:nvPr/>
          </p:nvSpPr>
          <p:spPr>
            <a:xfrm>
              <a:off x="6206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7" name="Google Shape;417;p15"/>
            <p:cNvSpPr/>
            <p:nvPr/>
          </p:nvSpPr>
          <p:spPr>
            <a:xfrm>
              <a:off x="5486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8" name="Google Shape;418;p15"/>
            <p:cNvSpPr/>
            <p:nvPr/>
          </p:nvSpPr>
          <p:spPr>
            <a:xfrm>
              <a:off x="5486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9" name="Google Shape;419;p15"/>
            <p:cNvSpPr/>
            <p:nvPr/>
          </p:nvSpPr>
          <p:spPr>
            <a:xfrm>
              <a:off x="6206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682279090"/>
      </p:ext>
    </p:extLst>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420"/>
        <p:cNvGrpSpPr/>
        <p:nvPr/>
      </p:nvGrpSpPr>
      <p:grpSpPr>
        <a:xfrm>
          <a:off x="0" y="0"/>
          <a:ext cx="0" cy="0"/>
          <a:chOff x="0" y="0"/>
          <a:chExt cx="0" cy="0"/>
        </a:xfrm>
      </p:grpSpPr>
      <p:grpSp>
        <p:nvGrpSpPr>
          <p:cNvPr id="421" name="Google Shape;421;p16"/>
          <p:cNvGrpSpPr/>
          <p:nvPr/>
        </p:nvGrpSpPr>
        <p:grpSpPr>
          <a:xfrm>
            <a:off x="-425402" y="-426944"/>
            <a:ext cx="2139225" cy="2139147"/>
            <a:chOff x="-74975" y="157600"/>
            <a:chExt cx="1604419" cy="1604360"/>
          </a:xfrm>
        </p:grpSpPr>
        <p:sp>
          <p:nvSpPr>
            <p:cNvPr id="422" name="Google Shape;422;p16"/>
            <p:cNvSpPr/>
            <p:nvPr/>
          </p:nvSpPr>
          <p:spPr>
            <a:xfrm>
              <a:off x="399627" y="632159"/>
              <a:ext cx="1129817" cy="1129801"/>
            </a:xfrm>
            <a:custGeom>
              <a:avLst/>
              <a:gdLst/>
              <a:ahLst/>
              <a:cxnLst/>
              <a:rect l="l" t="t" r="r" b="b"/>
              <a:pathLst>
                <a:path w="70306" h="70305" extrusionOk="0">
                  <a:moveTo>
                    <a:pt x="0" y="0"/>
                  </a:moveTo>
                  <a:lnTo>
                    <a:pt x="0" y="70305"/>
                  </a:lnTo>
                  <a:lnTo>
                    <a:pt x="70305"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3" name="Google Shape;423;p16"/>
            <p:cNvSpPr/>
            <p:nvPr/>
          </p:nvSpPr>
          <p:spPr>
            <a:xfrm>
              <a:off x="238125" y="470675"/>
              <a:ext cx="824500" cy="824500"/>
            </a:xfrm>
            <a:custGeom>
              <a:avLst/>
              <a:gdLst/>
              <a:ahLst/>
              <a:cxnLst/>
              <a:rect l="l" t="t" r="r" b="b"/>
              <a:pathLst>
                <a:path w="32980" h="32980" extrusionOk="0">
                  <a:moveTo>
                    <a:pt x="0" y="0"/>
                  </a:moveTo>
                  <a:lnTo>
                    <a:pt x="0" y="32979"/>
                  </a:lnTo>
                  <a:lnTo>
                    <a:pt x="32979" y="0"/>
                  </a:lnTo>
                  <a:close/>
                </a:path>
              </a:pathLst>
            </a:custGeom>
            <a:solidFill>
              <a:srgbClr val="368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4" name="Google Shape;424;p16"/>
            <p:cNvSpPr/>
            <p:nvPr/>
          </p:nvSpPr>
          <p:spPr>
            <a:xfrm>
              <a:off x="213025" y="44557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5" name="Google Shape;425;p16"/>
            <p:cNvSpPr/>
            <p:nvPr/>
          </p:nvSpPr>
          <p:spPr>
            <a:xfrm>
              <a:off x="155275" y="38782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6" name="Google Shape;426;p16"/>
            <p:cNvSpPr/>
            <p:nvPr/>
          </p:nvSpPr>
          <p:spPr>
            <a:xfrm>
              <a:off x="98300" y="330850"/>
              <a:ext cx="757625" cy="757625"/>
            </a:xfrm>
            <a:custGeom>
              <a:avLst/>
              <a:gdLst/>
              <a:ahLst/>
              <a:cxnLst/>
              <a:rect l="l" t="t" r="r" b="b"/>
              <a:pathLst>
                <a:path w="30305" h="30305" fill="none" extrusionOk="0">
                  <a:moveTo>
                    <a:pt x="0" y="30305"/>
                  </a:moveTo>
                  <a:lnTo>
                    <a:pt x="3030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7" name="Google Shape;427;p16"/>
            <p:cNvSpPr/>
            <p:nvPr/>
          </p:nvSpPr>
          <p:spPr>
            <a:xfrm>
              <a:off x="40550" y="273100"/>
              <a:ext cx="758400" cy="758375"/>
            </a:xfrm>
            <a:custGeom>
              <a:avLst/>
              <a:gdLst/>
              <a:ahLst/>
              <a:cxnLst/>
              <a:rect l="l" t="t" r="r" b="b"/>
              <a:pathLst>
                <a:path w="30336"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8" name="Google Shape;428;p16"/>
            <p:cNvSpPr/>
            <p:nvPr/>
          </p:nvSpPr>
          <p:spPr>
            <a:xfrm>
              <a:off x="-17200" y="215350"/>
              <a:ext cx="758375" cy="758375"/>
            </a:xfrm>
            <a:custGeom>
              <a:avLst/>
              <a:gdLst/>
              <a:ahLst/>
              <a:cxnLst/>
              <a:rect l="l" t="t" r="r" b="b"/>
              <a:pathLst>
                <a:path w="30335"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9" name="Google Shape;429;p16"/>
            <p:cNvSpPr/>
            <p:nvPr/>
          </p:nvSpPr>
          <p:spPr>
            <a:xfrm>
              <a:off x="-74975" y="157600"/>
              <a:ext cx="758400" cy="758375"/>
            </a:xfrm>
            <a:custGeom>
              <a:avLst/>
              <a:gdLst/>
              <a:ahLst/>
              <a:cxnLst/>
              <a:rect l="l" t="t" r="r" b="b"/>
              <a:pathLst>
                <a:path w="30336" h="30335" fill="none" extrusionOk="0">
                  <a:moveTo>
                    <a:pt x="1" y="30335"/>
                  </a:moveTo>
                  <a:lnTo>
                    <a:pt x="30336"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0" name="Google Shape;430;p16"/>
            <p:cNvSpPr/>
            <p:nvPr/>
          </p:nvSpPr>
          <p:spPr>
            <a:xfrm>
              <a:off x="238125" y="470675"/>
              <a:ext cx="824500" cy="824500"/>
            </a:xfrm>
            <a:custGeom>
              <a:avLst/>
              <a:gdLst/>
              <a:ahLst/>
              <a:cxnLst/>
              <a:rect l="l" t="t" r="r" b="b"/>
              <a:pathLst>
                <a:path w="32980" h="32980" fill="none" extrusionOk="0">
                  <a:moveTo>
                    <a:pt x="0" y="0"/>
                  </a:moveTo>
                  <a:lnTo>
                    <a:pt x="0" y="32979"/>
                  </a:lnTo>
                  <a:lnTo>
                    <a:pt x="32979" y="0"/>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31" name="Google Shape;431;p16"/>
          <p:cNvGrpSpPr/>
          <p:nvPr/>
        </p:nvGrpSpPr>
        <p:grpSpPr>
          <a:xfrm>
            <a:off x="11241032" y="-437300"/>
            <a:ext cx="2313272" cy="2313272"/>
            <a:chOff x="6340050" y="754850"/>
            <a:chExt cx="1595800" cy="1595800"/>
          </a:xfrm>
        </p:grpSpPr>
        <p:sp>
          <p:nvSpPr>
            <p:cNvPr id="432" name="Google Shape;432;p16"/>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3" name="Google Shape;433;p16"/>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4" name="Google Shape;434;p16"/>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35" name="Google Shape;435;p16"/>
          <p:cNvGrpSpPr/>
          <p:nvPr/>
        </p:nvGrpSpPr>
        <p:grpSpPr>
          <a:xfrm>
            <a:off x="7032462" y="6132566"/>
            <a:ext cx="1801500" cy="309759"/>
            <a:chOff x="5486725" y="543869"/>
            <a:chExt cx="1351125" cy="232319"/>
          </a:xfrm>
        </p:grpSpPr>
        <p:sp>
          <p:nvSpPr>
            <p:cNvPr id="436" name="Google Shape;436;p16"/>
            <p:cNvSpPr/>
            <p:nvPr/>
          </p:nvSpPr>
          <p:spPr>
            <a:xfrm>
              <a:off x="6637975" y="7112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7" name="Google Shape;437;p16"/>
            <p:cNvSpPr/>
            <p:nvPr/>
          </p:nvSpPr>
          <p:spPr>
            <a:xfrm>
              <a:off x="5918350" y="71993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8" name="Google Shape;438;p16"/>
            <p:cNvSpPr/>
            <p:nvPr/>
          </p:nvSpPr>
          <p:spPr>
            <a:xfrm>
              <a:off x="5918350" y="543869"/>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9" name="Google Shape;439;p16"/>
            <p:cNvSpPr/>
            <p:nvPr/>
          </p:nvSpPr>
          <p:spPr>
            <a:xfrm>
              <a:off x="6637975" y="543869"/>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0" name="Google Shape;440;p16"/>
            <p:cNvSpPr/>
            <p:nvPr/>
          </p:nvSpPr>
          <p:spPr>
            <a:xfrm>
              <a:off x="6494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1" name="Google Shape;441;p16"/>
            <p:cNvSpPr/>
            <p:nvPr/>
          </p:nvSpPr>
          <p:spPr>
            <a:xfrm>
              <a:off x="5774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2" name="Google Shape;442;p16"/>
            <p:cNvSpPr/>
            <p:nvPr/>
          </p:nvSpPr>
          <p:spPr>
            <a:xfrm>
              <a:off x="5774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3" name="Google Shape;443;p16"/>
            <p:cNvSpPr/>
            <p:nvPr/>
          </p:nvSpPr>
          <p:spPr>
            <a:xfrm>
              <a:off x="6494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4" name="Google Shape;444;p16"/>
            <p:cNvSpPr/>
            <p:nvPr/>
          </p:nvSpPr>
          <p:spPr>
            <a:xfrm>
              <a:off x="6782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5" name="Google Shape;445;p16"/>
            <p:cNvSpPr/>
            <p:nvPr/>
          </p:nvSpPr>
          <p:spPr>
            <a:xfrm>
              <a:off x="6062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6" name="Google Shape;446;p16"/>
            <p:cNvSpPr/>
            <p:nvPr/>
          </p:nvSpPr>
          <p:spPr>
            <a:xfrm>
              <a:off x="6062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7" name="Google Shape;447;p16"/>
            <p:cNvSpPr/>
            <p:nvPr/>
          </p:nvSpPr>
          <p:spPr>
            <a:xfrm>
              <a:off x="6782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8" name="Google Shape;448;p16"/>
            <p:cNvSpPr/>
            <p:nvPr/>
          </p:nvSpPr>
          <p:spPr>
            <a:xfrm>
              <a:off x="6349975" y="7112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9" name="Google Shape;449;p16"/>
            <p:cNvSpPr/>
            <p:nvPr/>
          </p:nvSpPr>
          <p:spPr>
            <a:xfrm>
              <a:off x="5630350" y="71993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0" name="Google Shape;450;p16"/>
            <p:cNvSpPr/>
            <p:nvPr/>
          </p:nvSpPr>
          <p:spPr>
            <a:xfrm>
              <a:off x="5630350" y="543869"/>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1" name="Google Shape;451;p16"/>
            <p:cNvSpPr/>
            <p:nvPr/>
          </p:nvSpPr>
          <p:spPr>
            <a:xfrm>
              <a:off x="6349975" y="543869"/>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2" name="Google Shape;452;p16"/>
            <p:cNvSpPr/>
            <p:nvPr/>
          </p:nvSpPr>
          <p:spPr>
            <a:xfrm>
              <a:off x="6206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3" name="Google Shape;453;p16"/>
            <p:cNvSpPr/>
            <p:nvPr/>
          </p:nvSpPr>
          <p:spPr>
            <a:xfrm>
              <a:off x="5486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4" name="Google Shape;454;p16"/>
            <p:cNvSpPr/>
            <p:nvPr/>
          </p:nvSpPr>
          <p:spPr>
            <a:xfrm>
              <a:off x="5486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5" name="Google Shape;455;p16"/>
            <p:cNvSpPr/>
            <p:nvPr/>
          </p:nvSpPr>
          <p:spPr>
            <a:xfrm>
              <a:off x="6206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56" name="Google Shape;456;p16"/>
          <p:cNvSpPr txBox="1">
            <a:spLocks noGrp="1"/>
          </p:cNvSpPr>
          <p:nvPr>
            <p:ph type="subTitle" idx="1"/>
          </p:nvPr>
        </p:nvSpPr>
        <p:spPr>
          <a:xfrm>
            <a:off x="6933567" y="3989984"/>
            <a:ext cx="3915600" cy="1529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7" name="Google Shape;457;p16"/>
          <p:cNvSpPr txBox="1">
            <a:spLocks noGrp="1"/>
          </p:cNvSpPr>
          <p:nvPr>
            <p:ph type="title"/>
          </p:nvPr>
        </p:nvSpPr>
        <p:spPr>
          <a:xfrm>
            <a:off x="6933567" y="1338417"/>
            <a:ext cx="3915600" cy="26516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458" name="Google Shape;458;p16"/>
          <p:cNvSpPr>
            <a:spLocks noGrp="1"/>
          </p:cNvSpPr>
          <p:nvPr>
            <p:ph type="pic" idx="2"/>
          </p:nvPr>
        </p:nvSpPr>
        <p:spPr>
          <a:xfrm>
            <a:off x="950967" y="894200"/>
            <a:ext cx="4816000" cy="5069600"/>
          </a:xfrm>
          <a:prstGeom prst="rect">
            <a:avLst/>
          </a:prstGeom>
          <a:noFill/>
          <a:ln w="9525" cap="flat" cmpd="sng">
            <a:solidFill>
              <a:schemeClr val="dk1"/>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93374341"/>
      </p:ext>
    </p:extLst>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459"/>
        <p:cNvGrpSpPr/>
        <p:nvPr/>
      </p:nvGrpSpPr>
      <p:grpSpPr>
        <a:xfrm>
          <a:off x="0" y="0"/>
          <a:ext cx="0" cy="0"/>
          <a:chOff x="0" y="0"/>
          <a:chExt cx="0" cy="0"/>
        </a:xfrm>
      </p:grpSpPr>
      <p:sp>
        <p:nvSpPr>
          <p:cNvPr id="460" name="Google Shape;460;p17"/>
          <p:cNvSpPr txBox="1">
            <a:spLocks noGrp="1"/>
          </p:cNvSpPr>
          <p:nvPr>
            <p:ph type="subTitle" idx="1"/>
          </p:nvPr>
        </p:nvSpPr>
        <p:spPr>
          <a:xfrm>
            <a:off x="1529325" y="3378816"/>
            <a:ext cx="3860000" cy="1520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1" name="Google Shape;461;p17"/>
          <p:cNvSpPr txBox="1">
            <a:spLocks noGrp="1"/>
          </p:cNvSpPr>
          <p:nvPr>
            <p:ph type="title"/>
          </p:nvPr>
        </p:nvSpPr>
        <p:spPr>
          <a:xfrm>
            <a:off x="1529325" y="1958397"/>
            <a:ext cx="3860000" cy="142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462" name="Google Shape;462;p17"/>
          <p:cNvSpPr/>
          <p:nvPr/>
        </p:nvSpPr>
        <p:spPr>
          <a:xfrm>
            <a:off x="6" y="6199134"/>
            <a:ext cx="4596332" cy="658877"/>
          </a:xfrm>
          <a:custGeom>
            <a:avLst/>
            <a:gdLst/>
            <a:ahLst/>
            <a:cxnLst/>
            <a:rect l="l" t="t" r="r" b="b"/>
            <a:pathLst>
              <a:path w="108149" h="15503" extrusionOk="0">
                <a:moveTo>
                  <a:pt x="0" y="0"/>
                </a:moveTo>
                <a:lnTo>
                  <a:pt x="0" y="15502"/>
                </a:lnTo>
                <a:lnTo>
                  <a:pt x="108148" y="15502"/>
                </a:lnTo>
                <a:cubicBezTo>
                  <a:pt x="108148" y="6931"/>
                  <a:pt x="101218" y="0"/>
                  <a:pt x="92646"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463" name="Google Shape;463;p17"/>
          <p:cNvGrpSpPr/>
          <p:nvPr/>
        </p:nvGrpSpPr>
        <p:grpSpPr>
          <a:xfrm>
            <a:off x="11241000" y="542713"/>
            <a:ext cx="3588901" cy="3588841"/>
            <a:chOff x="5165750" y="-1146341"/>
            <a:chExt cx="2691676" cy="2691631"/>
          </a:xfrm>
        </p:grpSpPr>
        <p:sp>
          <p:nvSpPr>
            <p:cNvPr id="464" name="Google Shape;464;p17"/>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5" name="Google Shape;465;p17"/>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6" name="Google Shape;466;p17"/>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7" name="Google Shape;467;p17"/>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8" name="Google Shape;468;p17"/>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9" name="Google Shape;469;p17"/>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0" name="Google Shape;470;p17"/>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1" name="Google Shape;471;p17"/>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2" name="Google Shape;472;p17"/>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73" name="Google Shape;473;p17"/>
          <p:cNvGrpSpPr/>
          <p:nvPr/>
        </p:nvGrpSpPr>
        <p:grpSpPr>
          <a:xfrm>
            <a:off x="7520534" y="6438476"/>
            <a:ext cx="3720500" cy="86633"/>
            <a:chOff x="5954300" y="4334988"/>
            <a:chExt cx="2790375" cy="64975"/>
          </a:xfrm>
        </p:grpSpPr>
        <p:sp>
          <p:nvSpPr>
            <p:cNvPr id="474" name="Google Shape;474;p17"/>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5" name="Google Shape;475;p17"/>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6" name="Google Shape;476;p17"/>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7" name="Google Shape;477;p17"/>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8" name="Google Shape;478;p17"/>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9" name="Google Shape;479;p17"/>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0" name="Google Shape;480;p17"/>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1" name="Google Shape;481;p17"/>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2" name="Google Shape;482;p17"/>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3" name="Google Shape;483;p17"/>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4" name="Google Shape;484;p17"/>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5" name="Google Shape;485;p17"/>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6" name="Google Shape;486;p17"/>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7" name="Google Shape;487;p17"/>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8" name="Google Shape;488;p17"/>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9" name="Google Shape;489;p17"/>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0" name="Google Shape;490;p17"/>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1" name="Google Shape;491;p17"/>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2" name="Google Shape;492;p17"/>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3" name="Google Shape;493;p17"/>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94" name="Google Shape;494;p17"/>
          <p:cNvGrpSpPr/>
          <p:nvPr/>
        </p:nvGrpSpPr>
        <p:grpSpPr>
          <a:xfrm>
            <a:off x="-425402" y="-426944"/>
            <a:ext cx="2139225" cy="2139147"/>
            <a:chOff x="-74975" y="157600"/>
            <a:chExt cx="1604419" cy="1604360"/>
          </a:xfrm>
        </p:grpSpPr>
        <p:sp>
          <p:nvSpPr>
            <p:cNvPr id="495" name="Google Shape;495;p17"/>
            <p:cNvSpPr/>
            <p:nvPr/>
          </p:nvSpPr>
          <p:spPr>
            <a:xfrm>
              <a:off x="399627" y="632159"/>
              <a:ext cx="1129817" cy="1129801"/>
            </a:xfrm>
            <a:custGeom>
              <a:avLst/>
              <a:gdLst/>
              <a:ahLst/>
              <a:cxnLst/>
              <a:rect l="l" t="t" r="r" b="b"/>
              <a:pathLst>
                <a:path w="70306" h="70305" extrusionOk="0">
                  <a:moveTo>
                    <a:pt x="0" y="0"/>
                  </a:moveTo>
                  <a:lnTo>
                    <a:pt x="0" y="70305"/>
                  </a:lnTo>
                  <a:lnTo>
                    <a:pt x="70305"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6" name="Google Shape;496;p17"/>
            <p:cNvSpPr/>
            <p:nvPr/>
          </p:nvSpPr>
          <p:spPr>
            <a:xfrm>
              <a:off x="238125" y="470675"/>
              <a:ext cx="824500" cy="824500"/>
            </a:xfrm>
            <a:custGeom>
              <a:avLst/>
              <a:gdLst/>
              <a:ahLst/>
              <a:cxnLst/>
              <a:rect l="l" t="t" r="r" b="b"/>
              <a:pathLst>
                <a:path w="32980" h="32980" extrusionOk="0">
                  <a:moveTo>
                    <a:pt x="0" y="0"/>
                  </a:moveTo>
                  <a:lnTo>
                    <a:pt x="0" y="32979"/>
                  </a:lnTo>
                  <a:lnTo>
                    <a:pt x="32979" y="0"/>
                  </a:lnTo>
                  <a:close/>
                </a:path>
              </a:pathLst>
            </a:custGeom>
            <a:solidFill>
              <a:srgbClr val="368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7" name="Google Shape;497;p17"/>
            <p:cNvSpPr/>
            <p:nvPr/>
          </p:nvSpPr>
          <p:spPr>
            <a:xfrm>
              <a:off x="213025" y="44557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8" name="Google Shape;498;p17"/>
            <p:cNvSpPr/>
            <p:nvPr/>
          </p:nvSpPr>
          <p:spPr>
            <a:xfrm>
              <a:off x="155275" y="38782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9" name="Google Shape;499;p17"/>
            <p:cNvSpPr/>
            <p:nvPr/>
          </p:nvSpPr>
          <p:spPr>
            <a:xfrm>
              <a:off x="98300" y="330850"/>
              <a:ext cx="757625" cy="757625"/>
            </a:xfrm>
            <a:custGeom>
              <a:avLst/>
              <a:gdLst/>
              <a:ahLst/>
              <a:cxnLst/>
              <a:rect l="l" t="t" r="r" b="b"/>
              <a:pathLst>
                <a:path w="30305" h="30305" fill="none" extrusionOk="0">
                  <a:moveTo>
                    <a:pt x="0" y="30305"/>
                  </a:moveTo>
                  <a:lnTo>
                    <a:pt x="3030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0" name="Google Shape;500;p17"/>
            <p:cNvSpPr/>
            <p:nvPr/>
          </p:nvSpPr>
          <p:spPr>
            <a:xfrm>
              <a:off x="40550" y="273100"/>
              <a:ext cx="758400" cy="758375"/>
            </a:xfrm>
            <a:custGeom>
              <a:avLst/>
              <a:gdLst/>
              <a:ahLst/>
              <a:cxnLst/>
              <a:rect l="l" t="t" r="r" b="b"/>
              <a:pathLst>
                <a:path w="30336"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1" name="Google Shape;501;p17"/>
            <p:cNvSpPr/>
            <p:nvPr/>
          </p:nvSpPr>
          <p:spPr>
            <a:xfrm>
              <a:off x="-17200" y="215350"/>
              <a:ext cx="758375" cy="758375"/>
            </a:xfrm>
            <a:custGeom>
              <a:avLst/>
              <a:gdLst/>
              <a:ahLst/>
              <a:cxnLst/>
              <a:rect l="l" t="t" r="r" b="b"/>
              <a:pathLst>
                <a:path w="30335"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2" name="Google Shape;502;p17"/>
            <p:cNvSpPr/>
            <p:nvPr/>
          </p:nvSpPr>
          <p:spPr>
            <a:xfrm>
              <a:off x="-74975" y="157600"/>
              <a:ext cx="758400" cy="758375"/>
            </a:xfrm>
            <a:custGeom>
              <a:avLst/>
              <a:gdLst/>
              <a:ahLst/>
              <a:cxnLst/>
              <a:rect l="l" t="t" r="r" b="b"/>
              <a:pathLst>
                <a:path w="30336" h="30335" fill="none" extrusionOk="0">
                  <a:moveTo>
                    <a:pt x="1" y="30335"/>
                  </a:moveTo>
                  <a:lnTo>
                    <a:pt x="30336"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3" name="Google Shape;503;p17"/>
            <p:cNvSpPr/>
            <p:nvPr/>
          </p:nvSpPr>
          <p:spPr>
            <a:xfrm>
              <a:off x="238125" y="470675"/>
              <a:ext cx="824500" cy="824500"/>
            </a:xfrm>
            <a:custGeom>
              <a:avLst/>
              <a:gdLst/>
              <a:ahLst/>
              <a:cxnLst/>
              <a:rect l="l" t="t" r="r" b="b"/>
              <a:pathLst>
                <a:path w="32980" h="32980" fill="none" extrusionOk="0">
                  <a:moveTo>
                    <a:pt x="0" y="0"/>
                  </a:moveTo>
                  <a:lnTo>
                    <a:pt x="0" y="32979"/>
                  </a:lnTo>
                  <a:lnTo>
                    <a:pt x="32979" y="0"/>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441734472"/>
      </p:ext>
    </p:extLst>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504"/>
        <p:cNvGrpSpPr/>
        <p:nvPr/>
      </p:nvGrpSpPr>
      <p:grpSpPr>
        <a:xfrm>
          <a:off x="0" y="0"/>
          <a:ext cx="0" cy="0"/>
          <a:chOff x="0" y="0"/>
          <a:chExt cx="0" cy="0"/>
        </a:xfrm>
      </p:grpSpPr>
      <p:sp>
        <p:nvSpPr>
          <p:cNvPr id="505" name="Google Shape;505;p18"/>
          <p:cNvSpPr txBox="1">
            <a:spLocks noGrp="1"/>
          </p:cNvSpPr>
          <p:nvPr>
            <p:ph type="subTitle" idx="1"/>
          </p:nvPr>
        </p:nvSpPr>
        <p:spPr>
          <a:xfrm>
            <a:off x="6324359" y="3378816"/>
            <a:ext cx="3860000" cy="1520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sp>
        <p:nvSpPr>
          <p:cNvPr id="506" name="Google Shape;506;p18"/>
          <p:cNvSpPr txBox="1">
            <a:spLocks noGrp="1"/>
          </p:cNvSpPr>
          <p:nvPr>
            <p:ph type="title"/>
          </p:nvPr>
        </p:nvSpPr>
        <p:spPr>
          <a:xfrm>
            <a:off x="6324359" y="1958397"/>
            <a:ext cx="3860000" cy="14204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507" name="Google Shape;507;p18"/>
          <p:cNvGrpSpPr/>
          <p:nvPr/>
        </p:nvGrpSpPr>
        <p:grpSpPr>
          <a:xfrm flipH="1">
            <a:off x="3103006" y="6132567"/>
            <a:ext cx="5985967" cy="258367"/>
            <a:chOff x="1784500" y="1867350"/>
            <a:chExt cx="4489475" cy="193775"/>
          </a:xfrm>
        </p:grpSpPr>
        <p:sp>
          <p:nvSpPr>
            <p:cNvPr id="508" name="Google Shape;508;p18"/>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9" name="Google Shape;509;p18"/>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0" name="Google Shape;510;p18"/>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11" name="Google Shape;511;p18"/>
          <p:cNvGrpSpPr/>
          <p:nvPr/>
        </p:nvGrpSpPr>
        <p:grpSpPr>
          <a:xfrm rot="10800000" flipH="1">
            <a:off x="9841507" y="-670253"/>
            <a:ext cx="4509733" cy="2658600"/>
            <a:chOff x="1317925" y="2802775"/>
            <a:chExt cx="3382300" cy="1993950"/>
          </a:xfrm>
        </p:grpSpPr>
        <p:sp>
          <p:nvSpPr>
            <p:cNvPr id="512" name="Google Shape;512;p18"/>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3" name="Google Shape;513;p18"/>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4" name="Google Shape;514;p18"/>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5" name="Google Shape;515;p18"/>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6" name="Google Shape;516;p18"/>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7" name="Google Shape;517;p18"/>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8" name="Google Shape;518;p18"/>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9" name="Google Shape;519;p18"/>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0" name="Google Shape;520;p18"/>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1" name="Google Shape;521;p18"/>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2" name="Google Shape;522;p18"/>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3" name="Google Shape;523;p18"/>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24" name="Google Shape;524;p18"/>
          <p:cNvGrpSpPr/>
          <p:nvPr/>
        </p:nvGrpSpPr>
        <p:grpSpPr>
          <a:xfrm>
            <a:off x="-1362301" y="2272367"/>
            <a:ext cx="2313272" cy="2313272"/>
            <a:chOff x="6340050" y="754850"/>
            <a:chExt cx="1595800" cy="1595800"/>
          </a:xfrm>
        </p:grpSpPr>
        <p:sp>
          <p:nvSpPr>
            <p:cNvPr id="525" name="Google Shape;525;p18"/>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6" name="Google Shape;526;p18"/>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7" name="Google Shape;527;p18"/>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950033422"/>
      </p:ext>
    </p:extLst>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528"/>
        <p:cNvGrpSpPr/>
        <p:nvPr/>
      </p:nvGrpSpPr>
      <p:grpSpPr>
        <a:xfrm>
          <a:off x="0" y="0"/>
          <a:ext cx="0" cy="0"/>
          <a:chOff x="0" y="0"/>
          <a:chExt cx="0" cy="0"/>
        </a:xfrm>
      </p:grpSpPr>
      <p:sp>
        <p:nvSpPr>
          <p:cNvPr id="529" name="Google Shape;529;p19"/>
          <p:cNvSpPr/>
          <p:nvPr/>
        </p:nvSpPr>
        <p:spPr>
          <a:xfrm flipH="1">
            <a:off x="7619778" y="6199134"/>
            <a:ext cx="4596332" cy="658877"/>
          </a:xfrm>
          <a:custGeom>
            <a:avLst/>
            <a:gdLst/>
            <a:ahLst/>
            <a:cxnLst/>
            <a:rect l="l" t="t" r="r" b="b"/>
            <a:pathLst>
              <a:path w="108149" h="15503" extrusionOk="0">
                <a:moveTo>
                  <a:pt x="0" y="0"/>
                </a:moveTo>
                <a:lnTo>
                  <a:pt x="0" y="15502"/>
                </a:lnTo>
                <a:lnTo>
                  <a:pt x="108148" y="15502"/>
                </a:lnTo>
                <a:cubicBezTo>
                  <a:pt x="108148" y="6931"/>
                  <a:pt x="101218" y="0"/>
                  <a:pt x="92646"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530" name="Google Shape;530;p19"/>
          <p:cNvGrpSpPr/>
          <p:nvPr/>
        </p:nvGrpSpPr>
        <p:grpSpPr>
          <a:xfrm>
            <a:off x="-2637933" y="1634580"/>
            <a:ext cx="3588901" cy="3588841"/>
            <a:chOff x="5165750" y="-1146341"/>
            <a:chExt cx="2691676" cy="2691631"/>
          </a:xfrm>
        </p:grpSpPr>
        <p:sp>
          <p:nvSpPr>
            <p:cNvPr id="531" name="Google Shape;531;p19"/>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2" name="Google Shape;532;p19"/>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3" name="Google Shape;533;p19"/>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4" name="Google Shape;534;p19"/>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5" name="Google Shape;535;p19"/>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6" name="Google Shape;536;p19"/>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7" name="Google Shape;537;p19"/>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8" name="Google Shape;538;p19"/>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9" name="Google Shape;539;p19"/>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40" name="Google Shape;540;p19"/>
          <p:cNvGrpSpPr/>
          <p:nvPr/>
        </p:nvGrpSpPr>
        <p:grpSpPr>
          <a:xfrm>
            <a:off x="11241043" y="718773"/>
            <a:ext cx="3294900" cy="3663967"/>
            <a:chOff x="7398357" y="-662077"/>
            <a:chExt cx="2471175" cy="2747975"/>
          </a:xfrm>
        </p:grpSpPr>
        <p:sp>
          <p:nvSpPr>
            <p:cNvPr id="541" name="Google Shape;541;p19"/>
            <p:cNvSpPr/>
            <p:nvPr/>
          </p:nvSpPr>
          <p:spPr>
            <a:xfrm rot="-5400000">
              <a:off x="7370982" y="-634702"/>
              <a:ext cx="2525925" cy="2471175"/>
            </a:xfrm>
            <a:custGeom>
              <a:avLst/>
              <a:gdLst/>
              <a:ahLst/>
              <a:cxnLst/>
              <a:rect l="l" t="t" r="r" b="b"/>
              <a:pathLst>
                <a:path w="101037" h="98847" extrusionOk="0">
                  <a:moveTo>
                    <a:pt x="12296" y="1"/>
                  </a:moveTo>
                  <a:cubicBezTo>
                    <a:pt x="9431" y="1"/>
                    <a:pt x="6566" y="1095"/>
                    <a:pt x="4378" y="3283"/>
                  </a:cubicBezTo>
                  <a:cubicBezTo>
                    <a:pt x="1" y="7660"/>
                    <a:pt x="1" y="14773"/>
                    <a:pt x="4378" y="19150"/>
                  </a:cubicBezTo>
                  <a:lnTo>
                    <a:pt x="80823" y="95564"/>
                  </a:lnTo>
                  <a:cubicBezTo>
                    <a:pt x="83011" y="97753"/>
                    <a:pt x="85876" y="98847"/>
                    <a:pt x="88741" y="98847"/>
                  </a:cubicBezTo>
                  <a:cubicBezTo>
                    <a:pt x="91606" y="98847"/>
                    <a:pt x="94471" y="97753"/>
                    <a:pt x="96659" y="95564"/>
                  </a:cubicBezTo>
                  <a:cubicBezTo>
                    <a:pt x="101036" y="91187"/>
                    <a:pt x="101036" y="84105"/>
                    <a:pt x="96659" y="79728"/>
                  </a:cubicBezTo>
                  <a:lnTo>
                    <a:pt x="20214" y="3283"/>
                  </a:lnTo>
                  <a:cubicBezTo>
                    <a:pt x="18025" y="1095"/>
                    <a:pt x="15161" y="1"/>
                    <a:pt x="12296" y="1"/>
                  </a:cubicBezTo>
                  <a:close/>
                </a:path>
              </a:pathLst>
            </a:cu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2" name="Google Shape;542;p19"/>
            <p:cNvSpPr/>
            <p:nvPr/>
          </p:nvSpPr>
          <p:spPr>
            <a:xfrm rot="-5400000">
              <a:off x="7569882" y="-202877"/>
              <a:ext cx="1193050" cy="1192300"/>
            </a:xfrm>
            <a:custGeom>
              <a:avLst/>
              <a:gdLst/>
              <a:ahLst/>
              <a:cxnLst/>
              <a:rect l="l" t="t" r="r" b="b"/>
              <a:pathLst>
                <a:path w="47722" h="47692" fill="none" extrusionOk="0">
                  <a:moveTo>
                    <a:pt x="44591" y="44591"/>
                  </a:moveTo>
                  <a:lnTo>
                    <a:pt x="44591" y="44591"/>
                  </a:lnTo>
                  <a:cubicBezTo>
                    <a:pt x="47722" y="41491"/>
                    <a:pt x="47722" y="36445"/>
                    <a:pt x="44591" y="33345"/>
                  </a:cubicBezTo>
                  <a:lnTo>
                    <a:pt x="14348" y="3101"/>
                  </a:lnTo>
                  <a:cubicBezTo>
                    <a:pt x="11247" y="1"/>
                    <a:pt x="6201" y="1"/>
                    <a:pt x="3101" y="3101"/>
                  </a:cubicBezTo>
                  <a:lnTo>
                    <a:pt x="3101" y="3101"/>
                  </a:lnTo>
                  <a:cubicBezTo>
                    <a:pt x="1" y="6201"/>
                    <a:pt x="1" y="11217"/>
                    <a:pt x="3101" y="14347"/>
                  </a:cubicBezTo>
                  <a:lnTo>
                    <a:pt x="33375" y="44591"/>
                  </a:lnTo>
                  <a:cubicBezTo>
                    <a:pt x="36476" y="47691"/>
                    <a:pt x="41491" y="47691"/>
                    <a:pt x="44591" y="44591"/>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3" name="Google Shape;543;p19"/>
            <p:cNvSpPr/>
            <p:nvPr/>
          </p:nvSpPr>
          <p:spPr>
            <a:xfrm rot="-5400000">
              <a:off x="7937707" y="408023"/>
              <a:ext cx="1677875" cy="1677875"/>
            </a:xfrm>
            <a:custGeom>
              <a:avLst/>
              <a:gdLst/>
              <a:ahLst/>
              <a:cxnLst/>
              <a:rect l="l" t="t" r="r" b="b"/>
              <a:pathLst>
                <a:path w="67115" h="67115" fill="none" extrusionOk="0">
                  <a:moveTo>
                    <a:pt x="64318" y="64287"/>
                  </a:moveTo>
                  <a:lnTo>
                    <a:pt x="64318" y="64287"/>
                  </a:lnTo>
                  <a:cubicBezTo>
                    <a:pt x="67114" y="61491"/>
                    <a:pt x="67114" y="56962"/>
                    <a:pt x="64318" y="54166"/>
                  </a:cubicBezTo>
                  <a:lnTo>
                    <a:pt x="12949" y="2797"/>
                  </a:lnTo>
                  <a:cubicBezTo>
                    <a:pt x="10153" y="1"/>
                    <a:pt x="5624" y="1"/>
                    <a:pt x="2797" y="2797"/>
                  </a:cubicBezTo>
                  <a:lnTo>
                    <a:pt x="2797" y="2797"/>
                  </a:lnTo>
                  <a:cubicBezTo>
                    <a:pt x="1" y="5593"/>
                    <a:pt x="1" y="10122"/>
                    <a:pt x="2797" y="12919"/>
                  </a:cubicBezTo>
                  <a:lnTo>
                    <a:pt x="54166" y="64287"/>
                  </a:lnTo>
                  <a:cubicBezTo>
                    <a:pt x="56993" y="67114"/>
                    <a:pt x="61522" y="67114"/>
                    <a:pt x="64318" y="64287"/>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4" name="Google Shape;544;p19"/>
            <p:cNvSpPr/>
            <p:nvPr/>
          </p:nvSpPr>
          <p:spPr>
            <a:xfrm rot="-5400000">
              <a:off x="8047894" y="289485"/>
              <a:ext cx="1309325" cy="1274350"/>
            </a:xfrm>
            <a:custGeom>
              <a:avLst/>
              <a:gdLst/>
              <a:ahLst/>
              <a:cxnLst/>
              <a:rect l="l" t="t" r="r" b="b"/>
              <a:pathLst>
                <a:path w="52373" h="50974" extrusionOk="0">
                  <a:moveTo>
                    <a:pt x="7884" y="0"/>
                  </a:moveTo>
                  <a:cubicBezTo>
                    <a:pt x="6049" y="0"/>
                    <a:pt x="4210" y="699"/>
                    <a:pt x="2797" y="2097"/>
                  </a:cubicBezTo>
                  <a:cubicBezTo>
                    <a:pt x="0" y="4894"/>
                    <a:pt x="0" y="9453"/>
                    <a:pt x="2797" y="12250"/>
                  </a:cubicBezTo>
                  <a:lnTo>
                    <a:pt x="39424" y="48876"/>
                  </a:lnTo>
                  <a:cubicBezTo>
                    <a:pt x="40822" y="50274"/>
                    <a:pt x="42661" y="50973"/>
                    <a:pt x="44500" y="50973"/>
                  </a:cubicBezTo>
                  <a:cubicBezTo>
                    <a:pt x="46339" y="50973"/>
                    <a:pt x="48178" y="50274"/>
                    <a:pt x="49576" y="48876"/>
                  </a:cubicBezTo>
                  <a:cubicBezTo>
                    <a:pt x="52372" y="46049"/>
                    <a:pt x="52372" y="41520"/>
                    <a:pt x="49576" y="38724"/>
                  </a:cubicBezTo>
                  <a:lnTo>
                    <a:pt x="12949" y="2097"/>
                  </a:lnTo>
                  <a:cubicBezTo>
                    <a:pt x="11551" y="699"/>
                    <a:pt x="9719" y="0"/>
                    <a:pt x="7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5" name="Google Shape;545;p19"/>
            <p:cNvSpPr/>
            <p:nvPr/>
          </p:nvSpPr>
          <p:spPr>
            <a:xfrm rot="-5400000">
              <a:off x="7513119" y="-490540"/>
              <a:ext cx="1827575" cy="1809500"/>
            </a:xfrm>
            <a:custGeom>
              <a:avLst/>
              <a:gdLst/>
              <a:ahLst/>
              <a:cxnLst/>
              <a:rect l="l" t="t" r="r" b="b"/>
              <a:pathLst>
                <a:path w="73103" h="72380" extrusionOk="0">
                  <a:moveTo>
                    <a:pt x="4089" y="0"/>
                  </a:moveTo>
                  <a:cubicBezTo>
                    <a:pt x="3139" y="0"/>
                    <a:pt x="2189" y="358"/>
                    <a:pt x="1460" y="1072"/>
                  </a:cubicBezTo>
                  <a:cubicBezTo>
                    <a:pt x="1" y="2531"/>
                    <a:pt x="1" y="4871"/>
                    <a:pt x="1460" y="6330"/>
                  </a:cubicBezTo>
                  <a:lnTo>
                    <a:pt x="66415" y="71286"/>
                  </a:lnTo>
                  <a:cubicBezTo>
                    <a:pt x="67130" y="72015"/>
                    <a:pt x="68080" y="72380"/>
                    <a:pt x="69033" y="72380"/>
                  </a:cubicBezTo>
                  <a:cubicBezTo>
                    <a:pt x="69987" y="72380"/>
                    <a:pt x="70944" y="72015"/>
                    <a:pt x="71674" y="71286"/>
                  </a:cubicBezTo>
                  <a:cubicBezTo>
                    <a:pt x="73103" y="69827"/>
                    <a:pt x="73103" y="67486"/>
                    <a:pt x="71674" y="66027"/>
                  </a:cubicBezTo>
                  <a:lnTo>
                    <a:pt x="6718" y="1072"/>
                  </a:lnTo>
                  <a:cubicBezTo>
                    <a:pt x="5989" y="358"/>
                    <a:pt x="5039" y="0"/>
                    <a:pt x="40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546" name="Google Shape;546;p19"/>
          <p:cNvSpPr txBox="1">
            <a:spLocks noGrp="1"/>
          </p:cNvSpPr>
          <p:nvPr>
            <p:ph type="subTitle" idx="1"/>
          </p:nvPr>
        </p:nvSpPr>
        <p:spPr>
          <a:xfrm>
            <a:off x="1987133" y="3294589"/>
            <a:ext cx="3509600" cy="67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547" name="Google Shape;547;p19"/>
          <p:cNvSpPr txBox="1">
            <a:spLocks noGrp="1"/>
          </p:cNvSpPr>
          <p:nvPr>
            <p:ph type="subTitle" idx="2"/>
          </p:nvPr>
        </p:nvSpPr>
        <p:spPr>
          <a:xfrm>
            <a:off x="6695333" y="3294589"/>
            <a:ext cx="3509600" cy="679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548" name="Google Shape;548;p19"/>
          <p:cNvSpPr txBox="1">
            <a:spLocks noGrp="1"/>
          </p:cNvSpPr>
          <p:nvPr>
            <p:ph type="subTitle" idx="3"/>
          </p:nvPr>
        </p:nvSpPr>
        <p:spPr>
          <a:xfrm>
            <a:off x="1987133" y="3788549"/>
            <a:ext cx="3509600" cy="1518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49" name="Google Shape;549;p19"/>
          <p:cNvSpPr txBox="1">
            <a:spLocks noGrp="1"/>
          </p:cNvSpPr>
          <p:nvPr>
            <p:ph type="subTitle" idx="4"/>
          </p:nvPr>
        </p:nvSpPr>
        <p:spPr>
          <a:xfrm>
            <a:off x="6695335" y="3788549"/>
            <a:ext cx="3509600" cy="1518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50" name="Google Shape;550;p19"/>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314227416"/>
      </p:ext>
    </p:extLst>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551"/>
        <p:cNvGrpSpPr/>
        <p:nvPr/>
      </p:nvGrpSpPr>
      <p:grpSpPr>
        <a:xfrm>
          <a:off x="0" y="0"/>
          <a:ext cx="0" cy="0"/>
          <a:chOff x="0" y="0"/>
          <a:chExt cx="0" cy="0"/>
        </a:xfrm>
      </p:grpSpPr>
      <p:sp>
        <p:nvSpPr>
          <p:cNvPr id="552" name="Google Shape;552;p20"/>
          <p:cNvSpPr txBox="1">
            <a:spLocks noGrp="1"/>
          </p:cNvSpPr>
          <p:nvPr>
            <p:ph type="subTitle" idx="1"/>
          </p:nvPr>
        </p:nvSpPr>
        <p:spPr>
          <a:xfrm>
            <a:off x="2183300" y="4769933"/>
            <a:ext cx="3467200" cy="611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553" name="Google Shape;553;p20"/>
          <p:cNvSpPr txBox="1">
            <a:spLocks noGrp="1"/>
          </p:cNvSpPr>
          <p:nvPr>
            <p:ph type="subTitle" idx="2"/>
          </p:nvPr>
        </p:nvSpPr>
        <p:spPr>
          <a:xfrm>
            <a:off x="6541508" y="4769933"/>
            <a:ext cx="3467200" cy="611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554" name="Google Shape;554;p20"/>
          <p:cNvSpPr txBox="1">
            <a:spLocks noGrp="1"/>
          </p:cNvSpPr>
          <p:nvPr>
            <p:ph type="subTitle" idx="3"/>
          </p:nvPr>
        </p:nvSpPr>
        <p:spPr>
          <a:xfrm>
            <a:off x="2183284" y="5207239"/>
            <a:ext cx="346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55" name="Google Shape;555;p20"/>
          <p:cNvSpPr txBox="1">
            <a:spLocks noGrp="1"/>
          </p:cNvSpPr>
          <p:nvPr>
            <p:ph type="subTitle" idx="4"/>
          </p:nvPr>
        </p:nvSpPr>
        <p:spPr>
          <a:xfrm>
            <a:off x="6541500" y="5207239"/>
            <a:ext cx="3467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56" name="Google Shape;556;p20"/>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557" name="Google Shape;557;p20"/>
          <p:cNvGrpSpPr/>
          <p:nvPr/>
        </p:nvGrpSpPr>
        <p:grpSpPr>
          <a:xfrm>
            <a:off x="-2637933" y="1634580"/>
            <a:ext cx="3588901" cy="3588841"/>
            <a:chOff x="5165750" y="-1146341"/>
            <a:chExt cx="2691676" cy="2691631"/>
          </a:xfrm>
        </p:grpSpPr>
        <p:sp>
          <p:nvSpPr>
            <p:cNvPr id="558" name="Google Shape;558;p20"/>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9" name="Google Shape;559;p20"/>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0" name="Google Shape;560;p20"/>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1" name="Google Shape;561;p20"/>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2" name="Google Shape;562;p20"/>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3" name="Google Shape;563;p20"/>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4" name="Google Shape;564;p20"/>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5" name="Google Shape;565;p20"/>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6" name="Google Shape;566;p20"/>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567" name="Google Shape;567;p20"/>
          <p:cNvSpPr/>
          <p:nvPr/>
        </p:nvSpPr>
        <p:spPr>
          <a:xfrm rot="10800000">
            <a:off x="7619778" y="0"/>
            <a:ext cx="4596332" cy="658877"/>
          </a:xfrm>
          <a:custGeom>
            <a:avLst/>
            <a:gdLst/>
            <a:ahLst/>
            <a:cxnLst/>
            <a:rect l="l" t="t" r="r" b="b"/>
            <a:pathLst>
              <a:path w="108149" h="15503" extrusionOk="0">
                <a:moveTo>
                  <a:pt x="0" y="0"/>
                </a:moveTo>
                <a:lnTo>
                  <a:pt x="0" y="15502"/>
                </a:lnTo>
                <a:lnTo>
                  <a:pt x="108148" y="15502"/>
                </a:lnTo>
                <a:cubicBezTo>
                  <a:pt x="108148" y="6931"/>
                  <a:pt x="101218" y="0"/>
                  <a:pt x="92646"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568" name="Google Shape;568;p20"/>
          <p:cNvGrpSpPr/>
          <p:nvPr/>
        </p:nvGrpSpPr>
        <p:grpSpPr>
          <a:xfrm>
            <a:off x="7520534" y="6438476"/>
            <a:ext cx="3720500" cy="86633"/>
            <a:chOff x="5954300" y="4334988"/>
            <a:chExt cx="2790375" cy="64975"/>
          </a:xfrm>
        </p:grpSpPr>
        <p:sp>
          <p:nvSpPr>
            <p:cNvPr id="569" name="Google Shape;569;p20"/>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0" name="Google Shape;570;p20"/>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1" name="Google Shape;571;p20"/>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2" name="Google Shape;572;p20"/>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3" name="Google Shape;573;p20"/>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4" name="Google Shape;574;p20"/>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5" name="Google Shape;575;p20"/>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6" name="Google Shape;576;p20"/>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7" name="Google Shape;577;p20"/>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8" name="Google Shape;578;p20"/>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9" name="Google Shape;579;p20"/>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0" name="Google Shape;580;p20"/>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1" name="Google Shape;581;p20"/>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2" name="Google Shape;582;p20"/>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3" name="Google Shape;583;p20"/>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4" name="Google Shape;584;p20"/>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5" name="Google Shape;585;p20"/>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6" name="Google Shape;586;p20"/>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7" name="Google Shape;587;p20"/>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8" name="Google Shape;588;p20"/>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48813706"/>
      </p:ext>
    </p:extLst>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two columns 3">
  <p:cSld name="Title and two columns 3">
    <p:spTree>
      <p:nvGrpSpPr>
        <p:cNvPr id="1" name="Shape 589"/>
        <p:cNvGrpSpPr/>
        <p:nvPr/>
      </p:nvGrpSpPr>
      <p:grpSpPr>
        <a:xfrm>
          <a:off x="0" y="0"/>
          <a:ext cx="0" cy="0"/>
          <a:chOff x="0" y="0"/>
          <a:chExt cx="0" cy="0"/>
        </a:xfrm>
      </p:grpSpPr>
      <p:sp>
        <p:nvSpPr>
          <p:cNvPr id="590" name="Google Shape;590;p21"/>
          <p:cNvSpPr txBox="1">
            <a:spLocks noGrp="1"/>
          </p:cNvSpPr>
          <p:nvPr>
            <p:ph type="body" idx="1"/>
          </p:nvPr>
        </p:nvSpPr>
        <p:spPr>
          <a:xfrm>
            <a:off x="1112467" y="2422367"/>
            <a:ext cx="4925200" cy="30324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accent5"/>
              </a:buClr>
              <a:buSzPts val="1400"/>
              <a:buChar char="●"/>
              <a:defRPr sz="1867"/>
            </a:lvl1pPr>
            <a:lvl2pPr marL="1219170" lvl="1" indent="-423323" rtl="0">
              <a:lnSpc>
                <a:spcPct val="115000"/>
              </a:lnSpc>
              <a:spcBef>
                <a:spcPts val="0"/>
              </a:spcBef>
              <a:spcAft>
                <a:spcPts val="0"/>
              </a:spcAft>
              <a:buSzPts val="1400"/>
              <a:buChar char="○"/>
              <a:defRPr/>
            </a:lvl2pPr>
            <a:lvl3pPr marL="1828754" lvl="2" indent="-423323" rtl="0">
              <a:lnSpc>
                <a:spcPct val="115000"/>
              </a:lnSpc>
              <a:spcBef>
                <a:spcPts val="0"/>
              </a:spcBef>
              <a:spcAft>
                <a:spcPts val="0"/>
              </a:spcAft>
              <a:buSzPts val="1400"/>
              <a:buChar char="■"/>
              <a:defRPr/>
            </a:lvl3pPr>
            <a:lvl4pPr marL="2438339" lvl="3" indent="-423323" rtl="0">
              <a:lnSpc>
                <a:spcPct val="115000"/>
              </a:lnSpc>
              <a:spcBef>
                <a:spcPts val="0"/>
              </a:spcBef>
              <a:spcAft>
                <a:spcPts val="0"/>
              </a:spcAft>
              <a:buSzPts val="1400"/>
              <a:buChar char="●"/>
              <a:defRPr/>
            </a:lvl4pPr>
            <a:lvl5pPr marL="3047924" lvl="4" indent="-423323" rtl="0">
              <a:lnSpc>
                <a:spcPct val="115000"/>
              </a:lnSpc>
              <a:spcBef>
                <a:spcPts val="0"/>
              </a:spcBef>
              <a:spcAft>
                <a:spcPts val="0"/>
              </a:spcAft>
              <a:buSzPts val="1400"/>
              <a:buChar char="○"/>
              <a:defRPr/>
            </a:lvl5pPr>
            <a:lvl6pPr marL="3657509" lvl="5" indent="-423323" rtl="0">
              <a:lnSpc>
                <a:spcPct val="115000"/>
              </a:lnSpc>
              <a:spcBef>
                <a:spcPts val="0"/>
              </a:spcBef>
              <a:spcAft>
                <a:spcPts val="0"/>
              </a:spcAft>
              <a:buSzPts val="1400"/>
              <a:buChar char="■"/>
              <a:defRPr/>
            </a:lvl6pPr>
            <a:lvl7pPr marL="4267093" lvl="6" indent="-423323" rtl="0">
              <a:lnSpc>
                <a:spcPct val="115000"/>
              </a:lnSpc>
              <a:spcBef>
                <a:spcPts val="0"/>
              </a:spcBef>
              <a:spcAft>
                <a:spcPts val="0"/>
              </a:spcAft>
              <a:buSzPts val="1400"/>
              <a:buChar char="●"/>
              <a:defRPr/>
            </a:lvl7pPr>
            <a:lvl8pPr marL="4876678" lvl="7" indent="-423323" rtl="0">
              <a:lnSpc>
                <a:spcPct val="115000"/>
              </a:lnSpc>
              <a:spcBef>
                <a:spcPts val="0"/>
              </a:spcBef>
              <a:spcAft>
                <a:spcPts val="0"/>
              </a:spcAft>
              <a:buSzPts val="1400"/>
              <a:buChar char="○"/>
              <a:defRPr/>
            </a:lvl8pPr>
            <a:lvl9pPr marL="5486263" lvl="8" indent="-423323" rtl="0">
              <a:lnSpc>
                <a:spcPct val="115000"/>
              </a:lnSpc>
              <a:spcBef>
                <a:spcPts val="0"/>
              </a:spcBef>
              <a:spcAft>
                <a:spcPts val="0"/>
              </a:spcAft>
              <a:buSzPts val="1400"/>
              <a:buChar char="■"/>
              <a:defRPr/>
            </a:lvl9pPr>
          </a:lstStyle>
          <a:p>
            <a:pPr lvl="0"/>
            <a:r>
              <a:rPr lang="en-US"/>
              <a:t>Click to edit Master text styles</a:t>
            </a:r>
          </a:p>
        </p:txBody>
      </p:sp>
      <p:sp>
        <p:nvSpPr>
          <p:cNvPr id="591" name="Google Shape;591;p21"/>
          <p:cNvSpPr txBox="1">
            <a:spLocks noGrp="1"/>
          </p:cNvSpPr>
          <p:nvPr>
            <p:ph type="body" idx="2"/>
          </p:nvPr>
        </p:nvSpPr>
        <p:spPr>
          <a:xfrm>
            <a:off x="6154367" y="2422367"/>
            <a:ext cx="4925200" cy="30324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accent5"/>
              </a:buClr>
              <a:buSzPts val="1400"/>
              <a:buChar char="●"/>
              <a:defRPr sz="1867"/>
            </a:lvl1pPr>
            <a:lvl2pPr marL="1219170" lvl="1" indent="-423323" rtl="0">
              <a:lnSpc>
                <a:spcPct val="115000"/>
              </a:lnSpc>
              <a:spcBef>
                <a:spcPts val="0"/>
              </a:spcBef>
              <a:spcAft>
                <a:spcPts val="0"/>
              </a:spcAft>
              <a:buSzPts val="1400"/>
              <a:buChar char="○"/>
              <a:defRPr/>
            </a:lvl2pPr>
            <a:lvl3pPr marL="1828754" lvl="2" indent="-423323" rtl="0">
              <a:lnSpc>
                <a:spcPct val="115000"/>
              </a:lnSpc>
              <a:spcBef>
                <a:spcPts val="0"/>
              </a:spcBef>
              <a:spcAft>
                <a:spcPts val="0"/>
              </a:spcAft>
              <a:buSzPts val="1400"/>
              <a:buChar char="■"/>
              <a:defRPr/>
            </a:lvl3pPr>
            <a:lvl4pPr marL="2438339" lvl="3" indent="-423323" rtl="0">
              <a:lnSpc>
                <a:spcPct val="115000"/>
              </a:lnSpc>
              <a:spcBef>
                <a:spcPts val="0"/>
              </a:spcBef>
              <a:spcAft>
                <a:spcPts val="0"/>
              </a:spcAft>
              <a:buSzPts val="1400"/>
              <a:buChar char="●"/>
              <a:defRPr/>
            </a:lvl4pPr>
            <a:lvl5pPr marL="3047924" lvl="4" indent="-423323" rtl="0">
              <a:lnSpc>
                <a:spcPct val="115000"/>
              </a:lnSpc>
              <a:spcBef>
                <a:spcPts val="0"/>
              </a:spcBef>
              <a:spcAft>
                <a:spcPts val="0"/>
              </a:spcAft>
              <a:buSzPts val="1400"/>
              <a:buChar char="○"/>
              <a:defRPr/>
            </a:lvl5pPr>
            <a:lvl6pPr marL="3657509" lvl="5" indent="-423323" rtl="0">
              <a:lnSpc>
                <a:spcPct val="115000"/>
              </a:lnSpc>
              <a:spcBef>
                <a:spcPts val="0"/>
              </a:spcBef>
              <a:spcAft>
                <a:spcPts val="0"/>
              </a:spcAft>
              <a:buSzPts val="1400"/>
              <a:buChar char="■"/>
              <a:defRPr/>
            </a:lvl6pPr>
            <a:lvl7pPr marL="4267093" lvl="6" indent="-423323" rtl="0">
              <a:lnSpc>
                <a:spcPct val="115000"/>
              </a:lnSpc>
              <a:spcBef>
                <a:spcPts val="0"/>
              </a:spcBef>
              <a:spcAft>
                <a:spcPts val="0"/>
              </a:spcAft>
              <a:buSzPts val="1400"/>
              <a:buChar char="●"/>
              <a:defRPr/>
            </a:lvl7pPr>
            <a:lvl8pPr marL="4876678" lvl="7" indent="-423323" rtl="0">
              <a:lnSpc>
                <a:spcPct val="115000"/>
              </a:lnSpc>
              <a:spcBef>
                <a:spcPts val="0"/>
              </a:spcBef>
              <a:spcAft>
                <a:spcPts val="0"/>
              </a:spcAft>
              <a:buSzPts val="1400"/>
              <a:buChar char="○"/>
              <a:defRPr/>
            </a:lvl8pPr>
            <a:lvl9pPr marL="5486263" lvl="8" indent="-423323" rtl="0">
              <a:lnSpc>
                <a:spcPct val="115000"/>
              </a:lnSpc>
              <a:spcBef>
                <a:spcPts val="0"/>
              </a:spcBef>
              <a:spcAft>
                <a:spcPts val="0"/>
              </a:spcAft>
              <a:buSzPts val="1400"/>
              <a:buChar char="■"/>
              <a:defRPr/>
            </a:lvl9pPr>
          </a:lstStyle>
          <a:p>
            <a:pPr lvl="0"/>
            <a:r>
              <a:rPr lang="en-US"/>
              <a:t>Click to edit Master text styles</a:t>
            </a:r>
          </a:p>
        </p:txBody>
      </p:sp>
      <p:sp>
        <p:nvSpPr>
          <p:cNvPr id="592" name="Google Shape;592;p21"/>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593" name="Google Shape;593;p21"/>
          <p:cNvGrpSpPr/>
          <p:nvPr/>
        </p:nvGrpSpPr>
        <p:grpSpPr>
          <a:xfrm rot="10800000" flipH="1">
            <a:off x="9841507" y="-670253"/>
            <a:ext cx="4509733" cy="2658600"/>
            <a:chOff x="1317925" y="2802775"/>
            <a:chExt cx="3382300" cy="1993950"/>
          </a:xfrm>
        </p:grpSpPr>
        <p:sp>
          <p:nvSpPr>
            <p:cNvPr id="594" name="Google Shape;594;p21"/>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5" name="Google Shape;595;p21"/>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6" name="Google Shape;596;p21"/>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7" name="Google Shape;597;p21"/>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8" name="Google Shape;598;p21"/>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9" name="Google Shape;599;p21"/>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0" name="Google Shape;600;p21"/>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1" name="Google Shape;601;p21"/>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2" name="Google Shape;602;p21"/>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3" name="Google Shape;603;p21"/>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4" name="Google Shape;604;p21"/>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5" name="Google Shape;605;p21"/>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06" name="Google Shape;606;p21"/>
          <p:cNvGrpSpPr/>
          <p:nvPr/>
        </p:nvGrpSpPr>
        <p:grpSpPr>
          <a:xfrm>
            <a:off x="-1362301" y="0"/>
            <a:ext cx="2313272" cy="2313272"/>
            <a:chOff x="6340050" y="754850"/>
            <a:chExt cx="1595800" cy="1595800"/>
          </a:xfrm>
        </p:grpSpPr>
        <p:sp>
          <p:nvSpPr>
            <p:cNvPr id="607" name="Google Shape;607;p21"/>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8" name="Google Shape;608;p21"/>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9" name="Google Shape;609;p21"/>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631179617"/>
      </p:ext>
    </p:extLst>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two columns 4">
  <p:cSld name="Title and two columns 4">
    <p:spTree>
      <p:nvGrpSpPr>
        <p:cNvPr id="1" name="Shape 610"/>
        <p:cNvGrpSpPr/>
        <p:nvPr/>
      </p:nvGrpSpPr>
      <p:grpSpPr>
        <a:xfrm>
          <a:off x="0" y="0"/>
          <a:ext cx="0" cy="0"/>
          <a:chOff x="0" y="0"/>
          <a:chExt cx="0" cy="0"/>
        </a:xfrm>
      </p:grpSpPr>
      <p:sp>
        <p:nvSpPr>
          <p:cNvPr id="611" name="Google Shape;611;p22"/>
          <p:cNvSpPr txBox="1">
            <a:spLocks noGrp="1"/>
          </p:cNvSpPr>
          <p:nvPr>
            <p:ph type="body" idx="1"/>
          </p:nvPr>
        </p:nvSpPr>
        <p:spPr>
          <a:xfrm>
            <a:off x="1112467" y="2422367"/>
            <a:ext cx="4925200" cy="30324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lvl1pPr>
            <a:lvl2pPr marL="1219170" lvl="1" indent="-423323" rtl="0">
              <a:lnSpc>
                <a:spcPct val="115000"/>
              </a:lnSpc>
              <a:spcBef>
                <a:spcPts val="0"/>
              </a:spcBef>
              <a:spcAft>
                <a:spcPts val="0"/>
              </a:spcAft>
              <a:buSzPts val="1400"/>
              <a:buChar char="○"/>
              <a:defRPr/>
            </a:lvl2pPr>
            <a:lvl3pPr marL="1828754" lvl="2" indent="-423323" rtl="0">
              <a:lnSpc>
                <a:spcPct val="115000"/>
              </a:lnSpc>
              <a:spcBef>
                <a:spcPts val="0"/>
              </a:spcBef>
              <a:spcAft>
                <a:spcPts val="0"/>
              </a:spcAft>
              <a:buSzPts val="1400"/>
              <a:buChar char="■"/>
              <a:defRPr/>
            </a:lvl3pPr>
            <a:lvl4pPr marL="2438339" lvl="3" indent="-423323" rtl="0">
              <a:lnSpc>
                <a:spcPct val="115000"/>
              </a:lnSpc>
              <a:spcBef>
                <a:spcPts val="0"/>
              </a:spcBef>
              <a:spcAft>
                <a:spcPts val="0"/>
              </a:spcAft>
              <a:buSzPts val="1400"/>
              <a:buChar char="●"/>
              <a:defRPr/>
            </a:lvl4pPr>
            <a:lvl5pPr marL="3047924" lvl="4" indent="-423323" rtl="0">
              <a:lnSpc>
                <a:spcPct val="115000"/>
              </a:lnSpc>
              <a:spcBef>
                <a:spcPts val="0"/>
              </a:spcBef>
              <a:spcAft>
                <a:spcPts val="0"/>
              </a:spcAft>
              <a:buSzPts val="1400"/>
              <a:buChar char="○"/>
              <a:defRPr/>
            </a:lvl5pPr>
            <a:lvl6pPr marL="3657509" lvl="5" indent="-423323" rtl="0">
              <a:lnSpc>
                <a:spcPct val="115000"/>
              </a:lnSpc>
              <a:spcBef>
                <a:spcPts val="0"/>
              </a:spcBef>
              <a:spcAft>
                <a:spcPts val="0"/>
              </a:spcAft>
              <a:buSzPts val="1400"/>
              <a:buChar char="■"/>
              <a:defRPr/>
            </a:lvl6pPr>
            <a:lvl7pPr marL="4267093" lvl="6" indent="-423323" rtl="0">
              <a:lnSpc>
                <a:spcPct val="115000"/>
              </a:lnSpc>
              <a:spcBef>
                <a:spcPts val="0"/>
              </a:spcBef>
              <a:spcAft>
                <a:spcPts val="0"/>
              </a:spcAft>
              <a:buSzPts val="1400"/>
              <a:buChar char="●"/>
              <a:defRPr/>
            </a:lvl7pPr>
            <a:lvl8pPr marL="4876678" lvl="7" indent="-423323" rtl="0">
              <a:lnSpc>
                <a:spcPct val="115000"/>
              </a:lnSpc>
              <a:spcBef>
                <a:spcPts val="0"/>
              </a:spcBef>
              <a:spcAft>
                <a:spcPts val="0"/>
              </a:spcAft>
              <a:buSzPts val="1400"/>
              <a:buChar char="○"/>
              <a:defRPr/>
            </a:lvl8pPr>
            <a:lvl9pPr marL="5486263" lvl="8" indent="-423323" rtl="0">
              <a:lnSpc>
                <a:spcPct val="115000"/>
              </a:lnSpc>
              <a:spcBef>
                <a:spcPts val="0"/>
              </a:spcBef>
              <a:spcAft>
                <a:spcPts val="0"/>
              </a:spcAft>
              <a:buSzPts val="1400"/>
              <a:buChar char="■"/>
              <a:defRPr/>
            </a:lvl9pPr>
          </a:lstStyle>
          <a:p>
            <a:pPr lvl="0"/>
            <a:r>
              <a:rPr lang="en-US"/>
              <a:t>Click to edit Master text styles</a:t>
            </a:r>
          </a:p>
        </p:txBody>
      </p:sp>
      <p:sp>
        <p:nvSpPr>
          <p:cNvPr id="612" name="Google Shape;612;p22"/>
          <p:cNvSpPr txBox="1">
            <a:spLocks noGrp="1"/>
          </p:cNvSpPr>
          <p:nvPr>
            <p:ph type="body" idx="2"/>
          </p:nvPr>
        </p:nvSpPr>
        <p:spPr>
          <a:xfrm>
            <a:off x="6154367" y="2422367"/>
            <a:ext cx="4925200" cy="30324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lvl1pPr>
            <a:lvl2pPr marL="1219170" lvl="1" indent="-423323" rtl="0">
              <a:lnSpc>
                <a:spcPct val="115000"/>
              </a:lnSpc>
              <a:spcBef>
                <a:spcPts val="0"/>
              </a:spcBef>
              <a:spcAft>
                <a:spcPts val="0"/>
              </a:spcAft>
              <a:buSzPts val="1400"/>
              <a:buChar char="○"/>
              <a:defRPr/>
            </a:lvl2pPr>
            <a:lvl3pPr marL="1828754" lvl="2" indent="-423323" rtl="0">
              <a:lnSpc>
                <a:spcPct val="115000"/>
              </a:lnSpc>
              <a:spcBef>
                <a:spcPts val="0"/>
              </a:spcBef>
              <a:spcAft>
                <a:spcPts val="0"/>
              </a:spcAft>
              <a:buSzPts val="1400"/>
              <a:buChar char="■"/>
              <a:defRPr/>
            </a:lvl3pPr>
            <a:lvl4pPr marL="2438339" lvl="3" indent="-423323" rtl="0">
              <a:lnSpc>
                <a:spcPct val="115000"/>
              </a:lnSpc>
              <a:spcBef>
                <a:spcPts val="0"/>
              </a:spcBef>
              <a:spcAft>
                <a:spcPts val="0"/>
              </a:spcAft>
              <a:buSzPts val="1400"/>
              <a:buChar char="●"/>
              <a:defRPr/>
            </a:lvl4pPr>
            <a:lvl5pPr marL="3047924" lvl="4" indent="-423323" rtl="0">
              <a:lnSpc>
                <a:spcPct val="115000"/>
              </a:lnSpc>
              <a:spcBef>
                <a:spcPts val="0"/>
              </a:spcBef>
              <a:spcAft>
                <a:spcPts val="0"/>
              </a:spcAft>
              <a:buSzPts val="1400"/>
              <a:buChar char="○"/>
              <a:defRPr/>
            </a:lvl5pPr>
            <a:lvl6pPr marL="3657509" lvl="5" indent="-423323" rtl="0">
              <a:lnSpc>
                <a:spcPct val="115000"/>
              </a:lnSpc>
              <a:spcBef>
                <a:spcPts val="0"/>
              </a:spcBef>
              <a:spcAft>
                <a:spcPts val="0"/>
              </a:spcAft>
              <a:buSzPts val="1400"/>
              <a:buChar char="■"/>
              <a:defRPr/>
            </a:lvl6pPr>
            <a:lvl7pPr marL="4267093" lvl="6" indent="-423323" rtl="0">
              <a:lnSpc>
                <a:spcPct val="115000"/>
              </a:lnSpc>
              <a:spcBef>
                <a:spcPts val="0"/>
              </a:spcBef>
              <a:spcAft>
                <a:spcPts val="0"/>
              </a:spcAft>
              <a:buSzPts val="1400"/>
              <a:buChar char="●"/>
              <a:defRPr/>
            </a:lvl7pPr>
            <a:lvl8pPr marL="4876678" lvl="7" indent="-423323" rtl="0">
              <a:lnSpc>
                <a:spcPct val="115000"/>
              </a:lnSpc>
              <a:spcBef>
                <a:spcPts val="0"/>
              </a:spcBef>
              <a:spcAft>
                <a:spcPts val="0"/>
              </a:spcAft>
              <a:buSzPts val="1400"/>
              <a:buChar char="○"/>
              <a:defRPr/>
            </a:lvl8pPr>
            <a:lvl9pPr marL="5486263" lvl="8" indent="-423323" rtl="0">
              <a:lnSpc>
                <a:spcPct val="115000"/>
              </a:lnSpc>
              <a:spcBef>
                <a:spcPts val="0"/>
              </a:spcBef>
              <a:spcAft>
                <a:spcPts val="0"/>
              </a:spcAft>
              <a:buSzPts val="1400"/>
              <a:buChar char="■"/>
              <a:defRPr/>
            </a:lvl9pPr>
          </a:lstStyle>
          <a:p>
            <a:pPr lvl="0"/>
            <a:r>
              <a:rPr lang="en-US"/>
              <a:t>Click to edit Master text styles</a:t>
            </a:r>
          </a:p>
        </p:txBody>
      </p:sp>
      <p:sp>
        <p:nvSpPr>
          <p:cNvPr id="613" name="Google Shape;613;p22"/>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614" name="Google Shape;614;p22"/>
          <p:cNvGrpSpPr/>
          <p:nvPr/>
        </p:nvGrpSpPr>
        <p:grpSpPr>
          <a:xfrm>
            <a:off x="6877900" y="5773579"/>
            <a:ext cx="3588901" cy="3588841"/>
            <a:chOff x="5165750" y="-1146341"/>
            <a:chExt cx="2691676" cy="2691631"/>
          </a:xfrm>
        </p:grpSpPr>
        <p:sp>
          <p:nvSpPr>
            <p:cNvPr id="615" name="Google Shape;615;p22"/>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6" name="Google Shape;616;p22"/>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7" name="Google Shape;617;p22"/>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8" name="Google Shape;618;p22"/>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9" name="Google Shape;619;p22"/>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0" name="Google Shape;620;p22"/>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1" name="Google Shape;621;p22"/>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2" name="Google Shape;622;p22"/>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3" name="Google Shape;623;p22"/>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24" name="Google Shape;624;p22"/>
          <p:cNvGrpSpPr/>
          <p:nvPr/>
        </p:nvGrpSpPr>
        <p:grpSpPr>
          <a:xfrm>
            <a:off x="-425402" y="-426944"/>
            <a:ext cx="2139225" cy="2139147"/>
            <a:chOff x="-74975" y="157600"/>
            <a:chExt cx="1604419" cy="1604360"/>
          </a:xfrm>
        </p:grpSpPr>
        <p:sp>
          <p:nvSpPr>
            <p:cNvPr id="625" name="Google Shape;625;p22"/>
            <p:cNvSpPr/>
            <p:nvPr/>
          </p:nvSpPr>
          <p:spPr>
            <a:xfrm>
              <a:off x="399627" y="632159"/>
              <a:ext cx="1129817" cy="1129801"/>
            </a:xfrm>
            <a:custGeom>
              <a:avLst/>
              <a:gdLst/>
              <a:ahLst/>
              <a:cxnLst/>
              <a:rect l="l" t="t" r="r" b="b"/>
              <a:pathLst>
                <a:path w="70306" h="70305" extrusionOk="0">
                  <a:moveTo>
                    <a:pt x="0" y="0"/>
                  </a:moveTo>
                  <a:lnTo>
                    <a:pt x="0" y="70305"/>
                  </a:lnTo>
                  <a:lnTo>
                    <a:pt x="70305"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6" name="Google Shape;626;p22"/>
            <p:cNvSpPr/>
            <p:nvPr/>
          </p:nvSpPr>
          <p:spPr>
            <a:xfrm>
              <a:off x="238125" y="470675"/>
              <a:ext cx="824500" cy="824500"/>
            </a:xfrm>
            <a:custGeom>
              <a:avLst/>
              <a:gdLst/>
              <a:ahLst/>
              <a:cxnLst/>
              <a:rect l="l" t="t" r="r" b="b"/>
              <a:pathLst>
                <a:path w="32980" h="32980" extrusionOk="0">
                  <a:moveTo>
                    <a:pt x="0" y="0"/>
                  </a:moveTo>
                  <a:lnTo>
                    <a:pt x="0" y="32979"/>
                  </a:lnTo>
                  <a:lnTo>
                    <a:pt x="32979" y="0"/>
                  </a:lnTo>
                  <a:close/>
                </a:path>
              </a:pathLst>
            </a:custGeom>
            <a:solidFill>
              <a:srgbClr val="368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7" name="Google Shape;627;p22"/>
            <p:cNvSpPr/>
            <p:nvPr/>
          </p:nvSpPr>
          <p:spPr>
            <a:xfrm>
              <a:off x="213025" y="44557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8" name="Google Shape;628;p22"/>
            <p:cNvSpPr/>
            <p:nvPr/>
          </p:nvSpPr>
          <p:spPr>
            <a:xfrm>
              <a:off x="155275" y="38782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9" name="Google Shape;629;p22"/>
            <p:cNvSpPr/>
            <p:nvPr/>
          </p:nvSpPr>
          <p:spPr>
            <a:xfrm>
              <a:off x="98300" y="330850"/>
              <a:ext cx="757625" cy="757625"/>
            </a:xfrm>
            <a:custGeom>
              <a:avLst/>
              <a:gdLst/>
              <a:ahLst/>
              <a:cxnLst/>
              <a:rect l="l" t="t" r="r" b="b"/>
              <a:pathLst>
                <a:path w="30305" h="30305" fill="none" extrusionOk="0">
                  <a:moveTo>
                    <a:pt x="0" y="30305"/>
                  </a:moveTo>
                  <a:lnTo>
                    <a:pt x="3030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0" name="Google Shape;630;p22"/>
            <p:cNvSpPr/>
            <p:nvPr/>
          </p:nvSpPr>
          <p:spPr>
            <a:xfrm>
              <a:off x="40550" y="273100"/>
              <a:ext cx="758400" cy="758375"/>
            </a:xfrm>
            <a:custGeom>
              <a:avLst/>
              <a:gdLst/>
              <a:ahLst/>
              <a:cxnLst/>
              <a:rect l="l" t="t" r="r" b="b"/>
              <a:pathLst>
                <a:path w="30336"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1" name="Google Shape;631;p22"/>
            <p:cNvSpPr/>
            <p:nvPr/>
          </p:nvSpPr>
          <p:spPr>
            <a:xfrm>
              <a:off x="-17200" y="215350"/>
              <a:ext cx="758375" cy="758375"/>
            </a:xfrm>
            <a:custGeom>
              <a:avLst/>
              <a:gdLst/>
              <a:ahLst/>
              <a:cxnLst/>
              <a:rect l="l" t="t" r="r" b="b"/>
              <a:pathLst>
                <a:path w="30335"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2" name="Google Shape;632;p22"/>
            <p:cNvSpPr/>
            <p:nvPr/>
          </p:nvSpPr>
          <p:spPr>
            <a:xfrm>
              <a:off x="-74975" y="157600"/>
              <a:ext cx="758400" cy="758375"/>
            </a:xfrm>
            <a:custGeom>
              <a:avLst/>
              <a:gdLst/>
              <a:ahLst/>
              <a:cxnLst/>
              <a:rect l="l" t="t" r="r" b="b"/>
              <a:pathLst>
                <a:path w="30336" h="30335" fill="none" extrusionOk="0">
                  <a:moveTo>
                    <a:pt x="1" y="30335"/>
                  </a:moveTo>
                  <a:lnTo>
                    <a:pt x="30336"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3" name="Google Shape;633;p22"/>
            <p:cNvSpPr/>
            <p:nvPr/>
          </p:nvSpPr>
          <p:spPr>
            <a:xfrm>
              <a:off x="238125" y="470675"/>
              <a:ext cx="824500" cy="824500"/>
            </a:xfrm>
            <a:custGeom>
              <a:avLst/>
              <a:gdLst/>
              <a:ahLst/>
              <a:cxnLst/>
              <a:rect l="l" t="t" r="r" b="b"/>
              <a:pathLst>
                <a:path w="32980" h="32980" fill="none" extrusionOk="0">
                  <a:moveTo>
                    <a:pt x="0" y="0"/>
                  </a:moveTo>
                  <a:lnTo>
                    <a:pt x="0" y="32979"/>
                  </a:lnTo>
                  <a:lnTo>
                    <a:pt x="32979" y="0"/>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0133358"/>
      </p:ext>
    </p:extLst>
  </p:cSld>
  <p:clrMapOvr>
    <a:masterClrMapping/>
  </p:clrMapOvr>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634"/>
        <p:cNvGrpSpPr/>
        <p:nvPr/>
      </p:nvGrpSpPr>
      <p:grpSpPr>
        <a:xfrm>
          <a:off x="0" y="0"/>
          <a:ext cx="0" cy="0"/>
          <a:chOff x="0" y="0"/>
          <a:chExt cx="0" cy="0"/>
        </a:xfrm>
      </p:grpSpPr>
      <p:grpSp>
        <p:nvGrpSpPr>
          <p:cNvPr id="635" name="Google Shape;635;p23"/>
          <p:cNvGrpSpPr/>
          <p:nvPr/>
        </p:nvGrpSpPr>
        <p:grpSpPr>
          <a:xfrm flipH="1">
            <a:off x="3103006" y="6132567"/>
            <a:ext cx="5985967" cy="258367"/>
            <a:chOff x="1784500" y="1867350"/>
            <a:chExt cx="4489475" cy="193775"/>
          </a:xfrm>
        </p:grpSpPr>
        <p:sp>
          <p:nvSpPr>
            <p:cNvPr id="636" name="Google Shape;636;p23"/>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7" name="Google Shape;637;p23"/>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8" name="Google Shape;638;p23"/>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39" name="Google Shape;639;p23"/>
          <p:cNvGrpSpPr/>
          <p:nvPr/>
        </p:nvGrpSpPr>
        <p:grpSpPr>
          <a:xfrm rot="10800000" flipH="1">
            <a:off x="9841507" y="-670253"/>
            <a:ext cx="4509733" cy="2658600"/>
            <a:chOff x="1317925" y="2802775"/>
            <a:chExt cx="3382300" cy="1993950"/>
          </a:xfrm>
        </p:grpSpPr>
        <p:sp>
          <p:nvSpPr>
            <p:cNvPr id="640" name="Google Shape;640;p23"/>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1" name="Google Shape;641;p23"/>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2" name="Google Shape;642;p23"/>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3" name="Google Shape;643;p23"/>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4" name="Google Shape;644;p23"/>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5" name="Google Shape;645;p23"/>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6" name="Google Shape;646;p23"/>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7" name="Google Shape;647;p23"/>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8" name="Google Shape;648;p23"/>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9" name="Google Shape;649;p23"/>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0" name="Google Shape;650;p23"/>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1" name="Google Shape;651;p23"/>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52" name="Google Shape;652;p23"/>
          <p:cNvGrpSpPr/>
          <p:nvPr/>
        </p:nvGrpSpPr>
        <p:grpSpPr>
          <a:xfrm>
            <a:off x="-1362301" y="2272367"/>
            <a:ext cx="2313272" cy="2313272"/>
            <a:chOff x="6340050" y="754850"/>
            <a:chExt cx="1595800" cy="1595800"/>
          </a:xfrm>
        </p:grpSpPr>
        <p:sp>
          <p:nvSpPr>
            <p:cNvPr id="653" name="Google Shape;653;p23"/>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4" name="Google Shape;654;p23"/>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5" name="Google Shape;655;p23"/>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56" name="Google Shape;656;p23"/>
          <p:cNvSpPr txBox="1">
            <a:spLocks noGrp="1"/>
          </p:cNvSpPr>
          <p:nvPr>
            <p:ph type="subTitle" idx="1"/>
          </p:nvPr>
        </p:nvSpPr>
        <p:spPr>
          <a:xfrm>
            <a:off x="1647800" y="3348067"/>
            <a:ext cx="2552400" cy="678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657" name="Google Shape;657;p23"/>
          <p:cNvSpPr txBox="1">
            <a:spLocks noGrp="1"/>
          </p:cNvSpPr>
          <p:nvPr>
            <p:ph type="subTitle" idx="2"/>
          </p:nvPr>
        </p:nvSpPr>
        <p:spPr>
          <a:xfrm>
            <a:off x="1647800" y="3841635"/>
            <a:ext cx="2552400" cy="1494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658" name="Google Shape;658;p23"/>
          <p:cNvSpPr txBox="1">
            <a:spLocks noGrp="1"/>
          </p:cNvSpPr>
          <p:nvPr>
            <p:ph type="subTitle" idx="3"/>
          </p:nvPr>
        </p:nvSpPr>
        <p:spPr>
          <a:xfrm>
            <a:off x="4819800" y="3841633"/>
            <a:ext cx="2552400" cy="1494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659" name="Google Shape;659;p23"/>
          <p:cNvSpPr txBox="1">
            <a:spLocks noGrp="1"/>
          </p:cNvSpPr>
          <p:nvPr>
            <p:ph type="subTitle" idx="4"/>
          </p:nvPr>
        </p:nvSpPr>
        <p:spPr>
          <a:xfrm>
            <a:off x="7991800" y="3841633"/>
            <a:ext cx="2552400" cy="1494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660" name="Google Shape;660;p23"/>
          <p:cNvSpPr txBox="1">
            <a:spLocks noGrp="1"/>
          </p:cNvSpPr>
          <p:nvPr>
            <p:ph type="subTitle" idx="5"/>
          </p:nvPr>
        </p:nvSpPr>
        <p:spPr>
          <a:xfrm>
            <a:off x="4819800" y="3348067"/>
            <a:ext cx="2552400" cy="678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661" name="Google Shape;661;p23"/>
          <p:cNvSpPr txBox="1">
            <a:spLocks noGrp="1"/>
          </p:cNvSpPr>
          <p:nvPr>
            <p:ph type="subTitle" idx="6"/>
          </p:nvPr>
        </p:nvSpPr>
        <p:spPr>
          <a:xfrm>
            <a:off x="7991800" y="3348067"/>
            <a:ext cx="2552400" cy="678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662" name="Google Shape;662;p23"/>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318007136"/>
      </p:ext>
    </p:extLst>
  </p:cSld>
  <p:clrMapOvr>
    <a:masterClrMapping/>
  </p:clrMapOvr>
  <p:hf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663"/>
        <p:cNvGrpSpPr/>
        <p:nvPr/>
      </p:nvGrpSpPr>
      <p:grpSpPr>
        <a:xfrm>
          <a:off x="0" y="0"/>
          <a:ext cx="0" cy="0"/>
          <a:chOff x="0" y="0"/>
          <a:chExt cx="0" cy="0"/>
        </a:xfrm>
      </p:grpSpPr>
      <p:sp>
        <p:nvSpPr>
          <p:cNvPr id="664" name="Google Shape;664;p24"/>
          <p:cNvSpPr/>
          <p:nvPr/>
        </p:nvSpPr>
        <p:spPr>
          <a:xfrm>
            <a:off x="-15417" y="6199134"/>
            <a:ext cx="4596332" cy="658877"/>
          </a:xfrm>
          <a:custGeom>
            <a:avLst/>
            <a:gdLst/>
            <a:ahLst/>
            <a:cxnLst/>
            <a:rect l="l" t="t" r="r" b="b"/>
            <a:pathLst>
              <a:path w="108149" h="15503" extrusionOk="0">
                <a:moveTo>
                  <a:pt x="0" y="0"/>
                </a:moveTo>
                <a:lnTo>
                  <a:pt x="0" y="15502"/>
                </a:lnTo>
                <a:lnTo>
                  <a:pt x="108148" y="15502"/>
                </a:lnTo>
                <a:cubicBezTo>
                  <a:pt x="108148" y="6931"/>
                  <a:pt x="101218" y="0"/>
                  <a:pt x="92646"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665" name="Google Shape;665;p24"/>
          <p:cNvGrpSpPr/>
          <p:nvPr/>
        </p:nvGrpSpPr>
        <p:grpSpPr>
          <a:xfrm flipH="1">
            <a:off x="-2660603" y="542713"/>
            <a:ext cx="3588901" cy="3588841"/>
            <a:chOff x="5165750" y="-1146341"/>
            <a:chExt cx="2691676" cy="2691631"/>
          </a:xfrm>
        </p:grpSpPr>
        <p:sp>
          <p:nvSpPr>
            <p:cNvPr id="666" name="Google Shape;666;p24"/>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7" name="Google Shape;667;p24"/>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8" name="Google Shape;668;p24"/>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9" name="Google Shape;669;p24"/>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0" name="Google Shape;670;p24"/>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1" name="Google Shape;671;p24"/>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2" name="Google Shape;672;p24"/>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3" name="Google Shape;673;p24"/>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4" name="Google Shape;674;p24"/>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75" name="Google Shape;675;p24"/>
          <p:cNvGrpSpPr/>
          <p:nvPr/>
        </p:nvGrpSpPr>
        <p:grpSpPr>
          <a:xfrm>
            <a:off x="7505111" y="6438476"/>
            <a:ext cx="3720500" cy="86633"/>
            <a:chOff x="5954300" y="4334988"/>
            <a:chExt cx="2790375" cy="64975"/>
          </a:xfrm>
        </p:grpSpPr>
        <p:sp>
          <p:nvSpPr>
            <p:cNvPr id="676" name="Google Shape;676;p24"/>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7" name="Google Shape;677;p24"/>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8" name="Google Shape;678;p24"/>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9" name="Google Shape;679;p24"/>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0" name="Google Shape;680;p24"/>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1" name="Google Shape;681;p24"/>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2" name="Google Shape;682;p24"/>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3" name="Google Shape;683;p24"/>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4" name="Google Shape;684;p24"/>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5" name="Google Shape;685;p24"/>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6" name="Google Shape;686;p24"/>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7" name="Google Shape;687;p24"/>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8" name="Google Shape;688;p24"/>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9" name="Google Shape;689;p24"/>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0" name="Google Shape;690;p24"/>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1" name="Google Shape;691;p24"/>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2" name="Google Shape;692;p24"/>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3" name="Google Shape;693;p24"/>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4" name="Google Shape;694;p24"/>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5" name="Google Shape;695;p24"/>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96" name="Google Shape;696;p24"/>
          <p:cNvGrpSpPr/>
          <p:nvPr/>
        </p:nvGrpSpPr>
        <p:grpSpPr>
          <a:xfrm flipH="1">
            <a:off x="10455478" y="-426944"/>
            <a:ext cx="2139225" cy="2139147"/>
            <a:chOff x="-74975" y="157600"/>
            <a:chExt cx="1604419" cy="1604360"/>
          </a:xfrm>
        </p:grpSpPr>
        <p:sp>
          <p:nvSpPr>
            <p:cNvPr id="697" name="Google Shape;697;p24"/>
            <p:cNvSpPr/>
            <p:nvPr/>
          </p:nvSpPr>
          <p:spPr>
            <a:xfrm>
              <a:off x="399627" y="632159"/>
              <a:ext cx="1129817" cy="1129801"/>
            </a:xfrm>
            <a:custGeom>
              <a:avLst/>
              <a:gdLst/>
              <a:ahLst/>
              <a:cxnLst/>
              <a:rect l="l" t="t" r="r" b="b"/>
              <a:pathLst>
                <a:path w="70306" h="70305" extrusionOk="0">
                  <a:moveTo>
                    <a:pt x="0" y="0"/>
                  </a:moveTo>
                  <a:lnTo>
                    <a:pt x="0" y="70305"/>
                  </a:lnTo>
                  <a:lnTo>
                    <a:pt x="70305"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8" name="Google Shape;698;p24"/>
            <p:cNvSpPr/>
            <p:nvPr/>
          </p:nvSpPr>
          <p:spPr>
            <a:xfrm>
              <a:off x="238125" y="470675"/>
              <a:ext cx="824500" cy="824500"/>
            </a:xfrm>
            <a:custGeom>
              <a:avLst/>
              <a:gdLst/>
              <a:ahLst/>
              <a:cxnLst/>
              <a:rect l="l" t="t" r="r" b="b"/>
              <a:pathLst>
                <a:path w="32980" h="32980" extrusionOk="0">
                  <a:moveTo>
                    <a:pt x="0" y="0"/>
                  </a:moveTo>
                  <a:lnTo>
                    <a:pt x="0" y="32979"/>
                  </a:lnTo>
                  <a:lnTo>
                    <a:pt x="32979" y="0"/>
                  </a:lnTo>
                  <a:close/>
                </a:path>
              </a:pathLst>
            </a:custGeom>
            <a:solidFill>
              <a:srgbClr val="368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9" name="Google Shape;699;p24"/>
            <p:cNvSpPr/>
            <p:nvPr/>
          </p:nvSpPr>
          <p:spPr>
            <a:xfrm>
              <a:off x="213025" y="44557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0" name="Google Shape;700;p24"/>
            <p:cNvSpPr/>
            <p:nvPr/>
          </p:nvSpPr>
          <p:spPr>
            <a:xfrm>
              <a:off x="155275" y="38782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1" name="Google Shape;701;p24"/>
            <p:cNvSpPr/>
            <p:nvPr/>
          </p:nvSpPr>
          <p:spPr>
            <a:xfrm>
              <a:off x="98300" y="330850"/>
              <a:ext cx="757625" cy="757625"/>
            </a:xfrm>
            <a:custGeom>
              <a:avLst/>
              <a:gdLst/>
              <a:ahLst/>
              <a:cxnLst/>
              <a:rect l="l" t="t" r="r" b="b"/>
              <a:pathLst>
                <a:path w="30305" h="30305" fill="none" extrusionOk="0">
                  <a:moveTo>
                    <a:pt x="0" y="30305"/>
                  </a:moveTo>
                  <a:lnTo>
                    <a:pt x="3030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2" name="Google Shape;702;p24"/>
            <p:cNvSpPr/>
            <p:nvPr/>
          </p:nvSpPr>
          <p:spPr>
            <a:xfrm>
              <a:off x="40550" y="273100"/>
              <a:ext cx="758400" cy="758375"/>
            </a:xfrm>
            <a:custGeom>
              <a:avLst/>
              <a:gdLst/>
              <a:ahLst/>
              <a:cxnLst/>
              <a:rect l="l" t="t" r="r" b="b"/>
              <a:pathLst>
                <a:path w="30336"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3" name="Google Shape;703;p24"/>
            <p:cNvSpPr/>
            <p:nvPr/>
          </p:nvSpPr>
          <p:spPr>
            <a:xfrm>
              <a:off x="-17200" y="215350"/>
              <a:ext cx="758375" cy="758375"/>
            </a:xfrm>
            <a:custGeom>
              <a:avLst/>
              <a:gdLst/>
              <a:ahLst/>
              <a:cxnLst/>
              <a:rect l="l" t="t" r="r" b="b"/>
              <a:pathLst>
                <a:path w="30335"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4" name="Google Shape;704;p24"/>
            <p:cNvSpPr/>
            <p:nvPr/>
          </p:nvSpPr>
          <p:spPr>
            <a:xfrm>
              <a:off x="-74975" y="157600"/>
              <a:ext cx="758400" cy="758375"/>
            </a:xfrm>
            <a:custGeom>
              <a:avLst/>
              <a:gdLst/>
              <a:ahLst/>
              <a:cxnLst/>
              <a:rect l="l" t="t" r="r" b="b"/>
              <a:pathLst>
                <a:path w="30336" h="30335" fill="none" extrusionOk="0">
                  <a:moveTo>
                    <a:pt x="1" y="30335"/>
                  </a:moveTo>
                  <a:lnTo>
                    <a:pt x="30336"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5" name="Google Shape;705;p24"/>
            <p:cNvSpPr/>
            <p:nvPr/>
          </p:nvSpPr>
          <p:spPr>
            <a:xfrm>
              <a:off x="238125" y="470675"/>
              <a:ext cx="824500" cy="824500"/>
            </a:xfrm>
            <a:custGeom>
              <a:avLst/>
              <a:gdLst/>
              <a:ahLst/>
              <a:cxnLst/>
              <a:rect l="l" t="t" r="r" b="b"/>
              <a:pathLst>
                <a:path w="32980" h="32980" fill="none" extrusionOk="0">
                  <a:moveTo>
                    <a:pt x="0" y="0"/>
                  </a:moveTo>
                  <a:lnTo>
                    <a:pt x="0" y="32979"/>
                  </a:lnTo>
                  <a:lnTo>
                    <a:pt x="32979" y="0"/>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706" name="Google Shape;706;p24"/>
          <p:cNvSpPr txBox="1">
            <a:spLocks noGrp="1"/>
          </p:cNvSpPr>
          <p:nvPr>
            <p:ph type="subTitle" idx="1"/>
          </p:nvPr>
        </p:nvSpPr>
        <p:spPr>
          <a:xfrm>
            <a:off x="3086151" y="2385167"/>
            <a:ext cx="2522000" cy="620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07" name="Google Shape;707;p24"/>
          <p:cNvSpPr txBox="1">
            <a:spLocks noGrp="1"/>
          </p:cNvSpPr>
          <p:nvPr>
            <p:ph type="subTitle" idx="2"/>
          </p:nvPr>
        </p:nvSpPr>
        <p:spPr>
          <a:xfrm>
            <a:off x="3086151" y="2820271"/>
            <a:ext cx="2522000" cy="763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08" name="Google Shape;708;p24"/>
          <p:cNvSpPr txBox="1">
            <a:spLocks noGrp="1"/>
          </p:cNvSpPr>
          <p:nvPr>
            <p:ph type="subTitle" idx="3"/>
          </p:nvPr>
        </p:nvSpPr>
        <p:spPr>
          <a:xfrm>
            <a:off x="6583852" y="2820271"/>
            <a:ext cx="2522000" cy="763600"/>
          </a:xfrm>
          <a:prstGeom prst="rect">
            <a:avLst/>
          </a:prstGeom>
          <a:ln>
            <a:noFill/>
          </a:ln>
        </p:spPr>
        <p:txBody>
          <a:bodyPr spcFirstLastPara="1" wrap="square" lIns="91425" tIns="91425" rIns="91425" bIns="91425" anchor="t" anchorCtr="0">
            <a:noAutofit/>
          </a:bodyPr>
          <a:lstStyle>
            <a:lvl1pPr lvl="0" algn="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09" name="Google Shape;709;p24"/>
          <p:cNvSpPr txBox="1">
            <a:spLocks noGrp="1"/>
          </p:cNvSpPr>
          <p:nvPr>
            <p:ph type="subTitle" idx="4"/>
          </p:nvPr>
        </p:nvSpPr>
        <p:spPr>
          <a:xfrm>
            <a:off x="3086151" y="4553961"/>
            <a:ext cx="2522000" cy="763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10" name="Google Shape;710;p24"/>
          <p:cNvSpPr txBox="1">
            <a:spLocks noGrp="1"/>
          </p:cNvSpPr>
          <p:nvPr>
            <p:ph type="subTitle" idx="5"/>
          </p:nvPr>
        </p:nvSpPr>
        <p:spPr>
          <a:xfrm>
            <a:off x="6583852" y="4553961"/>
            <a:ext cx="2522000" cy="763600"/>
          </a:xfrm>
          <a:prstGeom prst="rect">
            <a:avLst/>
          </a:prstGeom>
          <a:ln>
            <a:noFill/>
          </a:ln>
        </p:spPr>
        <p:txBody>
          <a:bodyPr spcFirstLastPara="1" wrap="square" lIns="91425" tIns="91425" rIns="91425" bIns="91425" anchor="t" anchorCtr="0">
            <a:noAutofit/>
          </a:bodyPr>
          <a:lstStyle>
            <a:lvl1pPr lvl="0" algn="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11" name="Google Shape;711;p24"/>
          <p:cNvSpPr txBox="1">
            <a:spLocks noGrp="1"/>
          </p:cNvSpPr>
          <p:nvPr>
            <p:ph type="subTitle" idx="6"/>
          </p:nvPr>
        </p:nvSpPr>
        <p:spPr>
          <a:xfrm>
            <a:off x="3086151" y="3975591"/>
            <a:ext cx="2522000" cy="7636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12" name="Google Shape;712;p24"/>
          <p:cNvSpPr txBox="1">
            <a:spLocks noGrp="1"/>
          </p:cNvSpPr>
          <p:nvPr>
            <p:ph type="subTitle" idx="7"/>
          </p:nvPr>
        </p:nvSpPr>
        <p:spPr>
          <a:xfrm>
            <a:off x="6583849" y="2385167"/>
            <a:ext cx="2522000" cy="6204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13" name="Google Shape;713;p24"/>
          <p:cNvSpPr txBox="1">
            <a:spLocks noGrp="1"/>
          </p:cNvSpPr>
          <p:nvPr>
            <p:ph type="subTitle" idx="8"/>
          </p:nvPr>
        </p:nvSpPr>
        <p:spPr>
          <a:xfrm>
            <a:off x="6583849" y="3975591"/>
            <a:ext cx="2522000" cy="763600"/>
          </a:xfrm>
          <a:prstGeom prst="rect">
            <a:avLst/>
          </a:prstGeom>
          <a:ln>
            <a:noFill/>
          </a:ln>
        </p:spPr>
        <p:txBody>
          <a:bodyPr spcFirstLastPara="1" wrap="square" lIns="91425" tIns="91425" rIns="91425" bIns="91425" anchor="b" anchorCtr="0">
            <a:noAutofit/>
          </a:bodyPr>
          <a:lstStyle>
            <a:lvl1pPr lvl="0" algn="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14" name="Google Shape;714;p24"/>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1810939593"/>
      </p:ext>
    </p:extLst>
  </p:cSld>
  <p:clrMapOvr>
    <a:masterClrMapping/>
  </p:clrMapOvr>
  <p:hf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and five columns">
  <p:cSld name="Title and five columns">
    <p:spTree>
      <p:nvGrpSpPr>
        <p:cNvPr id="1" name="Shape 715"/>
        <p:cNvGrpSpPr/>
        <p:nvPr/>
      </p:nvGrpSpPr>
      <p:grpSpPr>
        <a:xfrm>
          <a:off x="0" y="0"/>
          <a:ext cx="0" cy="0"/>
          <a:chOff x="0" y="0"/>
          <a:chExt cx="0" cy="0"/>
        </a:xfrm>
      </p:grpSpPr>
      <p:sp>
        <p:nvSpPr>
          <p:cNvPr id="716" name="Google Shape;716;p25"/>
          <p:cNvSpPr txBox="1">
            <a:spLocks noGrp="1"/>
          </p:cNvSpPr>
          <p:nvPr>
            <p:ph type="subTitle" idx="1"/>
          </p:nvPr>
        </p:nvSpPr>
        <p:spPr>
          <a:xfrm>
            <a:off x="1577712" y="2857793"/>
            <a:ext cx="2723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17" name="Google Shape;717;p25"/>
          <p:cNvSpPr txBox="1">
            <a:spLocks noGrp="1"/>
          </p:cNvSpPr>
          <p:nvPr>
            <p:ph type="subTitle" idx="2"/>
          </p:nvPr>
        </p:nvSpPr>
        <p:spPr>
          <a:xfrm>
            <a:off x="4724947" y="2857793"/>
            <a:ext cx="2723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18" name="Google Shape;718;p25"/>
          <p:cNvSpPr txBox="1">
            <a:spLocks noGrp="1"/>
          </p:cNvSpPr>
          <p:nvPr>
            <p:ph type="subTitle" idx="3"/>
          </p:nvPr>
        </p:nvSpPr>
        <p:spPr>
          <a:xfrm>
            <a:off x="7896300" y="2857793"/>
            <a:ext cx="27180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19" name="Google Shape;719;p25"/>
          <p:cNvSpPr txBox="1">
            <a:spLocks noGrp="1"/>
          </p:cNvSpPr>
          <p:nvPr>
            <p:ph type="subTitle" idx="4"/>
          </p:nvPr>
        </p:nvSpPr>
        <p:spPr>
          <a:xfrm>
            <a:off x="3148159" y="4696263"/>
            <a:ext cx="2723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20" name="Google Shape;720;p25"/>
          <p:cNvSpPr txBox="1">
            <a:spLocks noGrp="1"/>
          </p:cNvSpPr>
          <p:nvPr>
            <p:ph type="subTitle" idx="5"/>
          </p:nvPr>
        </p:nvSpPr>
        <p:spPr>
          <a:xfrm>
            <a:off x="6307447" y="4696263"/>
            <a:ext cx="2723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21" name="Google Shape;721;p25"/>
          <p:cNvSpPr txBox="1">
            <a:spLocks noGrp="1"/>
          </p:cNvSpPr>
          <p:nvPr>
            <p:ph type="subTitle" idx="6"/>
          </p:nvPr>
        </p:nvSpPr>
        <p:spPr>
          <a:xfrm>
            <a:off x="1572000" y="2386133"/>
            <a:ext cx="2723600" cy="66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22" name="Google Shape;722;p25"/>
          <p:cNvSpPr txBox="1">
            <a:spLocks noGrp="1"/>
          </p:cNvSpPr>
          <p:nvPr>
            <p:ph type="subTitle" idx="7"/>
          </p:nvPr>
        </p:nvSpPr>
        <p:spPr>
          <a:xfrm>
            <a:off x="4724947" y="2386133"/>
            <a:ext cx="2723600" cy="66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23" name="Google Shape;723;p25"/>
          <p:cNvSpPr txBox="1">
            <a:spLocks noGrp="1"/>
          </p:cNvSpPr>
          <p:nvPr>
            <p:ph type="subTitle" idx="8"/>
          </p:nvPr>
        </p:nvSpPr>
        <p:spPr>
          <a:xfrm>
            <a:off x="7902000" y="2386133"/>
            <a:ext cx="2718000" cy="66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24" name="Google Shape;724;p25"/>
          <p:cNvSpPr txBox="1">
            <a:spLocks noGrp="1"/>
          </p:cNvSpPr>
          <p:nvPr>
            <p:ph type="subTitle" idx="9"/>
          </p:nvPr>
        </p:nvSpPr>
        <p:spPr>
          <a:xfrm>
            <a:off x="3142447" y="4218600"/>
            <a:ext cx="2723600" cy="66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25" name="Google Shape;725;p25"/>
          <p:cNvSpPr txBox="1">
            <a:spLocks noGrp="1"/>
          </p:cNvSpPr>
          <p:nvPr>
            <p:ph type="subTitle" idx="13"/>
          </p:nvPr>
        </p:nvSpPr>
        <p:spPr>
          <a:xfrm>
            <a:off x="6307447" y="4218600"/>
            <a:ext cx="2723600" cy="66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26" name="Google Shape;726;p25"/>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727" name="Google Shape;727;p25"/>
          <p:cNvGrpSpPr/>
          <p:nvPr/>
        </p:nvGrpSpPr>
        <p:grpSpPr>
          <a:xfrm flipH="1">
            <a:off x="3103006" y="6132567"/>
            <a:ext cx="5985967" cy="258367"/>
            <a:chOff x="1784500" y="1867350"/>
            <a:chExt cx="4489475" cy="193775"/>
          </a:xfrm>
        </p:grpSpPr>
        <p:sp>
          <p:nvSpPr>
            <p:cNvPr id="728" name="Google Shape;728;p25"/>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9" name="Google Shape;729;p25"/>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0" name="Google Shape;730;p25"/>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31" name="Google Shape;731;p25"/>
          <p:cNvGrpSpPr/>
          <p:nvPr/>
        </p:nvGrpSpPr>
        <p:grpSpPr>
          <a:xfrm rot="10800000" flipH="1">
            <a:off x="9841507" y="-670253"/>
            <a:ext cx="4509733" cy="2658600"/>
            <a:chOff x="1317925" y="2802775"/>
            <a:chExt cx="3382300" cy="1993950"/>
          </a:xfrm>
        </p:grpSpPr>
        <p:sp>
          <p:nvSpPr>
            <p:cNvPr id="732" name="Google Shape;732;p25"/>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3" name="Google Shape;733;p25"/>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4" name="Google Shape;734;p25"/>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5" name="Google Shape;735;p25"/>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6" name="Google Shape;736;p25"/>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7" name="Google Shape;737;p25"/>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8" name="Google Shape;738;p25"/>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9" name="Google Shape;739;p25"/>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0" name="Google Shape;740;p25"/>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1" name="Google Shape;741;p25"/>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2" name="Google Shape;742;p25"/>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3" name="Google Shape;743;p25"/>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44" name="Google Shape;744;p25"/>
          <p:cNvGrpSpPr/>
          <p:nvPr/>
        </p:nvGrpSpPr>
        <p:grpSpPr>
          <a:xfrm>
            <a:off x="-1362301" y="0"/>
            <a:ext cx="2313272" cy="2313272"/>
            <a:chOff x="6340050" y="754850"/>
            <a:chExt cx="1595800" cy="1595800"/>
          </a:xfrm>
        </p:grpSpPr>
        <p:sp>
          <p:nvSpPr>
            <p:cNvPr id="745" name="Google Shape;745;p25"/>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6" name="Google Shape;746;p25"/>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7" name="Google Shape;747;p25"/>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232481637"/>
      </p:ext>
    </p:extLst>
  </p:cSld>
  <p:clrMapOvr>
    <a:masterClrMapping/>
  </p:clrMapOvr>
  <p:hf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748"/>
        <p:cNvGrpSpPr/>
        <p:nvPr/>
      </p:nvGrpSpPr>
      <p:grpSpPr>
        <a:xfrm>
          <a:off x="0" y="0"/>
          <a:ext cx="0" cy="0"/>
          <a:chOff x="0" y="0"/>
          <a:chExt cx="0" cy="0"/>
        </a:xfrm>
      </p:grpSpPr>
      <p:grpSp>
        <p:nvGrpSpPr>
          <p:cNvPr id="749" name="Google Shape;749;p26"/>
          <p:cNvGrpSpPr/>
          <p:nvPr/>
        </p:nvGrpSpPr>
        <p:grpSpPr>
          <a:xfrm rot="10800000">
            <a:off x="-1895063" y="-670253"/>
            <a:ext cx="4509733" cy="2658600"/>
            <a:chOff x="1317925" y="2802775"/>
            <a:chExt cx="3382300" cy="1993950"/>
          </a:xfrm>
        </p:grpSpPr>
        <p:sp>
          <p:nvSpPr>
            <p:cNvPr id="750" name="Google Shape;750;p26"/>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1" name="Google Shape;751;p26"/>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2" name="Google Shape;752;p26"/>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3" name="Google Shape;753;p26"/>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4" name="Google Shape;754;p26"/>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5" name="Google Shape;755;p26"/>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6" name="Google Shape;756;p26"/>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7" name="Google Shape;757;p26"/>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8" name="Google Shape;758;p26"/>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9" name="Google Shape;759;p26"/>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0" name="Google Shape;760;p26"/>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1" name="Google Shape;761;p26"/>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62" name="Google Shape;762;p26"/>
          <p:cNvGrpSpPr/>
          <p:nvPr/>
        </p:nvGrpSpPr>
        <p:grpSpPr>
          <a:xfrm>
            <a:off x="4235751" y="6089260"/>
            <a:ext cx="3720500" cy="86633"/>
            <a:chOff x="5954300" y="4334988"/>
            <a:chExt cx="2790375" cy="64975"/>
          </a:xfrm>
        </p:grpSpPr>
        <p:sp>
          <p:nvSpPr>
            <p:cNvPr id="763" name="Google Shape;763;p26"/>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4" name="Google Shape;764;p26"/>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5" name="Google Shape;765;p26"/>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6" name="Google Shape;766;p26"/>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7" name="Google Shape;767;p26"/>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8" name="Google Shape;768;p26"/>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9" name="Google Shape;769;p26"/>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0" name="Google Shape;770;p26"/>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1" name="Google Shape;771;p26"/>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2" name="Google Shape;772;p26"/>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3" name="Google Shape;773;p26"/>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4" name="Google Shape;774;p26"/>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5" name="Google Shape;775;p26"/>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6" name="Google Shape;776;p26"/>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7" name="Google Shape;777;p26"/>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8" name="Google Shape;778;p26"/>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9" name="Google Shape;779;p26"/>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0" name="Google Shape;780;p26"/>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1" name="Google Shape;781;p26"/>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2" name="Google Shape;782;p26"/>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83" name="Google Shape;783;p26"/>
          <p:cNvGrpSpPr/>
          <p:nvPr/>
        </p:nvGrpSpPr>
        <p:grpSpPr>
          <a:xfrm>
            <a:off x="11310012" y="3009354"/>
            <a:ext cx="1812613" cy="1812613"/>
            <a:chOff x="3901550" y="2223725"/>
            <a:chExt cx="1557050" cy="1557050"/>
          </a:xfrm>
        </p:grpSpPr>
        <p:sp>
          <p:nvSpPr>
            <p:cNvPr id="784" name="Google Shape;784;p26"/>
            <p:cNvSpPr/>
            <p:nvPr/>
          </p:nvSpPr>
          <p:spPr>
            <a:xfrm>
              <a:off x="4212350" y="2535275"/>
              <a:ext cx="934700" cy="933925"/>
            </a:xfrm>
            <a:custGeom>
              <a:avLst/>
              <a:gdLst/>
              <a:ahLst/>
              <a:cxnLst/>
              <a:rect l="l" t="t" r="r" b="b"/>
              <a:pathLst>
                <a:path w="37388" h="37357" extrusionOk="0">
                  <a:moveTo>
                    <a:pt x="18694" y="1"/>
                  </a:moveTo>
                  <a:cubicBezTo>
                    <a:pt x="8390" y="1"/>
                    <a:pt x="1" y="8360"/>
                    <a:pt x="1" y="18664"/>
                  </a:cubicBezTo>
                  <a:cubicBezTo>
                    <a:pt x="1" y="28998"/>
                    <a:pt x="8390" y="37357"/>
                    <a:pt x="18694" y="37357"/>
                  </a:cubicBezTo>
                  <a:cubicBezTo>
                    <a:pt x="29028" y="37357"/>
                    <a:pt x="37387" y="28998"/>
                    <a:pt x="37387" y="18664"/>
                  </a:cubicBezTo>
                  <a:cubicBezTo>
                    <a:pt x="37387" y="8360"/>
                    <a:pt x="29028" y="1"/>
                    <a:pt x="1869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5" name="Google Shape;785;p26"/>
            <p:cNvSpPr/>
            <p:nvPr/>
          </p:nvSpPr>
          <p:spPr>
            <a:xfrm>
              <a:off x="4385600" y="2707775"/>
              <a:ext cx="588950" cy="588950"/>
            </a:xfrm>
            <a:custGeom>
              <a:avLst/>
              <a:gdLst/>
              <a:ahLst/>
              <a:cxnLst/>
              <a:rect l="l" t="t" r="r" b="b"/>
              <a:pathLst>
                <a:path w="23558" h="23558" fill="none" extrusionOk="0">
                  <a:moveTo>
                    <a:pt x="23557" y="11764"/>
                  </a:moveTo>
                  <a:cubicBezTo>
                    <a:pt x="23557" y="18268"/>
                    <a:pt x="18269" y="23557"/>
                    <a:pt x="11764" y="23557"/>
                  </a:cubicBezTo>
                  <a:cubicBezTo>
                    <a:pt x="5259" y="23557"/>
                    <a:pt x="1" y="18268"/>
                    <a:pt x="1" y="11764"/>
                  </a:cubicBezTo>
                  <a:cubicBezTo>
                    <a:pt x="1" y="5259"/>
                    <a:pt x="5259" y="1"/>
                    <a:pt x="11764" y="1"/>
                  </a:cubicBezTo>
                  <a:cubicBezTo>
                    <a:pt x="18269" y="1"/>
                    <a:pt x="23557" y="5259"/>
                    <a:pt x="23557" y="11764"/>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6" name="Google Shape;786;p26"/>
            <p:cNvSpPr/>
            <p:nvPr/>
          </p:nvSpPr>
          <p:spPr>
            <a:xfrm>
              <a:off x="4596100" y="2919025"/>
              <a:ext cx="167200" cy="166450"/>
            </a:xfrm>
            <a:custGeom>
              <a:avLst/>
              <a:gdLst/>
              <a:ahLst/>
              <a:cxnLst/>
              <a:rect l="l" t="t" r="r" b="b"/>
              <a:pathLst>
                <a:path w="6688" h="6658" extrusionOk="0">
                  <a:moveTo>
                    <a:pt x="3344" y="1"/>
                  </a:moveTo>
                  <a:cubicBezTo>
                    <a:pt x="1520" y="1"/>
                    <a:pt x="0" y="1490"/>
                    <a:pt x="0" y="3314"/>
                  </a:cubicBezTo>
                  <a:cubicBezTo>
                    <a:pt x="0" y="5168"/>
                    <a:pt x="1520" y="6657"/>
                    <a:pt x="3344" y="6657"/>
                  </a:cubicBezTo>
                  <a:cubicBezTo>
                    <a:pt x="5198" y="6657"/>
                    <a:pt x="6687" y="5168"/>
                    <a:pt x="6687" y="3314"/>
                  </a:cubicBezTo>
                  <a:cubicBezTo>
                    <a:pt x="6687" y="1490"/>
                    <a:pt x="5198"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7" name="Google Shape;787;p26"/>
            <p:cNvSpPr/>
            <p:nvPr/>
          </p:nvSpPr>
          <p:spPr>
            <a:xfrm>
              <a:off x="4496550" y="2819475"/>
              <a:ext cx="366300" cy="365525"/>
            </a:xfrm>
            <a:custGeom>
              <a:avLst/>
              <a:gdLst/>
              <a:ahLst/>
              <a:cxnLst/>
              <a:rect l="l" t="t" r="r" b="b"/>
              <a:pathLst>
                <a:path w="14652" h="14621" fill="none" extrusionOk="0">
                  <a:moveTo>
                    <a:pt x="14651" y="7296"/>
                  </a:moveTo>
                  <a:cubicBezTo>
                    <a:pt x="14651" y="11338"/>
                    <a:pt x="11369" y="14621"/>
                    <a:pt x="7326" y="14621"/>
                  </a:cubicBezTo>
                  <a:cubicBezTo>
                    <a:pt x="3283" y="14621"/>
                    <a:pt x="1" y="11338"/>
                    <a:pt x="1" y="7296"/>
                  </a:cubicBezTo>
                  <a:cubicBezTo>
                    <a:pt x="1" y="3283"/>
                    <a:pt x="3283" y="1"/>
                    <a:pt x="7326" y="1"/>
                  </a:cubicBezTo>
                  <a:cubicBezTo>
                    <a:pt x="11369" y="1"/>
                    <a:pt x="14651" y="3283"/>
                    <a:pt x="14651" y="7296"/>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8" name="Google Shape;788;p26"/>
            <p:cNvSpPr/>
            <p:nvPr/>
          </p:nvSpPr>
          <p:spPr>
            <a:xfrm>
              <a:off x="3901550" y="2223725"/>
              <a:ext cx="1557050" cy="1557050"/>
            </a:xfrm>
            <a:custGeom>
              <a:avLst/>
              <a:gdLst/>
              <a:ahLst/>
              <a:cxnLst/>
              <a:rect l="l" t="t" r="r" b="b"/>
              <a:pathLst>
                <a:path w="62282" h="62282" extrusionOk="0">
                  <a:moveTo>
                    <a:pt x="31126" y="5259"/>
                  </a:moveTo>
                  <a:cubicBezTo>
                    <a:pt x="45412" y="5259"/>
                    <a:pt x="57023" y="16840"/>
                    <a:pt x="57023" y="31126"/>
                  </a:cubicBezTo>
                  <a:cubicBezTo>
                    <a:pt x="57023" y="45442"/>
                    <a:pt x="45412" y="57023"/>
                    <a:pt x="31126" y="57023"/>
                  </a:cubicBezTo>
                  <a:cubicBezTo>
                    <a:pt x="16840" y="57023"/>
                    <a:pt x="5259" y="45442"/>
                    <a:pt x="5259" y="31126"/>
                  </a:cubicBezTo>
                  <a:cubicBezTo>
                    <a:pt x="5259" y="16840"/>
                    <a:pt x="16840" y="5259"/>
                    <a:pt x="31126" y="5259"/>
                  </a:cubicBezTo>
                  <a:close/>
                  <a:moveTo>
                    <a:pt x="31126" y="1"/>
                  </a:moveTo>
                  <a:cubicBezTo>
                    <a:pt x="13922" y="1"/>
                    <a:pt x="1" y="13952"/>
                    <a:pt x="1" y="31126"/>
                  </a:cubicBezTo>
                  <a:cubicBezTo>
                    <a:pt x="1" y="48330"/>
                    <a:pt x="13922" y="62281"/>
                    <a:pt x="31126" y="62281"/>
                  </a:cubicBezTo>
                  <a:cubicBezTo>
                    <a:pt x="48330" y="62281"/>
                    <a:pt x="62281" y="48330"/>
                    <a:pt x="62281" y="31126"/>
                  </a:cubicBezTo>
                  <a:cubicBezTo>
                    <a:pt x="62281" y="13952"/>
                    <a:pt x="48330" y="1"/>
                    <a:pt x="31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789" name="Google Shape;789;p26"/>
          <p:cNvSpPr txBox="1">
            <a:spLocks noGrp="1"/>
          </p:cNvSpPr>
          <p:nvPr>
            <p:ph type="subTitle" idx="1"/>
          </p:nvPr>
        </p:nvSpPr>
        <p:spPr>
          <a:xfrm>
            <a:off x="1473312" y="2857793"/>
            <a:ext cx="2723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90" name="Google Shape;790;p26"/>
          <p:cNvSpPr txBox="1">
            <a:spLocks noGrp="1"/>
          </p:cNvSpPr>
          <p:nvPr>
            <p:ph type="subTitle" idx="2"/>
          </p:nvPr>
        </p:nvSpPr>
        <p:spPr>
          <a:xfrm>
            <a:off x="4734200" y="2857793"/>
            <a:ext cx="2723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91" name="Google Shape;791;p26"/>
          <p:cNvSpPr txBox="1">
            <a:spLocks noGrp="1"/>
          </p:cNvSpPr>
          <p:nvPr>
            <p:ph type="subTitle" idx="3"/>
          </p:nvPr>
        </p:nvSpPr>
        <p:spPr>
          <a:xfrm>
            <a:off x="7995100" y="2857793"/>
            <a:ext cx="27180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92" name="Google Shape;792;p26"/>
          <p:cNvSpPr txBox="1">
            <a:spLocks noGrp="1"/>
          </p:cNvSpPr>
          <p:nvPr>
            <p:ph type="subTitle" idx="4"/>
          </p:nvPr>
        </p:nvSpPr>
        <p:spPr>
          <a:xfrm>
            <a:off x="1473312" y="4594663"/>
            <a:ext cx="2723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93" name="Google Shape;793;p26"/>
          <p:cNvSpPr txBox="1">
            <a:spLocks noGrp="1"/>
          </p:cNvSpPr>
          <p:nvPr>
            <p:ph type="subTitle" idx="5"/>
          </p:nvPr>
        </p:nvSpPr>
        <p:spPr>
          <a:xfrm>
            <a:off x="4734200" y="4594663"/>
            <a:ext cx="27236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94" name="Google Shape;794;p26"/>
          <p:cNvSpPr txBox="1">
            <a:spLocks noGrp="1"/>
          </p:cNvSpPr>
          <p:nvPr>
            <p:ph type="subTitle" idx="6"/>
          </p:nvPr>
        </p:nvSpPr>
        <p:spPr>
          <a:xfrm>
            <a:off x="7995100" y="4594663"/>
            <a:ext cx="2718000" cy="7636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795" name="Google Shape;795;p26"/>
          <p:cNvSpPr txBox="1">
            <a:spLocks noGrp="1"/>
          </p:cNvSpPr>
          <p:nvPr>
            <p:ph type="subTitle" idx="7"/>
          </p:nvPr>
        </p:nvSpPr>
        <p:spPr>
          <a:xfrm>
            <a:off x="1467600" y="2386133"/>
            <a:ext cx="2723600" cy="66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96" name="Google Shape;796;p26"/>
          <p:cNvSpPr txBox="1">
            <a:spLocks noGrp="1"/>
          </p:cNvSpPr>
          <p:nvPr>
            <p:ph type="subTitle" idx="8"/>
          </p:nvPr>
        </p:nvSpPr>
        <p:spPr>
          <a:xfrm>
            <a:off x="4734200" y="2386133"/>
            <a:ext cx="2723600" cy="66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97" name="Google Shape;797;p26"/>
          <p:cNvSpPr txBox="1">
            <a:spLocks noGrp="1"/>
          </p:cNvSpPr>
          <p:nvPr>
            <p:ph type="subTitle" idx="9"/>
          </p:nvPr>
        </p:nvSpPr>
        <p:spPr>
          <a:xfrm>
            <a:off x="8000800" y="2386133"/>
            <a:ext cx="2718000" cy="66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98" name="Google Shape;798;p26"/>
          <p:cNvSpPr txBox="1">
            <a:spLocks noGrp="1"/>
          </p:cNvSpPr>
          <p:nvPr>
            <p:ph type="subTitle" idx="13"/>
          </p:nvPr>
        </p:nvSpPr>
        <p:spPr>
          <a:xfrm>
            <a:off x="1467600" y="4117000"/>
            <a:ext cx="2723600" cy="66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799" name="Google Shape;799;p26"/>
          <p:cNvSpPr txBox="1">
            <a:spLocks noGrp="1"/>
          </p:cNvSpPr>
          <p:nvPr>
            <p:ph type="subTitle" idx="14"/>
          </p:nvPr>
        </p:nvSpPr>
        <p:spPr>
          <a:xfrm>
            <a:off x="4734200" y="4117000"/>
            <a:ext cx="2723600" cy="66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800" name="Google Shape;800;p26"/>
          <p:cNvSpPr txBox="1">
            <a:spLocks noGrp="1"/>
          </p:cNvSpPr>
          <p:nvPr>
            <p:ph type="subTitle" idx="15"/>
          </p:nvPr>
        </p:nvSpPr>
        <p:spPr>
          <a:xfrm>
            <a:off x="8000800" y="4117000"/>
            <a:ext cx="2718000" cy="660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801" name="Google Shape;801;p26"/>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3532772690"/>
      </p:ext>
    </p:extLst>
  </p:cSld>
  <p:clrMapOvr>
    <a:masterClrMapping/>
  </p:clrMapOvr>
  <p:hf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802"/>
        <p:cNvGrpSpPr/>
        <p:nvPr/>
      </p:nvGrpSpPr>
      <p:grpSpPr>
        <a:xfrm>
          <a:off x="0" y="0"/>
          <a:ext cx="0" cy="0"/>
          <a:chOff x="0" y="0"/>
          <a:chExt cx="0" cy="0"/>
        </a:xfrm>
      </p:grpSpPr>
      <p:sp>
        <p:nvSpPr>
          <p:cNvPr id="803" name="Google Shape;803;p27"/>
          <p:cNvSpPr txBox="1">
            <a:spLocks noGrp="1"/>
          </p:cNvSpPr>
          <p:nvPr>
            <p:ph type="title" hasCustomPrompt="1"/>
          </p:nvPr>
        </p:nvSpPr>
        <p:spPr>
          <a:xfrm>
            <a:off x="1131267" y="903067"/>
            <a:ext cx="5168000" cy="941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5333">
                <a:solidFill>
                  <a:schemeClr val="dk2"/>
                </a:solidFill>
                <a:latin typeface="Poppins Medium"/>
                <a:ea typeface="Poppins Medium"/>
                <a:cs typeface="Poppins Medium"/>
                <a:sym typeface="Poppins Medium"/>
              </a:defRPr>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804" name="Google Shape;804;p27"/>
          <p:cNvSpPr txBox="1">
            <a:spLocks noGrp="1"/>
          </p:cNvSpPr>
          <p:nvPr>
            <p:ph type="subTitle" idx="1"/>
          </p:nvPr>
        </p:nvSpPr>
        <p:spPr>
          <a:xfrm>
            <a:off x="1131267" y="1739999"/>
            <a:ext cx="5168000" cy="5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05" name="Google Shape;805;p27"/>
          <p:cNvSpPr txBox="1">
            <a:spLocks noGrp="1"/>
          </p:cNvSpPr>
          <p:nvPr>
            <p:ph type="title" idx="2" hasCustomPrompt="1"/>
          </p:nvPr>
        </p:nvSpPr>
        <p:spPr>
          <a:xfrm>
            <a:off x="3512000" y="2713733"/>
            <a:ext cx="5168000" cy="941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5333">
                <a:solidFill>
                  <a:schemeClr val="dk2"/>
                </a:solidFill>
                <a:latin typeface="Poppins Medium"/>
                <a:ea typeface="Poppins Medium"/>
                <a:cs typeface="Poppins Medium"/>
                <a:sym typeface="Poppins Medium"/>
              </a:defRPr>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806" name="Google Shape;806;p27"/>
          <p:cNvSpPr txBox="1">
            <a:spLocks noGrp="1"/>
          </p:cNvSpPr>
          <p:nvPr>
            <p:ph type="subTitle" idx="3"/>
          </p:nvPr>
        </p:nvSpPr>
        <p:spPr>
          <a:xfrm>
            <a:off x="3512000" y="3550639"/>
            <a:ext cx="5168000" cy="5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07" name="Google Shape;807;p27"/>
          <p:cNvSpPr txBox="1">
            <a:spLocks noGrp="1"/>
          </p:cNvSpPr>
          <p:nvPr>
            <p:ph type="title" idx="4" hasCustomPrompt="1"/>
          </p:nvPr>
        </p:nvSpPr>
        <p:spPr>
          <a:xfrm>
            <a:off x="5892733" y="4524400"/>
            <a:ext cx="5168000" cy="941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200"/>
              <a:buNone/>
              <a:defRPr sz="5333">
                <a:solidFill>
                  <a:schemeClr val="dk2"/>
                </a:solidFill>
                <a:latin typeface="Poppins Medium"/>
                <a:ea typeface="Poppins Medium"/>
                <a:cs typeface="Poppins Medium"/>
                <a:sym typeface="Poppins Medium"/>
              </a:defRPr>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808" name="Google Shape;808;p27"/>
          <p:cNvSpPr txBox="1">
            <a:spLocks noGrp="1"/>
          </p:cNvSpPr>
          <p:nvPr>
            <p:ph type="subTitle" idx="5"/>
          </p:nvPr>
        </p:nvSpPr>
        <p:spPr>
          <a:xfrm>
            <a:off x="5892733" y="5361325"/>
            <a:ext cx="5168000" cy="59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809" name="Google Shape;809;p27"/>
          <p:cNvGrpSpPr/>
          <p:nvPr/>
        </p:nvGrpSpPr>
        <p:grpSpPr>
          <a:xfrm>
            <a:off x="-1334133" y="4524413"/>
            <a:ext cx="3588901" cy="3588841"/>
            <a:chOff x="5165750" y="-1146341"/>
            <a:chExt cx="2691676" cy="2691631"/>
          </a:xfrm>
        </p:grpSpPr>
        <p:sp>
          <p:nvSpPr>
            <p:cNvPr id="810" name="Google Shape;810;p27"/>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1" name="Google Shape;811;p27"/>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2" name="Google Shape;812;p27"/>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3" name="Google Shape;813;p27"/>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4" name="Google Shape;814;p27"/>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5" name="Google Shape;815;p27"/>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6" name="Google Shape;816;p27"/>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7" name="Google Shape;817;p27"/>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8" name="Google Shape;818;p27"/>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19" name="Google Shape;819;p27"/>
          <p:cNvGrpSpPr/>
          <p:nvPr/>
        </p:nvGrpSpPr>
        <p:grpSpPr>
          <a:xfrm>
            <a:off x="11310012" y="2522687"/>
            <a:ext cx="1812613" cy="1812613"/>
            <a:chOff x="3901550" y="2223725"/>
            <a:chExt cx="1557050" cy="1557050"/>
          </a:xfrm>
        </p:grpSpPr>
        <p:sp>
          <p:nvSpPr>
            <p:cNvPr id="820" name="Google Shape;820;p27"/>
            <p:cNvSpPr/>
            <p:nvPr/>
          </p:nvSpPr>
          <p:spPr>
            <a:xfrm>
              <a:off x="4212350" y="2535275"/>
              <a:ext cx="934700" cy="933925"/>
            </a:xfrm>
            <a:custGeom>
              <a:avLst/>
              <a:gdLst/>
              <a:ahLst/>
              <a:cxnLst/>
              <a:rect l="l" t="t" r="r" b="b"/>
              <a:pathLst>
                <a:path w="37388" h="37357" extrusionOk="0">
                  <a:moveTo>
                    <a:pt x="18694" y="1"/>
                  </a:moveTo>
                  <a:cubicBezTo>
                    <a:pt x="8390" y="1"/>
                    <a:pt x="1" y="8360"/>
                    <a:pt x="1" y="18664"/>
                  </a:cubicBezTo>
                  <a:cubicBezTo>
                    <a:pt x="1" y="28998"/>
                    <a:pt x="8390" y="37357"/>
                    <a:pt x="18694" y="37357"/>
                  </a:cubicBezTo>
                  <a:cubicBezTo>
                    <a:pt x="29028" y="37357"/>
                    <a:pt x="37387" y="28998"/>
                    <a:pt x="37387" y="18664"/>
                  </a:cubicBezTo>
                  <a:cubicBezTo>
                    <a:pt x="37387" y="8360"/>
                    <a:pt x="29028" y="1"/>
                    <a:pt x="1869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1" name="Google Shape;821;p27"/>
            <p:cNvSpPr/>
            <p:nvPr/>
          </p:nvSpPr>
          <p:spPr>
            <a:xfrm>
              <a:off x="4385600" y="2707775"/>
              <a:ext cx="588950" cy="588950"/>
            </a:xfrm>
            <a:custGeom>
              <a:avLst/>
              <a:gdLst/>
              <a:ahLst/>
              <a:cxnLst/>
              <a:rect l="l" t="t" r="r" b="b"/>
              <a:pathLst>
                <a:path w="23558" h="23558" fill="none" extrusionOk="0">
                  <a:moveTo>
                    <a:pt x="23557" y="11764"/>
                  </a:moveTo>
                  <a:cubicBezTo>
                    <a:pt x="23557" y="18268"/>
                    <a:pt x="18269" y="23557"/>
                    <a:pt x="11764" y="23557"/>
                  </a:cubicBezTo>
                  <a:cubicBezTo>
                    <a:pt x="5259" y="23557"/>
                    <a:pt x="1" y="18268"/>
                    <a:pt x="1" y="11764"/>
                  </a:cubicBezTo>
                  <a:cubicBezTo>
                    <a:pt x="1" y="5259"/>
                    <a:pt x="5259" y="1"/>
                    <a:pt x="11764" y="1"/>
                  </a:cubicBezTo>
                  <a:cubicBezTo>
                    <a:pt x="18269" y="1"/>
                    <a:pt x="23557" y="5259"/>
                    <a:pt x="23557" y="11764"/>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2" name="Google Shape;822;p27"/>
            <p:cNvSpPr/>
            <p:nvPr/>
          </p:nvSpPr>
          <p:spPr>
            <a:xfrm>
              <a:off x="4596100" y="2919025"/>
              <a:ext cx="167200" cy="166450"/>
            </a:xfrm>
            <a:custGeom>
              <a:avLst/>
              <a:gdLst/>
              <a:ahLst/>
              <a:cxnLst/>
              <a:rect l="l" t="t" r="r" b="b"/>
              <a:pathLst>
                <a:path w="6688" h="6658" extrusionOk="0">
                  <a:moveTo>
                    <a:pt x="3344" y="1"/>
                  </a:moveTo>
                  <a:cubicBezTo>
                    <a:pt x="1520" y="1"/>
                    <a:pt x="0" y="1490"/>
                    <a:pt x="0" y="3314"/>
                  </a:cubicBezTo>
                  <a:cubicBezTo>
                    <a:pt x="0" y="5168"/>
                    <a:pt x="1520" y="6657"/>
                    <a:pt x="3344" y="6657"/>
                  </a:cubicBezTo>
                  <a:cubicBezTo>
                    <a:pt x="5198" y="6657"/>
                    <a:pt x="6687" y="5168"/>
                    <a:pt x="6687" y="3314"/>
                  </a:cubicBezTo>
                  <a:cubicBezTo>
                    <a:pt x="6687" y="1490"/>
                    <a:pt x="5198"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3" name="Google Shape;823;p27"/>
            <p:cNvSpPr/>
            <p:nvPr/>
          </p:nvSpPr>
          <p:spPr>
            <a:xfrm>
              <a:off x="4496550" y="2819475"/>
              <a:ext cx="366300" cy="365525"/>
            </a:xfrm>
            <a:custGeom>
              <a:avLst/>
              <a:gdLst/>
              <a:ahLst/>
              <a:cxnLst/>
              <a:rect l="l" t="t" r="r" b="b"/>
              <a:pathLst>
                <a:path w="14652" h="14621" fill="none" extrusionOk="0">
                  <a:moveTo>
                    <a:pt x="14651" y="7296"/>
                  </a:moveTo>
                  <a:cubicBezTo>
                    <a:pt x="14651" y="11338"/>
                    <a:pt x="11369" y="14621"/>
                    <a:pt x="7326" y="14621"/>
                  </a:cubicBezTo>
                  <a:cubicBezTo>
                    <a:pt x="3283" y="14621"/>
                    <a:pt x="1" y="11338"/>
                    <a:pt x="1" y="7296"/>
                  </a:cubicBezTo>
                  <a:cubicBezTo>
                    <a:pt x="1" y="3283"/>
                    <a:pt x="3283" y="1"/>
                    <a:pt x="7326" y="1"/>
                  </a:cubicBezTo>
                  <a:cubicBezTo>
                    <a:pt x="11369" y="1"/>
                    <a:pt x="14651" y="3283"/>
                    <a:pt x="14651" y="7296"/>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4" name="Google Shape;824;p27"/>
            <p:cNvSpPr/>
            <p:nvPr/>
          </p:nvSpPr>
          <p:spPr>
            <a:xfrm>
              <a:off x="3901550" y="2223725"/>
              <a:ext cx="1557050" cy="1557050"/>
            </a:xfrm>
            <a:custGeom>
              <a:avLst/>
              <a:gdLst/>
              <a:ahLst/>
              <a:cxnLst/>
              <a:rect l="l" t="t" r="r" b="b"/>
              <a:pathLst>
                <a:path w="62282" h="62282" extrusionOk="0">
                  <a:moveTo>
                    <a:pt x="31126" y="5259"/>
                  </a:moveTo>
                  <a:cubicBezTo>
                    <a:pt x="45412" y="5259"/>
                    <a:pt x="57023" y="16840"/>
                    <a:pt x="57023" y="31126"/>
                  </a:cubicBezTo>
                  <a:cubicBezTo>
                    <a:pt x="57023" y="45442"/>
                    <a:pt x="45412" y="57023"/>
                    <a:pt x="31126" y="57023"/>
                  </a:cubicBezTo>
                  <a:cubicBezTo>
                    <a:pt x="16840" y="57023"/>
                    <a:pt x="5259" y="45442"/>
                    <a:pt x="5259" y="31126"/>
                  </a:cubicBezTo>
                  <a:cubicBezTo>
                    <a:pt x="5259" y="16840"/>
                    <a:pt x="16840" y="5259"/>
                    <a:pt x="31126" y="5259"/>
                  </a:cubicBezTo>
                  <a:close/>
                  <a:moveTo>
                    <a:pt x="31126" y="1"/>
                  </a:moveTo>
                  <a:cubicBezTo>
                    <a:pt x="13922" y="1"/>
                    <a:pt x="1" y="13952"/>
                    <a:pt x="1" y="31126"/>
                  </a:cubicBezTo>
                  <a:cubicBezTo>
                    <a:pt x="1" y="48330"/>
                    <a:pt x="13922" y="62281"/>
                    <a:pt x="31126" y="62281"/>
                  </a:cubicBezTo>
                  <a:cubicBezTo>
                    <a:pt x="48330" y="62281"/>
                    <a:pt x="62281" y="48330"/>
                    <a:pt x="62281" y="31126"/>
                  </a:cubicBezTo>
                  <a:cubicBezTo>
                    <a:pt x="62281" y="13952"/>
                    <a:pt x="48330" y="1"/>
                    <a:pt x="31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825" name="Google Shape;825;p27"/>
          <p:cNvSpPr/>
          <p:nvPr/>
        </p:nvSpPr>
        <p:spPr>
          <a:xfrm rot="10800000">
            <a:off x="7619778" y="0"/>
            <a:ext cx="4596332" cy="658877"/>
          </a:xfrm>
          <a:custGeom>
            <a:avLst/>
            <a:gdLst/>
            <a:ahLst/>
            <a:cxnLst/>
            <a:rect l="l" t="t" r="r" b="b"/>
            <a:pathLst>
              <a:path w="108149" h="15503" extrusionOk="0">
                <a:moveTo>
                  <a:pt x="0" y="0"/>
                </a:moveTo>
                <a:lnTo>
                  <a:pt x="0" y="15502"/>
                </a:lnTo>
                <a:lnTo>
                  <a:pt x="108148" y="15502"/>
                </a:lnTo>
                <a:cubicBezTo>
                  <a:pt x="108148" y="6931"/>
                  <a:pt x="101218" y="0"/>
                  <a:pt x="92646"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498626033"/>
      </p:ext>
    </p:extLst>
  </p:cSld>
  <p:clrMapOvr>
    <a:masterClrMapping/>
  </p:clrMapOvr>
  <p:hf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826"/>
        <p:cNvGrpSpPr/>
        <p:nvPr/>
      </p:nvGrpSpPr>
      <p:grpSpPr>
        <a:xfrm>
          <a:off x="0" y="0"/>
          <a:ext cx="0" cy="0"/>
          <a:chOff x="0" y="0"/>
          <a:chExt cx="0" cy="0"/>
        </a:xfrm>
      </p:grpSpPr>
      <p:sp>
        <p:nvSpPr>
          <p:cNvPr id="827" name="Google Shape;827;p28"/>
          <p:cNvSpPr txBox="1">
            <a:spLocks noGrp="1"/>
          </p:cNvSpPr>
          <p:nvPr>
            <p:ph type="title" hasCustomPrompt="1"/>
          </p:nvPr>
        </p:nvSpPr>
        <p:spPr>
          <a:xfrm>
            <a:off x="1307000" y="2330617"/>
            <a:ext cx="24212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5333">
                <a:solidFill>
                  <a:schemeClr val="dk2"/>
                </a:solidFill>
                <a:latin typeface="Poppins Medium"/>
                <a:ea typeface="Poppins Medium"/>
                <a:cs typeface="Poppins Medium"/>
                <a:sym typeface="Poppins Medium"/>
              </a:defRPr>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828" name="Google Shape;828;p28"/>
          <p:cNvSpPr txBox="1">
            <a:spLocks noGrp="1"/>
          </p:cNvSpPr>
          <p:nvPr>
            <p:ph type="subTitle" idx="1"/>
          </p:nvPr>
        </p:nvSpPr>
        <p:spPr>
          <a:xfrm>
            <a:off x="960000" y="3971833"/>
            <a:ext cx="3115200" cy="643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829" name="Google Shape;829;p28"/>
          <p:cNvSpPr txBox="1">
            <a:spLocks noGrp="1"/>
          </p:cNvSpPr>
          <p:nvPr>
            <p:ph type="subTitle" idx="2"/>
          </p:nvPr>
        </p:nvSpPr>
        <p:spPr>
          <a:xfrm>
            <a:off x="960000" y="4423224"/>
            <a:ext cx="3115200" cy="106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30" name="Google Shape;830;p28"/>
          <p:cNvSpPr txBox="1">
            <a:spLocks noGrp="1"/>
          </p:cNvSpPr>
          <p:nvPr>
            <p:ph type="subTitle" idx="3"/>
          </p:nvPr>
        </p:nvSpPr>
        <p:spPr>
          <a:xfrm>
            <a:off x="4538400" y="4423224"/>
            <a:ext cx="3115200" cy="106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31" name="Google Shape;831;p28"/>
          <p:cNvSpPr txBox="1">
            <a:spLocks noGrp="1"/>
          </p:cNvSpPr>
          <p:nvPr>
            <p:ph type="subTitle" idx="4"/>
          </p:nvPr>
        </p:nvSpPr>
        <p:spPr>
          <a:xfrm>
            <a:off x="8116800" y="4423224"/>
            <a:ext cx="3115200" cy="1067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32" name="Google Shape;832;p28"/>
          <p:cNvSpPr txBox="1">
            <a:spLocks noGrp="1"/>
          </p:cNvSpPr>
          <p:nvPr>
            <p:ph type="subTitle" idx="5"/>
          </p:nvPr>
        </p:nvSpPr>
        <p:spPr>
          <a:xfrm>
            <a:off x="4538400" y="3971833"/>
            <a:ext cx="3115200" cy="643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833" name="Google Shape;833;p28"/>
          <p:cNvSpPr txBox="1">
            <a:spLocks noGrp="1"/>
          </p:cNvSpPr>
          <p:nvPr>
            <p:ph type="subTitle" idx="6"/>
          </p:nvPr>
        </p:nvSpPr>
        <p:spPr>
          <a:xfrm>
            <a:off x="8116800" y="3971833"/>
            <a:ext cx="3115200" cy="6432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667">
                <a:latin typeface="Poppins Medium"/>
                <a:ea typeface="Poppins Medium"/>
                <a:cs typeface="Poppins Medium"/>
                <a:sym typeface="Poppins Medium"/>
              </a:defRPr>
            </a:lvl1pPr>
            <a:lvl2pPr lvl="1"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r>
              <a:rPr lang="en-US"/>
              <a:t>Click to edit Master subtitle style</a:t>
            </a:r>
            <a:endParaRPr/>
          </a:p>
        </p:txBody>
      </p:sp>
      <p:sp>
        <p:nvSpPr>
          <p:cNvPr id="834" name="Google Shape;834;p28"/>
          <p:cNvSpPr txBox="1">
            <a:spLocks noGrp="1"/>
          </p:cNvSpPr>
          <p:nvPr>
            <p:ph type="title" idx="7" hasCustomPrompt="1"/>
          </p:nvPr>
        </p:nvSpPr>
        <p:spPr>
          <a:xfrm>
            <a:off x="4885400" y="2330617"/>
            <a:ext cx="24212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5333">
                <a:solidFill>
                  <a:schemeClr val="dk2"/>
                </a:solidFill>
                <a:latin typeface="Poppins Medium"/>
                <a:ea typeface="Poppins Medium"/>
                <a:cs typeface="Poppins Medium"/>
                <a:sym typeface="Poppins Medium"/>
              </a:defRPr>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835" name="Google Shape;835;p28"/>
          <p:cNvSpPr txBox="1">
            <a:spLocks noGrp="1"/>
          </p:cNvSpPr>
          <p:nvPr>
            <p:ph type="title" idx="8" hasCustomPrompt="1"/>
          </p:nvPr>
        </p:nvSpPr>
        <p:spPr>
          <a:xfrm>
            <a:off x="8623567" y="2330617"/>
            <a:ext cx="24212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5333">
                <a:solidFill>
                  <a:schemeClr val="dk2"/>
                </a:solidFill>
                <a:latin typeface="Poppins Medium"/>
                <a:ea typeface="Poppins Medium"/>
                <a:cs typeface="Poppins Medium"/>
                <a:sym typeface="Poppins Medium"/>
              </a:defRPr>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836" name="Google Shape;836;p28"/>
          <p:cNvSpPr txBox="1">
            <a:spLocks noGrp="1"/>
          </p:cNvSpPr>
          <p:nvPr>
            <p:ph type="title" idx="9"/>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837" name="Google Shape;837;p28"/>
          <p:cNvGrpSpPr/>
          <p:nvPr/>
        </p:nvGrpSpPr>
        <p:grpSpPr>
          <a:xfrm flipH="1">
            <a:off x="3103006" y="6132567"/>
            <a:ext cx="5985967" cy="258367"/>
            <a:chOff x="1784500" y="1867350"/>
            <a:chExt cx="4489475" cy="193775"/>
          </a:xfrm>
        </p:grpSpPr>
        <p:sp>
          <p:nvSpPr>
            <p:cNvPr id="838" name="Google Shape;838;p28"/>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9" name="Google Shape;839;p28"/>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0" name="Google Shape;840;p28"/>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41" name="Google Shape;841;p28"/>
          <p:cNvGrpSpPr/>
          <p:nvPr/>
        </p:nvGrpSpPr>
        <p:grpSpPr>
          <a:xfrm rot="10800000" flipH="1">
            <a:off x="9841507" y="-670253"/>
            <a:ext cx="4509733" cy="2658600"/>
            <a:chOff x="1317925" y="2802775"/>
            <a:chExt cx="3382300" cy="1993950"/>
          </a:xfrm>
        </p:grpSpPr>
        <p:sp>
          <p:nvSpPr>
            <p:cNvPr id="842" name="Google Shape;842;p28"/>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3" name="Google Shape;843;p28"/>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4" name="Google Shape;844;p28"/>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5" name="Google Shape;845;p28"/>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6" name="Google Shape;846;p28"/>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7" name="Google Shape;847;p28"/>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8" name="Google Shape;848;p28"/>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9" name="Google Shape;849;p28"/>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0" name="Google Shape;850;p28"/>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1" name="Google Shape;851;p28"/>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2" name="Google Shape;852;p28"/>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3" name="Google Shape;853;p28"/>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54" name="Google Shape;854;p28"/>
          <p:cNvGrpSpPr/>
          <p:nvPr/>
        </p:nvGrpSpPr>
        <p:grpSpPr>
          <a:xfrm>
            <a:off x="-1362301" y="0"/>
            <a:ext cx="2313272" cy="2313272"/>
            <a:chOff x="6340050" y="754850"/>
            <a:chExt cx="1595800" cy="1595800"/>
          </a:xfrm>
        </p:grpSpPr>
        <p:sp>
          <p:nvSpPr>
            <p:cNvPr id="855" name="Google Shape;855;p28"/>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6" name="Google Shape;856;p28"/>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7" name="Google Shape;857;p28"/>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749763080"/>
      </p:ext>
    </p:extLst>
  </p:cSld>
  <p:clrMapOvr>
    <a:masterClrMapping/>
  </p:clrMapOvr>
  <p:hf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858"/>
        <p:cNvGrpSpPr/>
        <p:nvPr/>
      </p:nvGrpSpPr>
      <p:grpSpPr>
        <a:xfrm>
          <a:off x="0" y="0"/>
          <a:ext cx="0" cy="0"/>
          <a:chOff x="0" y="0"/>
          <a:chExt cx="0" cy="0"/>
        </a:xfrm>
      </p:grpSpPr>
      <p:sp>
        <p:nvSpPr>
          <p:cNvPr id="859" name="Google Shape;859;p29"/>
          <p:cNvSpPr txBox="1">
            <a:spLocks noGrp="1"/>
          </p:cNvSpPr>
          <p:nvPr>
            <p:ph type="title"/>
          </p:nvPr>
        </p:nvSpPr>
        <p:spPr>
          <a:xfrm>
            <a:off x="950967" y="3158600"/>
            <a:ext cx="6132800" cy="11420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5333">
                <a:latin typeface="Poppins Medium"/>
                <a:ea typeface="Poppins Medium"/>
                <a:cs typeface="Poppins Medium"/>
                <a:sym typeface="Poppins Medium"/>
              </a:defRPr>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n-US"/>
              <a:t>Click to edit Master title style</a:t>
            </a:r>
            <a:endParaRPr/>
          </a:p>
        </p:txBody>
      </p:sp>
      <p:sp>
        <p:nvSpPr>
          <p:cNvPr id="860" name="Google Shape;860;p29"/>
          <p:cNvSpPr txBox="1">
            <a:spLocks noGrp="1"/>
          </p:cNvSpPr>
          <p:nvPr>
            <p:ph type="title" idx="2" hasCustomPrompt="1"/>
          </p:nvPr>
        </p:nvSpPr>
        <p:spPr>
          <a:xfrm>
            <a:off x="950967" y="1295551"/>
            <a:ext cx="2501200" cy="15164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12000">
                <a:solidFill>
                  <a:schemeClr val="dk2"/>
                </a:solidFill>
                <a:latin typeface="Poppins Medium"/>
                <a:ea typeface="Poppins Medium"/>
                <a:cs typeface="Poppins Medium"/>
                <a:sym typeface="Poppins Medium"/>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861" name="Google Shape;861;p29"/>
          <p:cNvSpPr txBox="1">
            <a:spLocks noGrp="1"/>
          </p:cNvSpPr>
          <p:nvPr>
            <p:ph type="subTitle" idx="1"/>
          </p:nvPr>
        </p:nvSpPr>
        <p:spPr>
          <a:xfrm>
            <a:off x="950967" y="4292033"/>
            <a:ext cx="6132800" cy="66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r>
              <a:rPr lang="en-US"/>
              <a:t>Click to edit Master subtitle style</a:t>
            </a:r>
            <a:endParaRPr/>
          </a:p>
        </p:txBody>
      </p:sp>
      <p:grpSp>
        <p:nvGrpSpPr>
          <p:cNvPr id="862" name="Google Shape;862;p29"/>
          <p:cNvGrpSpPr/>
          <p:nvPr/>
        </p:nvGrpSpPr>
        <p:grpSpPr>
          <a:xfrm>
            <a:off x="10399033" y="5429400"/>
            <a:ext cx="842000" cy="961533"/>
            <a:chOff x="6533825" y="4313425"/>
            <a:chExt cx="631500" cy="721150"/>
          </a:xfrm>
        </p:grpSpPr>
        <p:sp>
          <p:nvSpPr>
            <p:cNvPr id="863" name="Google Shape;863;p29"/>
            <p:cNvSpPr/>
            <p:nvPr/>
          </p:nvSpPr>
          <p:spPr>
            <a:xfrm>
              <a:off x="6965450" y="4978325"/>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4" name="Google Shape;864;p29"/>
            <p:cNvSpPr/>
            <p:nvPr/>
          </p:nvSpPr>
          <p:spPr>
            <a:xfrm>
              <a:off x="6965450" y="4811900"/>
              <a:ext cx="56250" cy="56275"/>
            </a:xfrm>
            <a:custGeom>
              <a:avLst/>
              <a:gdLst/>
              <a:ahLst/>
              <a:cxnLst/>
              <a:rect l="l" t="t" r="r" b="b"/>
              <a:pathLst>
                <a:path w="2250" h="2251" extrusionOk="0">
                  <a:moveTo>
                    <a:pt x="1125" y="1"/>
                  </a:moveTo>
                  <a:cubicBezTo>
                    <a:pt x="517" y="1"/>
                    <a:pt x="0" y="518"/>
                    <a:pt x="0" y="1126"/>
                  </a:cubicBezTo>
                  <a:cubicBezTo>
                    <a:pt x="0" y="1764"/>
                    <a:pt x="517" y="2250"/>
                    <a:pt x="1125" y="2250"/>
                  </a:cubicBezTo>
                  <a:cubicBezTo>
                    <a:pt x="1733" y="2250"/>
                    <a:pt x="2249" y="1764"/>
                    <a:pt x="2249" y="1126"/>
                  </a:cubicBezTo>
                  <a:cubicBezTo>
                    <a:pt x="224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5" name="Google Shape;865;p29"/>
            <p:cNvSpPr/>
            <p:nvPr/>
          </p:nvSpPr>
          <p:spPr>
            <a:xfrm>
              <a:off x="6965450" y="4646250"/>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6" name="Google Shape;866;p29"/>
            <p:cNvSpPr/>
            <p:nvPr/>
          </p:nvSpPr>
          <p:spPr>
            <a:xfrm>
              <a:off x="6965450" y="44798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7" name="Google Shape;867;p29"/>
            <p:cNvSpPr/>
            <p:nvPr/>
          </p:nvSpPr>
          <p:spPr>
            <a:xfrm>
              <a:off x="6965450" y="4313425"/>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8" name="Google Shape;868;p29"/>
            <p:cNvSpPr/>
            <p:nvPr/>
          </p:nvSpPr>
          <p:spPr>
            <a:xfrm>
              <a:off x="6821825" y="4978325"/>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9" name="Google Shape;869;p29"/>
            <p:cNvSpPr/>
            <p:nvPr/>
          </p:nvSpPr>
          <p:spPr>
            <a:xfrm>
              <a:off x="6821825" y="4811900"/>
              <a:ext cx="55500" cy="56275"/>
            </a:xfrm>
            <a:custGeom>
              <a:avLst/>
              <a:gdLst/>
              <a:ahLst/>
              <a:cxnLst/>
              <a:rect l="l" t="t" r="r" b="b"/>
              <a:pathLst>
                <a:path w="2220" h="2251" extrusionOk="0">
                  <a:moveTo>
                    <a:pt x="1125" y="1"/>
                  </a:moveTo>
                  <a:cubicBezTo>
                    <a:pt x="487" y="1"/>
                    <a:pt x="0" y="518"/>
                    <a:pt x="0" y="1126"/>
                  </a:cubicBezTo>
                  <a:cubicBezTo>
                    <a:pt x="0" y="1764"/>
                    <a:pt x="487" y="2250"/>
                    <a:pt x="1125" y="2250"/>
                  </a:cubicBezTo>
                  <a:cubicBezTo>
                    <a:pt x="1733" y="2250"/>
                    <a:pt x="2219" y="1764"/>
                    <a:pt x="2219" y="1126"/>
                  </a:cubicBezTo>
                  <a:cubicBezTo>
                    <a:pt x="221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0" name="Google Shape;870;p29"/>
            <p:cNvSpPr/>
            <p:nvPr/>
          </p:nvSpPr>
          <p:spPr>
            <a:xfrm>
              <a:off x="6821825" y="4646250"/>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1" name="Google Shape;871;p29"/>
            <p:cNvSpPr/>
            <p:nvPr/>
          </p:nvSpPr>
          <p:spPr>
            <a:xfrm>
              <a:off x="6821825" y="44798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2" name="Google Shape;872;p29"/>
            <p:cNvSpPr/>
            <p:nvPr/>
          </p:nvSpPr>
          <p:spPr>
            <a:xfrm>
              <a:off x="6821825" y="4313425"/>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3" name="Google Shape;873;p29"/>
            <p:cNvSpPr/>
            <p:nvPr/>
          </p:nvSpPr>
          <p:spPr>
            <a:xfrm>
              <a:off x="7109825" y="4978325"/>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4" name="Google Shape;874;p29"/>
            <p:cNvSpPr/>
            <p:nvPr/>
          </p:nvSpPr>
          <p:spPr>
            <a:xfrm>
              <a:off x="7109825" y="4811900"/>
              <a:ext cx="55500" cy="56275"/>
            </a:xfrm>
            <a:custGeom>
              <a:avLst/>
              <a:gdLst/>
              <a:ahLst/>
              <a:cxnLst/>
              <a:rect l="l" t="t" r="r" b="b"/>
              <a:pathLst>
                <a:path w="2220" h="2251" extrusionOk="0">
                  <a:moveTo>
                    <a:pt x="1125" y="1"/>
                  </a:moveTo>
                  <a:cubicBezTo>
                    <a:pt x="487" y="1"/>
                    <a:pt x="0" y="518"/>
                    <a:pt x="0" y="1126"/>
                  </a:cubicBezTo>
                  <a:cubicBezTo>
                    <a:pt x="0" y="1764"/>
                    <a:pt x="487" y="2250"/>
                    <a:pt x="1125" y="2250"/>
                  </a:cubicBezTo>
                  <a:cubicBezTo>
                    <a:pt x="1733" y="2250"/>
                    <a:pt x="2219" y="1764"/>
                    <a:pt x="2219" y="1126"/>
                  </a:cubicBezTo>
                  <a:cubicBezTo>
                    <a:pt x="221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5" name="Google Shape;875;p29"/>
            <p:cNvSpPr/>
            <p:nvPr/>
          </p:nvSpPr>
          <p:spPr>
            <a:xfrm>
              <a:off x="7109825" y="4646250"/>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6" name="Google Shape;876;p29"/>
            <p:cNvSpPr/>
            <p:nvPr/>
          </p:nvSpPr>
          <p:spPr>
            <a:xfrm>
              <a:off x="7109825" y="44798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7" name="Google Shape;877;p29"/>
            <p:cNvSpPr/>
            <p:nvPr/>
          </p:nvSpPr>
          <p:spPr>
            <a:xfrm>
              <a:off x="7109825" y="4313425"/>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8" name="Google Shape;878;p29"/>
            <p:cNvSpPr/>
            <p:nvPr/>
          </p:nvSpPr>
          <p:spPr>
            <a:xfrm>
              <a:off x="6677450" y="4978325"/>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9" name="Google Shape;879;p29"/>
            <p:cNvSpPr/>
            <p:nvPr/>
          </p:nvSpPr>
          <p:spPr>
            <a:xfrm>
              <a:off x="6677450" y="4811900"/>
              <a:ext cx="56250" cy="56275"/>
            </a:xfrm>
            <a:custGeom>
              <a:avLst/>
              <a:gdLst/>
              <a:ahLst/>
              <a:cxnLst/>
              <a:rect l="l" t="t" r="r" b="b"/>
              <a:pathLst>
                <a:path w="2250" h="2251" extrusionOk="0">
                  <a:moveTo>
                    <a:pt x="1125" y="1"/>
                  </a:moveTo>
                  <a:cubicBezTo>
                    <a:pt x="517" y="1"/>
                    <a:pt x="0" y="518"/>
                    <a:pt x="0" y="1126"/>
                  </a:cubicBezTo>
                  <a:cubicBezTo>
                    <a:pt x="0" y="1764"/>
                    <a:pt x="517" y="2250"/>
                    <a:pt x="1125" y="2250"/>
                  </a:cubicBezTo>
                  <a:cubicBezTo>
                    <a:pt x="1733" y="2250"/>
                    <a:pt x="2249" y="1764"/>
                    <a:pt x="2249" y="1126"/>
                  </a:cubicBezTo>
                  <a:cubicBezTo>
                    <a:pt x="224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0" name="Google Shape;880;p29"/>
            <p:cNvSpPr/>
            <p:nvPr/>
          </p:nvSpPr>
          <p:spPr>
            <a:xfrm>
              <a:off x="6677450" y="4646250"/>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1" name="Google Shape;881;p29"/>
            <p:cNvSpPr/>
            <p:nvPr/>
          </p:nvSpPr>
          <p:spPr>
            <a:xfrm>
              <a:off x="6677450" y="44798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2" name="Google Shape;882;p29"/>
            <p:cNvSpPr/>
            <p:nvPr/>
          </p:nvSpPr>
          <p:spPr>
            <a:xfrm>
              <a:off x="6677450" y="4313425"/>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3" name="Google Shape;883;p29"/>
            <p:cNvSpPr/>
            <p:nvPr/>
          </p:nvSpPr>
          <p:spPr>
            <a:xfrm>
              <a:off x="6533825" y="4978325"/>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4" name="Google Shape;884;p29"/>
            <p:cNvSpPr/>
            <p:nvPr/>
          </p:nvSpPr>
          <p:spPr>
            <a:xfrm>
              <a:off x="6533825" y="4811900"/>
              <a:ext cx="55500" cy="56275"/>
            </a:xfrm>
            <a:custGeom>
              <a:avLst/>
              <a:gdLst/>
              <a:ahLst/>
              <a:cxnLst/>
              <a:rect l="l" t="t" r="r" b="b"/>
              <a:pathLst>
                <a:path w="2220" h="2251" extrusionOk="0">
                  <a:moveTo>
                    <a:pt x="1125" y="1"/>
                  </a:moveTo>
                  <a:cubicBezTo>
                    <a:pt x="487" y="1"/>
                    <a:pt x="0" y="518"/>
                    <a:pt x="0" y="1126"/>
                  </a:cubicBezTo>
                  <a:cubicBezTo>
                    <a:pt x="0" y="1764"/>
                    <a:pt x="487" y="2250"/>
                    <a:pt x="1125" y="2250"/>
                  </a:cubicBezTo>
                  <a:cubicBezTo>
                    <a:pt x="1733" y="2250"/>
                    <a:pt x="2219" y="1764"/>
                    <a:pt x="2219" y="1126"/>
                  </a:cubicBezTo>
                  <a:cubicBezTo>
                    <a:pt x="221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5" name="Google Shape;885;p29"/>
            <p:cNvSpPr/>
            <p:nvPr/>
          </p:nvSpPr>
          <p:spPr>
            <a:xfrm>
              <a:off x="6533825" y="4646250"/>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6" name="Google Shape;886;p29"/>
            <p:cNvSpPr/>
            <p:nvPr/>
          </p:nvSpPr>
          <p:spPr>
            <a:xfrm>
              <a:off x="6533825" y="44798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7" name="Google Shape;887;p29"/>
            <p:cNvSpPr/>
            <p:nvPr/>
          </p:nvSpPr>
          <p:spPr>
            <a:xfrm>
              <a:off x="6533825" y="4313425"/>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88" name="Google Shape;888;p29"/>
          <p:cNvGrpSpPr/>
          <p:nvPr/>
        </p:nvGrpSpPr>
        <p:grpSpPr>
          <a:xfrm flipH="1">
            <a:off x="950957" y="6132567"/>
            <a:ext cx="5985967" cy="258367"/>
            <a:chOff x="1784500" y="1867350"/>
            <a:chExt cx="4489475" cy="193775"/>
          </a:xfrm>
        </p:grpSpPr>
        <p:sp>
          <p:nvSpPr>
            <p:cNvPr id="889" name="Google Shape;889;p29"/>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0" name="Google Shape;890;p29"/>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1" name="Google Shape;891;p29"/>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220126110"/>
      </p:ext>
    </p:extLst>
  </p:cSld>
  <p:clrMapOvr>
    <a:masterClrMapping/>
  </p:clrMapOvr>
  <p:hf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892"/>
        <p:cNvGrpSpPr/>
        <p:nvPr/>
      </p:nvGrpSpPr>
      <p:grpSpPr>
        <a:xfrm>
          <a:off x="0" y="0"/>
          <a:ext cx="0" cy="0"/>
          <a:chOff x="0" y="0"/>
          <a:chExt cx="0" cy="0"/>
        </a:xfrm>
      </p:grpSpPr>
      <p:sp>
        <p:nvSpPr>
          <p:cNvPr id="893" name="Google Shape;893;p30"/>
          <p:cNvSpPr txBox="1">
            <a:spLocks noGrp="1"/>
          </p:cNvSpPr>
          <p:nvPr>
            <p:ph type="title"/>
          </p:nvPr>
        </p:nvSpPr>
        <p:spPr>
          <a:xfrm>
            <a:off x="3029584" y="3158600"/>
            <a:ext cx="6132800" cy="1142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5333">
                <a:latin typeface="Poppins Medium"/>
                <a:ea typeface="Poppins Medium"/>
                <a:cs typeface="Poppins Medium"/>
                <a:sym typeface="Poppins Medium"/>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894" name="Google Shape;894;p30"/>
          <p:cNvSpPr txBox="1">
            <a:spLocks noGrp="1"/>
          </p:cNvSpPr>
          <p:nvPr>
            <p:ph type="title" idx="2" hasCustomPrompt="1"/>
          </p:nvPr>
        </p:nvSpPr>
        <p:spPr>
          <a:xfrm>
            <a:off x="4845384" y="1295551"/>
            <a:ext cx="2501200" cy="15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2000">
                <a:solidFill>
                  <a:schemeClr val="dk2"/>
                </a:solidFill>
                <a:latin typeface="Poppins Medium"/>
                <a:ea typeface="Poppins Medium"/>
                <a:cs typeface="Poppins Medium"/>
                <a:sym typeface="Poppins Medium"/>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895" name="Google Shape;895;p30"/>
          <p:cNvSpPr txBox="1">
            <a:spLocks noGrp="1"/>
          </p:cNvSpPr>
          <p:nvPr>
            <p:ph type="subTitle" idx="1"/>
          </p:nvPr>
        </p:nvSpPr>
        <p:spPr>
          <a:xfrm>
            <a:off x="3029584" y="4292033"/>
            <a:ext cx="6132800" cy="66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133"/>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grpSp>
        <p:nvGrpSpPr>
          <p:cNvPr id="896" name="Google Shape;896;p30"/>
          <p:cNvGrpSpPr/>
          <p:nvPr/>
        </p:nvGrpSpPr>
        <p:grpSpPr>
          <a:xfrm flipH="1">
            <a:off x="-818807" y="-673771"/>
            <a:ext cx="2527777" cy="2527821"/>
            <a:chOff x="3835450" y="-252000"/>
            <a:chExt cx="1445325" cy="1445350"/>
          </a:xfrm>
        </p:grpSpPr>
        <p:sp>
          <p:nvSpPr>
            <p:cNvPr id="897" name="Google Shape;897;p30"/>
            <p:cNvSpPr/>
            <p:nvPr/>
          </p:nvSpPr>
          <p:spPr>
            <a:xfrm>
              <a:off x="3835450" y="-252000"/>
              <a:ext cx="1445325" cy="1445350"/>
            </a:xfrm>
            <a:custGeom>
              <a:avLst/>
              <a:gdLst/>
              <a:ahLst/>
              <a:cxnLst/>
              <a:rect l="l" t="t" r="r" b="b"/>
              <a:pathLst>
                <a:path w="57813" h="57814" fill="none" extrusionOk="0">
                  <a:moveTo>
                    <a:pt x="43375" y="14439"/>
                  </a:moveTo>
                  <a:lnTo>
                    <a:pt x="28907" y="1"/>
                  </a:lnTo>
                  <a:lnTo>
                    <a:pt x="14438" y="14439"/>
                  </a:lnTo>
                  <a:lnTo>
                    <a:pt x="0" y="28907"/>
                  </a:lnTo>
                  <a:lnTo>
                    <a:pt x="14438" y="43375"/>
                  </a:lnTo>
                  <a:lnTo>
                    <a:pt x="28907" y="57813"/>
                  </a:lnTo>
                  <a:lnTo>
                    <a:pt x="43375" y="43375"/>
                  </a:lnTo>
                  <a:lnTo>
                    <a:pt x="57813" y="2890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8" name="Google Shape;898;p30"/>
            <p:cNvSpPr/>
            <p:nvPr/>
          </p:nvSpPr>
          <p:spPr>
            <a:xfrm>
              <a:off x="3972225" y="-115200"/>
              <a:ext cx="1171775" cy="1171750"/>
            </a:xfrm>
            <a:custGeom>
              <a:avLst/>
              <a:gdLst/>
              <a:ahLst/>
              <a:cxnLst/>
              <a:rect l="l" t="t" r="r" b="b"/>
              <a:pathLst>
                <a:path w="46871" h="46870" fill="none" extrusionOk="0">
                  <a:moveTo>
                    <a:pt x="46871" y="23435"/>
                  </a:moveTo>
                  <a:lnTo>
                    <a:pt x="35138" y="11733"/>
                  </a:lnTo>
                  <a:lnTo>
                    <a:pt x="23436" y="0"/>
                  </a:lnTo>
                  <a:lnTo>
                    <a:pt x="11733" y="11733"/>
                  </a:lnTo>
                  <a:lnTo>
                    <a:pt x="0" y="23435"/>
                  </a:lnTo>
                  <a:lnTo>
                    <a:pt x="11733" y="35137"/>
                  </a:lnTo>
                  <a:lnTo>
                    <a:pt x="23436" y="46870"/>
                  </a:lnTo>
                  <a:lnTo>
                    <a:pt x="35138" y="3513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9" name="Google Shape;899;p30"/>
            <p:cNvSpPr/>
            <p:nvPr/>
          </p:nvSpPr>
          <p:spPr>
            <a:xfrm>
              <a:off x="4109775" y="22325"/>
              <a:ext cx="896700" cy="896700"/>
            </a:xfrm>
            <a:custGeom>
              <a:avLst/>
              <a:gdLst/>
              <a:ahLst/>
              <a:cxnLst/>
              <a:rect l="l" t="t" r="r" b="b"/>
              <a:pathLst>
                <a:path w="35868" h="35868" fill="none" extrusionOk="0">
                  <a:moveTo>
                    <a:pt x="35867" y="17934"/>
                  </a:moveTo>
                  <a:lnTo>
                    <a:pt x="26900" y="8967"/>
                  </a:lnTo>
                  <a:lnTo>
                    <a:pt x="17934" y="1"/>
                  </a:lnTo>
                  <a:lnTo>
                    <a:pt x="8967" y="8967"/>
                  </a:lnTo>
                  <a:lnTo>
                    <a:pt x="0" y="17934"/>
                  </a:lnTo>
                  <a:lnTo>
                    <a:pt x="8967" y="26901"/>
                  </a:lnTo>
                  <a:lnTo>
                    <a:pt x="17934" y="35867"/>
                  </a:lnTo>
                  <a:lnTo>
                    <a:pt x="26900" y="2690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0" name="Google Shape;900;p30"/>
            <p:cNvSpPr/>
            <p:nvPr/>
          </p:nvSpPr>
          <p:spPr>
            <a:xfrm>
              <a:off x="4247300" y="159875"/>
              <a:ext cx="621625" cy="621600"/>
            </a:xfrm>
            <a:custGeom>
              <a:avLst/>
              <a:gdLst/>
              <a:ahLst/>
              <a:cxnLst/>
              <a:rect l="l" t="t" r="r" b="b"/>
              <a:pathLst>
                <a:path w="24865" h="24864" fill="none" extrusionOk="0">
                  <a:moveTo>
                    <a:pt x="24864" y="12432"/>
                  </a:moveTo>
                  <a:lnTo>
                    <a:pt x="18664" y="6201"/>
                  </a:lnTo>
                  <a:lnTo>
                    <a:pt x="12433" y="0"/>
                  </a:lnTo>
                  <a:lnTo>
                    <a:pt x="6201" y="6201"/>
                  </a:lnTo>
                  <a:lnTo>
                    <a:pt x="1" y="12432"/>
                  </a:lnTo>
                  <a:lnTo>
                    <a:pt x="6201" y="18663"/>
                  </a:lnTo>
                  <a:lnTo>
                    <a:pt x="12433" y="24864"/>
                  </a:lnTo>
                  <a:lnTo>
                    <a:pt x="18664" y="18663"/>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1" name="Google Shape;901;p30"/>
            <p:cNvSpPr/>
            <p:nvPr/>
          </p:nvSpPr>
          <p:spPr>
            <a:xfrm>
              <a:off x="4384075" y="296650"/>
              <a:ext cx="348075" cy="348050"/>
            </a:xfrm>
            <a:custGeom>
              <a:avLst/>
              <a:gdLst/>
              <a:ahLst/>
              <a:cxnLst/>
              <a:rect l="l" t="t" r="r" b="b"/>
              <a:pathLst>
                <a:path w="13923" h="13922" fill="none" extrusionOk="0">
                  <a:moveTo>
                    <a:pt x="10427" y="3496"/>
                  </a:moveTo>
                  <a:lnTo>
                    <a:pt x="6962" y="0"/>
                  </a:lnTo>
                  <a:lnTo>
                    <a:pt x="3496" y="3496"/>
                  </a:lnTo>
                  <a:lnTo>
                    <a:pt x="1" y="6961"/>
                  </a:lnTo>
                  <a:lnTo>
                    <a:pt x="3496" y="10426"/>
                  </a:lnTo>
                  <a:lnTo>
                    <a:pt x="6962" y="13922"/>
                  </a:lnTo>
                  <a:lnTo>
                    <a:pt x="10427" y="10426"/>
                  </a:lnTo>
                  <a:lnTo>
                    <a:pt x="13922" y="696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02" name="Google Shape;902;p30"/>
          <p:cNvGrpSpPr/>
          <p:nvPr/>
        </p:nvGrpSpPr>
        <p:grpSpPr>
          <a:xfrm flipH="1">
            <a:off x="10483019" y="320673"/>
            <a:ext cx="3721715" cy="3466201"/>
            <a:chOff x="-1466486" y="2736279"/>
            <a:chExt cx="2791286" cy="2599651"/>
          </a:xfrm>
        </p:grpSpPr>
        <p:sp>
          <p:nvSpPr>
            <p:cNvPr id="903" name="Google Shape;903;p30"/>
            <p:cNvSpPr/>
            <p:nvPr/>
          </p:nvSpPr>
          <p:spPr>
            <a:xfrm>
              <a:off x="-1466486" y="2736279"/>
              <a:ext cx="2599651" cy="2599651"/>
            </a:xfrm>
            <a:custGeom>
              <a:avLst/>
              <a:gdLst/>
              <a:ahLst/>
              <a:cxnLst/>
              <a:rect l="l" t="t" r="r" b="b"/>
              <a:pathLst>
                <a:path w="62282" h="62282" extrusionOk="0">
                  <a:moveTo>
                    <a:pt x="31126" y="5259"/>
                  </a:moveTo>
                  <a:cubicBezTo>
                    <a:pt x="45412" y="5259"/>
                    <a:pt x="57023" y="16840"/>
                    <a:pt x="57023" y="31126"/>
                  </a:cubicBezTo>
                  <a:cubicBezTo>
                    <a:pt x="57023" y="45442"/>
                    <a:pt x="45412" y="57023"/>
                    <a:pt x="31126" y="57023"/>
                  </a:cubicBezTo>
                  <a:cubicBezTo>
                    <a:pt x="16840" y="57023"/>
                    <a:pt x="5259" y="45442"/>
                    <a:pt x="5259" y="31126"/>
                  </a:cubicBezTo>
                  <a:cubicBezTo>
                    <a:pt x="5259" y="16840"/>
                    <a:pt x="16840" y="5259"/>
                    <a:pt x="31126" y="5259"/>
                  </a:cubicBezTo>
                  <a:close/>
                  <a:moveTo>
                    <a:pt x="31126" y="1"/>
                  </a:moveTo>
                  <a:cubicBezTo>
                    <a:pt x="13922" y="1"/>
                    <a:pt x="1" y="13952"/>
                    <a:pt x="1" y="31126"/>
                  </a:cubicBezTo>
                  <a:cubicBezTo>
                    <a:pt x="1" y="48330"/>
                    <a:pt x="13922" y="62281"/>
                    <a:pt x="31126" y="62281"/>
                  </a:cubicBezTo>
                  <a:cubicBezTo>
                    <a:pt x="48330" y="62281"/>
                    <a:pt x="62281" y="48330"/>
                    <a:pt x="62281" y="31126"/>
                  </a:cubicBezTo>
                  <a:cubicBezTo>
                    <a:pt x="62281" y="13952"/>
                    <a:pt x="48330" y="1"/>
                    <a:pt x="31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904" name="Google Shape;904;p30"/>
            <p:cNvGrpSpPr/>
            <p:nvPr/>
          </p:nvGrpSpPr>
          <p:grpSpPr>
            <a:xfrm>
              <a:off x="713226" y="3730956"/>
              <a:ext cx="611574" cy="610281"/>
              <a:chOff x="4496550" y="2819475"/>
              <a:chExt cx="366300" cy="365525"/>
            </a:xfrm>
          </p:grpSpPr>
          <p:sp>
            <p:nvSpPr>
              <p:cNvPr id="905" name="Google Shape;905;p30"/>
              <p:cNvSpPr/>
              <p:nvPr/>
            </p:nvSpPr>
            <p:spPr>
              <a:xfrm>
                <a:off x="4596100" y="2919025"/>
                <a:ext cx="167200" cy="166450"/>
              </a:xfrm>
              <a:custGeom>
                <a:avLst/>
                <a:gdLst/>
                <a:ahLst/>
                <a:cxnLst/>
                <a:rect l="l" t="t" r="r" b="b"/>
                <a:pathLst>
                  <a:path w="6688" h="6658" extrusionOk="0">
                    <a:moveTo>
                      <a:pt x="3344" y="1"/>
                    </a:moveTo>
                    <a:cubicBezTo>
                      <a:pt x="1520" y="1"/>
                      <a:pt x="0" y="1490"/>
                      <a:pt x="0" y="3314"/>
                    </a:cubicBezTo>
                    <a:cubicBezTo>
                      <a:pt x="0" y="5168"/>
                      <a:pt x="1520" y="6657"/>
                      <a:pt x="3344" y="6657"/>
                    </a:cubicBezTo>
                    <a:cubicBezTo>
                      <a:pt x="5198" y="6657"/>
                      <a:pt x="6687" y="5168"/>
                      <a:pt x="6687" y="3314"/>
                    </a:cubicBezTo>
                    <a:cubicBezTo>
                      <a:pt x="6687" y="1490"/>
                      <a:pt x="5198" y="1"/>
                      <a:pt x="3344"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6" name="Google Shape;906;p30"/>
              <p:cNvSpPr/>
              <p:nvPr/>
            </p:nvSpPr>
            <p:spPr>
              <a:xfrm>
                <a:off x="4496550" y="2819475"/>
                <a:ext cx="366300" cy="365525"/>
              </a:xfrm>
              <a:custGeom>
                <a:avLst/>
                <a:gdLst/>
                <a:ahLst/>
                <a:cxnLst/>
                <a:rect l="l" t="t" r="r" b="b"/>
                <a:pathLst>
                  <a:path w="14652" h="14621" fill="none" extrusionOk="0">
                    <a:moveTo>
                      <a:pt x="14651" y="7296"/>
                    </a:moveTo>
                    <a:cubicBezTo>
                      <a:pt x="14651" y="11338"/>
                      <a:pt x="11369" y="14621"/>
                      <a:pt x="7326" y="14621"/>
                    </a:cubicBezTo>
                    <a:cubicBezTo>
                      <a:pt x="3283" y="14621"/>
                      <a:pt x="1" y="11338"/>
                      <a:pt x="1" y="7296"/>
                    </a:cubicBezTo>
                    <a:cubicBezTo>
                      <a:pt x="1" y="3283"/>
                      <a:pt x="3283" y="1"/>
                      <a:pt x="7326" y="1"/>
                    </a:cubicBezTo>
                    <a:cubicBezTo>
                      <a:pt x="11369" y="1"/>
                      <a:pt x="14651" y="3283"/>
                      <a:pt x="14651" y="7296"/>
                    </a:cubicBez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907" name="Google Shape;907;p30"/>
          <p:cNvGrpSpPr/>
          <p:nvPr/>
        </p:nvGrpSpPr>
        <p:grpSpPr>
          <a:xfrm>
            <a:off x="3103011" y="6132567"/>
            <a:ext cx="5985967" cy="258367"/>
            <a:chOff x="1784500" y="1867350"/>
            <a:chExt cx="4489475" cy="193775"/>
          </a:xfrm>
        </p:grpSpPr>
        <p:sp>
          <p:nvSpPr>
            <p:cNvPr id="908" name="Google Shape;908;p30"/>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9" name="Google Shape;909;p30"/>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0" name="Google Shape;910;p30"/>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11" name="Google Shape;911;p30"/>
          <p:cNvGrpSpPr/>
          <p:nvPr/>
        </p:nvGrpSpPr>
        <p:grpSpPr>
          <a:xfrm>
            <a:off x="327101" y="5429400"/>
            <a:ext cx="266500" cy="961533"/>
            <a:chOff x="188762" y="539500"/>
            <a:chExt cx="199875" cy="721150"/>
          </a:xfrm>
        </p:grpSpPr>
        <p:sp>
          <p:nvSpPr>
            <p:cNvPr id="912" name="Google Shape;912;p30"/>
            <p:cNvSpPr/>
            <p:nvPr/>
          </p:nvSpPr>
          <p:spPr>
            <a:xfrm flipH="1">
              <a:off x="332387" y="1204400"/>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3" name="Google Shape;913;p30"/>
            <p:cNvSpPr/>
            <p:nvPr/>
          </p:nvSpPr>
          <p:spPr>
            <a:xfrm flipH="1">
              <a:off x="332387" y="1037975"/>
              <a:ext cx="56250" cy="56275"/>
            </a:xfrm>
            <a:custGeom>
              <a:avLst/>
              <a:gdLst/>
              <a:ahLst/>
              <a:cxnLst/>
              <a:rect l="l" t="t" r="r" b="b"/>
              <a:pathLst>
                <a:path w="2250" h="2251" extrusionOk="0">
                  <a:moveTo>
                    <a:pt x="1125" y="1"/>
                  </a:moveTo>
                  <a:cubicBezTo>
                    <a:pt x="517" y="1"/>
                    <a:pt x="0" y="518"/>
                    <a:pt x="0" y="1126"/>
                  </a:cubicBezTo>
                  <a:cubicBezTo>
                    <a:pt x="0" y="1764"/>
                    <a:pt x="517" y="2250"/>
                    <a:pt x="1125" y="2250"/>
                  </a:cubicBezTo>
                  <a:cubicBezTo>
                    <a:pt x="1733" y="2250"/>
                    <a:pt x="2249" y="1764"/>
                    <a:pt x="2249" y="1126"/>
                  </a:cubicBezTo>
                  <a:cubicBezTo>
                    <a:pt x="224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4" name="Google Shape;914;p30"/>
            <p:cNvSpPr/>
            <p:nvPr/>
          </p:nvSpPr>
          <p:spPr>
            <a:xfrm flipH="1">
              <a:off x="332387" y="872325"/>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5" name="Google Shape;915;p30"/>
            <p:cNvSpPr/>
            <p:nvPr/>
          </p:nvSpPr>
          <p:spPr>
            <a:xfrm flipH="1">
              <a:off x="332387" y="705925"/>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6" name="Google Shape;916;p30"/>
            <p:cNvSpPr/>
            <p:nvPr/>
          </p:nvSpPr>
          <p:spPr>
            <a:xfrm flipH="1">
              <a:off x="332387" y="53950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7" name="Google Shape;917;p30"/>
            <p:cNvSpPr/>
            <p:nvPr/>
          </p:nvSpPr>
          <p:spPr>
            <a:xfrm flipH="1">
              <a:off x="188762" y="1204400"/>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8" name="Google Shape;918;p30"/>
            <p:cNvSpPr/>
            <p:nvPr/>
          </p:nvSpPr>
          <p:spPr>
            <a:xfrm flipH="1">
              <a:off x="188762" y="1037975"/>
              <a:ext cx="55500" cy="56275"/>
            </a:xfrm>
            <a:custGeom>
              <a:avLst/>
              <a:gdLst/>
              <a:ahLst/>
              <a:cxnLst/>
              <a:rect l="l" t="t" r="r" b="b"/>
              <a:pathLst>
                <a:path w="2220" h="2251" extrusionOk="0">
                  <a:moveTo>
                    <a:pt x="1125" y="1"/>
                  </a:moveTo>
                  <a:cubicBezTo>
                    <a:pt x="487" y="1"/>
                    <a:pt x="0" y="518"/>
                    <a:pt x="0" y="1126"/>
                  </a:cubicBezTo>
                  <a:cubicBezTo>
                    <a:pt x="0" y="1764"/>
                    <a:pt x="487" y="2250"/>
                    <a:pt x="1125" y="2250"/>
                  </a:cubicBezTo>
                  <a:cubicBezTo>
                    <a:pt x="1733" y="2250"/>
                    <a:pt x="2219" y="1764"/>
                    <a:pt x="2219" y="1126"/>
                  </a:cubicBezTo>
                  <a:cubicBezTo>
                    <a:pt x="221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9" name="Google Shape;919;p30"/>
            <p:cNvSpPr/>
            <p:nvPr/>
          </p:nvSpPr>
          <p:spPr>
            <a:xfrm flipH="1">
              <a:off x="188762" y="872325"/>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0" name="Google Shape;920;p30"/>
            <p:cNvSpPr/>
            <p:nvPr/>
          </p:nvSpPr>
          <p:spPr>
            <a:xfrm flipH="1">
              <a:off x="188762" y="705925"/>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1" name="Google Shape;921;p30"/>
            <p:cNvSpPr/>
            <p:nvPr/>
          </p:nvSpPr>
          <p:spPr>
            <a:xfrm flipH="1">
              <a:off x="188762" y="53950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611240389"/>
      </p:ext>
    </p:extLst>
  </p:cSld>
  <p:clrMapOvr>
    <a:masterClrMapping/>
  </p:clrMapOvr>
  <p:hf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922"/>
        <p:cNvGrpSpPr/>
        <p:nvPr/>
      </p:nvGrpSpPr>
      <p:grpSpPr>
        <a:xfrm>
          <a:off x="0" y="0"/>
          <a:ext cx="0" cy="0"/>
          <a:chOff x="0" y="0"/>
          <a:chExt cx="0" cy="0"/>
        </a:xfrm>
      </p:grpSpPr>
      <p:sp>
        <p:nvSpPr>
          <p:cNvPr id="923" name="Google Shape;923;p31"/>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924" name="Google Shape;924;p31"/>
          <p:cNvGrpSpPr/>
          <p:nvPr/>
        </p:nvGrpSpPr>
        <p:grpSpPr>
          <a:xfrm>
            <a:off x="-900047" y="5311280"/>
            <a:ext cx="2527777" cy="2527821"/>
            <a:chOff x="3835450" y="-252000"/>
            <a:chExt cx="1445325" cy="1445350"/>
          </a:xfrm>
        </p:grpSpPr>
        <p:sp>
          <p:nvSpPr>
            <p:cNvPr id="925" name="Google Shape;925;p31"/>
            <p:cNvSpPr/>
            <p:nvPr/>
          </p:nvSpPr>
          <p:spPr>
            <a:xfrm>
              <a:off x="3835450" y="-252000"/>
              <a:ext cx="1445325" cy="1445350"/>
            </a:xfrm>
            <a:custGeom>
              <a:avLst/>
              <a:gdLst/>
              <a:ahLst/>
              <a:cxnLst/>
              <a:rect l="l" t="t" r="r" b="b"/>
              <a:pathLst>
                <a:path w="57813" h="57814" fill="none" extrusionOk="0">
                  <a:moveTo>
                    <a:pt x="43375" y="14439"/>
                  </a:moveTo>
                  <a:lnTo>
                    <a:pt x="28907" y="1"/>
                  </a:lnTo>
                  <a:lnTo>
                    <a:pt x="14438" y="14439"/>
                  </a:lnTo>
                  <a:lnTo>
                    <a:pt x="0" y="28907"/>
                  </a:lnTo>
                  <a:lnTo>
                    <a:pt x="14438" y="43375"/>
                  </a:lnTo>
                  <a:lnTo>
                    <a:pt x="28907" y="57813"/>
                  </a:lnTo>
                  <a:lnTo>
                    <a:pt x="43375" y="43375"/>
                  </a:lnTo>
                  <a:lnTo>
                    <a:pt x="57813" y="2890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6" name="Google Shape;926;p31"/>
            <p:cNvSpPr/>
            <p:nvPr/>
          </p:nvSpPr>
          <p:spPr>
            <a:xfrm>
              <a:off x="3972225" y="-115200"/>
              <a:ext cx="1171775" cy="1171750"/>
            </a:xfrm>
            <a:custGeom>
              <a:avLst/>
              <a:gdLst/>
              <a:ahLst/>
              <a:cxnLst/>
              <a:rect l="l" t="t" r="r" b="b"/>
              <a:pathLst>
                <a:path w="46871" h="46870" fill="none" extrusionOk="0">
                  <a:moveTo>
                    <a:pt x="46871" y="23435"/>
                  </a:moveTo>
                  <a:lnTo>
                    <a:pt x="35138" y="11733"/>
                  </a:lnTo>
                  <a:lnTo>
                    <a:pt x="23436" y="0"/>
                  </a:lnTo>
                  <a:lnTo>
                    <a:pt x="11733" y="11733"/>
                  </a:lnTo>
                  <a:lnTo>
                    <a:pt x="0" y="23435"/>
                  </a:lnTo>
                  <a:lnTo>
                    <a:pt x="11733" y="35137"/>
                  </a:lnTo>
                  <a:lnTo>
                    <a:pt x="23436" y="46870"/>
                  </a:lnTo>
                  <a:lnTo>
                    <a:pt x="35138" y="3513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7" name="Google Shape;927;p31"/>
            <p:cNvSpPr/>
            <p:nvPr/>
          </p:nvSpPr>
          <p:spPr>
            <a:xfrm>
              <a:off x="4109775" y="22325"/>
              <a:ext cx="896700" cy="896700"/>
            </a:xfrm>
            <a:custGeom>
              <a:avLst/>
              <a:gdLst/>
              <a:ahLst/>
              <a:cxnLst/>
              <a:rect l="l" t="t" r="r" b="b"/>
              <a:pathLst>
                <a:path w="35868" h="35868" fill="none" extrusionOk="0">
                  <a:moveTo>
                    <a:pt x="35867" y="17934"/>
                  </a:moveTo>
                  <a:lnTo>
                    <a:pt x="26900" y="8967"/>
                  </a:lnTo>
                  <a:lnTo>
                    <a:pt x="17934" y="1"/>
                  </a:lnTo>
                  <a:lnTo>
                    <a:pt x="8967" y="8967"/>
                  </a:lnTo>
                  <a:lnTo>
                    <a:pt x="0" y="17934"/>
                  </a:lnTo>
                  <a:lnTo>
                    <a:pt x="8967" y="26901"/>
                  </a:lnTo>
                  <a:lnTo>
                    <a:pt x="17934" y="35867"/>
                  </a:lnTo>
                  <a:lnTo>
                    <a:pt x="26900" y="2690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8" name="Google Shape;928;p31"/>
            <p:cNvSpPr/>
            <p:nvPr/>
          </p:nvSpPr>
          <p:spPr>
            <a:xfrm>
              <a:off x="4247300" y="159875"/>
              <a:ext cx="621625" cy="621600"/>
            </a:xfrm>
            <a:custGeom>
              <a:avLst/>
              <a:gdLst/>
              <a:ahLst/>
              <a:cxnLst/>
              <a:rect l="l" t="t" r="r" b="b"/>
              <a:pathLst>
                <a:path w="24865" h="24864" fill="none" extrusionOk="0">
                  <a:moveTo>
                    <a:pt x="24864" y="12432"/>
                  </a:moveTo>
                  <a:lnTo>
                    <a:pt x="18664" y="6201"/>
                  </a:lnTo>
                  <a:lnTo>
                    <a:pt x="12433" y="0"/>
                  </a:lnTo>
                  <a:lnTo>
                    <a:pt x="6201" y="6201"/>
                  </a:lnTo>
                  <a:lnTo>
                    <a:pt x="1" y="12432"/>
                  </a:lnTo>
                  <a:lnTo>
                    <a:pt x="6201" y="18663"/>
                  </a:lnTo>
                  <a:lnTo>
                    <a:pt x="12433" y="24864"/>
                  </a:lnTo>
                  <a:lnTo>
                    <a:pt x="18664" y="18663"/>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9" name="Google Shape;929;p31"/>
            <p:cNvSpPr/>
            <p:nvPr/>
          </p:nvSpPr>
          <p:spPr>
            <a:xfrm>
              <a:off x="4384075" y="296650"/>
              <a:ext cx="348075" cy="348050"/>
            </a:xfrm>
            <a:custGeom>
              <a:avLst/>
              <a:gdLst/>
              <a:ahLst/>
              <a:cxnLst/>
              <a:rect l="l" t="t" r="r" b="b"/>
              <a:pathLst>
                <a:path w="13923" h="13922" fill="none" extrusionOk="0">
                  <a:moveTo>
                    <a:pt x="10427" y="3496"/>
                  </a:moveTo>
                  <a:lnTo>
                    <a:pt x="6962" y="0"/>
                  </a:lnTo>
                  <a:lnTo>
                    <a:pt x="3496" y="3496"/>
                  </a:lnTo>
                  <a:lnTo>
                    <a:pt x="1" y="6961"/>
                  </a:lnTo>
                  <a:lnTo>
                    <a:pt x="3496" y="10426"/>
                  </a:lnTo>
                  <a:lnTo>
                    <a:pt x="6962" y="13922"/>
                  </a:lnTo>
                  <a:lnTo>
                    <a:pt x="10427" y="10426"/>
                  </a:lnTo>
                  <a:lnTo>
                    <a:pt x="13922" y="696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30" name="Google Shape;930;p31"/>
          <p:cNvGrpSpPr/>
          <p:nvPr/>
        </p:nvGrpSpPr>
        <p:grpSpPr>
          <a:xfrm>
            <a:off x="9695000" y="5311267"/>
            <a:ext cx="4509733" cy="2658600"/>
            <a:chOff x="1317925" y="2802775"/>
            <a:chExt cx="3382300" cy="1993950"/>
          </a:xfrm>
        </p:grpSpPr>
        <p:sp>
          <p:nvSpPr>
            <p:cNvPr id="931" name="Google Shape;931;p31"/>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2" name="Google Shape;932;p31"/>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3" name="Google Shape;933;p31"/>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4" name="Google Shape;934;p31"/>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5" name="Google Shape;935;p31"/>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6" name="Google Shape;936;p31"/>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7" name="Google Shape;937;p31"/>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8" name="Google Shape;938;p31"/>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9" name="Google Shape;939;p31"/>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0" name="Google Shape;940;p31"/>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1" name="Google Shape;941;p31"/>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2" name="Google Shape;942;p31"/>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43" name="Google Shape;943;p31"/>
          <p:cNvGrpSpPr/>
          <p:nvPr/>
        </p:nvGrpSpPr>
        <p:grpSpPr>
          <a:xfrm flipH="1">
            <a:off x="11236132" y="0"/>
            <a:ext cx="2313272" cy="2313272"/>
            <a:chOff x="6340050" y="754850"/>
            <a:chExt cx="1595800" cy="1595800"/>
          </a:xfrm>
        </p:grpSpPr>
        <p:sp>
          <p:nvSpPr>
            <p:cNvPr id="944" name="Google Shape;944;p31"/>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5" name="Google Shape;945;p31"/>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6" name="Google Shape;946;p31"/>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98350243"/>
      </p:ext>
    </p:extLst>
  </p:cSld>
  <p:clrMapOvr>
    <a:masterClrMapping/>
  </p:clrMapOvr>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947"/>
        <p:cNvGrpSpPr/>
        <p:nvPr/>
      </p:nvGrpSpPr>
      <p:grpSpPr>
        <a:xfrm>
          <a:off x="0" y="0"/>
          <a:ext cx="0" cy="0"/>
          <a:chOff x="0" y="0"/>
          <a:chExt cx="0" cy="0"/>
        </a:xfrm>
      </p:grpSpPr>
      <p:sp>
        <p:nvSpPr>
          <p:cNvPr id="948" name="Google Shape;948;p32"/>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949" name="Google Shape;949;p32"/>
          <p:cNvGrpSpPr/>
          <p:nvPr/>
        </p:nvGrpSpPr>
        <p:grpSpPr>
          <a:xfrm>
            <a:off x="11241000" y="1634580"/>
            <a:ext cx="3588901" cy="3588841"/>
            <a:chOff x="5165750" y="-1146341"/>
            <a:chExt cx="2691676" cy="2691631"/>
          </a:xfrm>
        </p:grpSpPr>
        <p:sp>
          <p:nvSpPr>
            <p:cNvPr id="950" name="Google Shape;950;p32"/>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1" name="Google Shape;951;p32"/>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2" name="Google Shape;952;p32"/>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3" name="Google Shape;953;p32"/>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4" name="Google Shape;954;p32"/>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5" name="Google Shape;955;p32"/>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6" name="Google Shape;956;p32"/>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7" name="Google Shape;957;p32"/>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8" name="Google Shape;958;p32"/>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59" name="Google Shape;959;p32"/>
          <p:cNvGrpSpPr/>
          <p:nvPr/>
        </p:nvGrpSpPr>
        <p:grpSpPr>
          <a:xfrm>
            <a:off x="4321767" y="6438476"/>
            <a:ext cx="3720500" cy="86633"/>
            <a:chOff x="5954300" y="4334988"/>
            <a:chExt cx="2790375" cy="64975"/>
          </a:xfrm>
        </p:grpSpPr>
        <p:sp>
          <p:nvSpPr>
            <p:cNvPr id="960" name="Google Shape;960;p32"/>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1" name="Google Shape;961;p32"/>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2" name="Google Shape;962;p32"/>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3" name="Google Shape;963;p32"/>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4" name="Google Shape;964;p32"/>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5" name="Google Shape;965;p32"/>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6" name="Google Shape;966;p32"/>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7" name="Google Shape;967;p32"/>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8" name="Google Shape;968;p32"/>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9" name="Google Shape;969;p32"/>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0" name="Google Shape;970;p32"/>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1" name="Google Shape;971;p32"/>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2" name="Google Shape;972;p32"/>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3" name="Google Shape;973;p32"/>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4" name="Google Shape;974;p32"/>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5" name="Google Shape;975;p32"/>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6" name="Google Shape;976;p32"/>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7" name="Google Shape;977;p32"/>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8" name="Google Shape;978;p32"/>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9" name="Google Shape;979;p32"/>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80" name="Google Shape;980;p32"/>
          <p:cNvGrpSpPr/>
          <p:nvPr/>
        </p:nvGrpSpPr>
        <p:grpSpPr>
          <a:xfrm>
            <a:off x="-861621" y="-13"/>
            <a:ext cx="1812613" cy="1812613"/>
            <a:chOff x="3901550" y="2223725"/>
            <a:chExt cx="1557050" cy="1557050"/>
          </a:xfrm>
        </p:grpSpPr>
        <p:sp>
          <p:nvSpPr>
            <p:cNvPr id="981" name="Google Shape;981;p32"/>
            <p:cNvSpPr/>
            <p:nvPr/>
          </p:nvSpPr>
          <p:spPr>
            <a:xfrm>
              <a:off x="4212350" y="2535275"/>
              <a:ext cx="934700" cy="933925"/>
            </a:xfrm>
            <a:custGeom>
              <a:avLst/>
              <a:gdLst/>
              <a:ahLst/>
              <a:cxnLst/>
              <a:rect l="l" t="t" r="r" b="b"/>
              <a:pathLst>
                <a:path w="37388" h="37357" extrusionOk="0">
                  <a:moveTo>
                    <a:pt x="18694" y="1"/>
                  </a:moveTo>
                  <a:cubicBezTo>
                    <a:pt x="8390" y="1"/>
                    <a:pt x="1" y="8360"/>
                    <a:pt x="1" y="18664"/>
                  </a:cubicBezTo>
                  <a:cubicBezTo>
                    <a:pt x="1" y="28998"/>
                    <a:pt x="8390" y="37357"/>
                    <a:pt x="18694" y="37357"/>
                  </a:cubicBezTo>
                  <a:cubicBezTo>
                    <a:pt x="29028" y="37357"/>
                    <a:pt x="37387" y="28998"/>
                    <a:pt x="37387" y="18664"/>
                  </a:cubicBezTo>
                  <a:cubicBezTo>
                    <a:pt x="37387" y="8360"/>
                    <a:pt x="29028" y="1"/>
                    <a:pt x="1869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2" name="Google Shape;982;p32"/>
            <p:cNvSpPr/>
            <p:nvPr/>
          </p:nvSpPr>
          <p:spPr>
            <a:xfrm>
              <a:off x="4385600" y="2707775"/>
              <a:ext cx="588950" cy="588950"/>
            </a:xfrm>
            <a:custGeom>
              <a:avLst/>
              <a:gdLst/>
              <a:ahLst/>
              <a:cxnLst/>
              <a:rect l="l" t="t" r="r" b="b"/>
              <a:pathLst>
                <a:path w="23558" h="23558" fill="none" extrusionOk="0">
                  <a:moveTo>
                    <a:pt x="23557" y="11764"/>
                  </a:moveTo>
                  <a:cubicBezTo>
                    <a:pt x="23557" y="18268"/>
                    <a:pt x="18269" y="23557"/>
                    <a:pt x="11764" y="23557"/>
                  </a:cubicBezTo>
                  <a:cubicBezTo>
                    <a:pt x="5259" y="23557"/>
                    <a:pt x="1" y="18268"/>
                    <a:pt x="1" y="11764"/>
                  </a:cubicBezTo>
                  <a:cubicBezTo>
                    <a:pt x="1" y="5259"/>
                    <a:pt x="5259" y="1"/>
                    <a:pt x="11764" y="1"/>
                  </a:cubicBezTo>
                  <a:cubicBezTo>
                    <a:pt x="18269" y="1"/>
                    <a:pt x="23557" y="5259"/>
                    <a:pt x="23557" y="11764"/>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3" name="Google Shape;983;p32"/>
            <p:cNvSpPr/>
            <p:nvPr/>
          </p:nvSpPr>
          <p:spPr>
            <a:xfrm>
              <a:off x="4596100" y="2919025"/>
              <a:ext cx="167200" cy="166450"/>
            </a:xfrm>
            <a:custGeom>
              <a:avLst/>
              <a:gdLst/>
              <a:ahLst/>
              <a:cxnLst/>
              <a:rect l="l" t="t" r="r" b="b"/>
              <a:pathLst>
                <a:path w="6688" h="6658" extrusionOk="0">
                  <a:moveTo>
                    <a:pt x="3344" y="1"/>
                  </a:moveTo>
                  <a:cubicBezTo>
                    <a:pt x="1520" y="1"/>
                    <a:pt x="0" y="1490"/>
                    <a:pt x="0" y="3314"/>
                  </a:cubicBezTo>
                  <a:cubicBezTo>
                    <a:pt x="0" y="5168"/>
                    <a:pt x="1520" y="6657"/>
                    <a:pt x="3344" y="6657"/>
                  </a:cubicBezTo>
                  <a:cubicBezTo>
                    <a:pt x="5198" y="6657"/>
                    <a:pt x="6687" y="5168"/>
                    <a:pt x="6687" y="3314"/>
                  </a:cubicBezTo>
                  <a:cubicBezTo>
                    <a:pt x="6687" y="1490"/>
                    <a:pt x="5198"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4" name="Google Shape;984;p32"/>
            <p:cNvSpPr/>
            <p:nvPr/>
          </p:nvSpPr>
          <p:spPr>
            <a:xfrm>
              <a:off x="4496550" y="2819475"/>
              <a:ext cx="366300" cy="365525"/>
            </a:xfrm>
            <a:custGeom>
              <a:avLst/>
              <a:gdLst/>
              <a:ahLst/>
              <a:cxnLst/>
              <a:rect l="l" t="t" r="r" b="b"/>
              <a:pathLst>
                <a:path w="14652" h="14621" fill="none" extrusionOk="0">
                  <a:moveTo>
                    <a:pt x="14651" y="7296"/>
                  </a:moveTo>
                  <a:cubicBezTo>
                    <a:pt x="14651" y="11338"/>
                    <a:pt x="11369" y="14621"/>
                    <a:pt x="7326" y="14621"/>
                  </a:cubicBezTo>
                  <a:cubicBezTo>
                    <a:pt x="3283" y="14621"/>
                    <a:pt x="1" y="11338"/>
                    <a:pt x="1" y="7296"/>
                  </a:cubicBezTo>
                  <a:cubicBezTo>
                    <a:pt x="1" y="3283"/>
                    <a:pt x="3283" y="1"/>
                    <a:pt x="7326" y="1"/>
                  </a:cubicBezTo>
                  <a:cubicBezTo>
                    <a:pt x="11369" y="1"/>
                    <a:pt x="14651" y="3283"/>
                    <a:pt x="14651" y="7296"/>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5" name="Google Shape;985;p32"/>
            <p:cNvSpPr/>
            <p:nvPr/>
          </p:nvSpPr>
          <p:spPr>
            <a:xfrm>
              <a:off x="3901550" y="2223725"/>
              <a:ext cx="1557050" cy="1557050"/>
            </a:xfrm>
            <a:custGeom>
              <a:avLst/>
              <a:gdLst/>
              <a:ahLst/>
              <a:cxnLst/>
              <a:rect l="l" t="t" r="r" b="b"/>
              <a:pathLst>
                <a:path w="62282" h="62282" extrusionOk="0">
                  <a:moveTo>
                    <a:pt x="31126" y="5259"/>
                  </a:moveTo>
                  <a:cubicBezTo>
                    <a:pt x="45412" y="5259"/>
                    <a:pt x="57023" y="16840"/>
                    <a:pt x="57023" y="31126"/>
                  </a:cubicBezTo>
                  <a:cubicBezTo>
                    <a:pt x="57023" y="45442"/>
                    <a:pt x="45412" y="57023"/>
                    <a:pt x="31126" y="57023"/>
                  </a:cubicBezTo>
                  <a:cubicBezTo>
                    <a:pt x="16840" y="57023"/>
                    <a:pt x="5259" y="45442"/>
                    <a:pt x="5259" y="31126"/>
                  </a:cubicBezTo>
                  <a:cubicBezTo>
                    <a:pt x="5259" y="16840"/>
                    <a:pt x="16840" y="5259"/>
                    <a:pt x="31126" y="5259"/>
                  </a:cubicBezTo>
                  <a:close/>
                  <a:moveTo>
                    <a:pt x="31126" y="1"/>
                  </a:moveTo>
                  <a:cubicBezTo>
                    <a:pt x="13922" y="1"/>
                    <a:pt x="1" y="13952"/>
                    <a:pt x="1" y="31126"/>
                  </a:cubicBezTo>
                  <a:cubicBezTo>
                    <a:pt x="1" y="48330"/>
                    <a:pt x="13922" y="62281"/>
                    <a:pt x="31126" y="62281"/>
                  </a:cubicBezTo>
                  <a:cubicBezTo>
                    <a:pt x="48330" y="62281"/>
                    <a:pt x="62281" y="48330"/>
                    <a:pt x="62281" y="31126"/>
                  </a:cubicBezTo>
                  <a:cubicBezTo>
                    <a:pt x="62281" y="13952"/>
                    <a:pt x="48330" y="1"/>
                    <a:pt x="31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504762909"/>
      </p:ext>
    </p:extLst>
  </p:cSld>
  <p:clrMapOvr>
    <a:masterClrMapping/>
  </p:clrMapOvr>
  <p:hf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986"/>
        <p:cNvGrpSpPr/>
        <p:nvPr/>
      </p:nvGrpSpPr>
      <p:grpSpPr>
        <a:xfrm>
          <a:off x="0" y="0"/>
          <a:ext cx="0" cy="0"/>
          <a:chOff x="0" y="0"/>
          <a:chExt cx="0" cy="0"/>
        </a:xfrm>
      </p:grpSpPr>
      <p:sp>
        <p:nvSpPr>
          <p:cNvPr id="987" name="Google Shape;987;p33"/>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988" name="Google Shape;988;p33"/>
          <p:cNvGrpSpPr/>
          <p:nvPr/>
        </p:nvGrpSpPr>
        <p:grpSpPr>
          <a:xfrm>
            <a:off x="11060748" y="0"/>
            <a:ext cx="2313272" cy="2313272"/>
            <a:chOff x="6340050" y="754850"/>
            <a:chExt cx="1595800" cy="1595800"/>
          </a:xfrm>
        </p:grpSpPr>
        <p:sp>
          <p:nvSpPr>
            <p:cNvPr id="989" name="Google Shape;989;p33"/>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0" name="Google Shape;990;p33"/>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1" name="Google Shape;991;p33"/>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92" name="Google Shape;992;p33"/>
          <p:cNvGrpSpPr/>
          <p:nvPr/>
        </p:nvGrpSpPr>
        <p:grpSpPr>
          <a:xfrm rot="5400000">
            <a:off x="-440434" y="948450"/>
            <a:ext cx="1801500" cy="309759"/>
            <a:chOff x="5486725" y="543869"/>
            <a:chExt cx="1351125" cy="232319"/>
          </a:xfrm>
        </p:grpSpPr>
        <p:sp>
          <p:nvSpPr>
            <p:cNvPr id="993" name="Google Shape;993;p33"/>
            <p:cNvSpPr/>
            <p:nvPr/>
          </p:nvSpPr>
          <p:spPr>
            <a:xfrm>
              <a:off x="6637975" y="7112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4" name="Google Shape;994;p33"/>
            <p:cNvSpPr/>
            <p:nvPr/>
          </p:nvSpPr>
          <p:spPr>
            <a:xfrm>
              <a:off x="5918350" y="71993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5" name="Google Shape;995;p33"/>
            <p:cNvSpPr/>
            <p:nvPr/>
          </p:nvSpPr>
          <p:spPr>
            <a:xfrm>
              <a:off x="5918350" y="543869"/>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6" name="Google Shape;996;p33"/>
            <p:cNvSpPr/>
            <p:nvPr/>
          </p:nvSpPr>
          <p:spPr>
            <a:xfrm>
              <a:off x="6637975" y="543869"/>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7" name="Google Shape;997;p33"/>
            <p:cNvSpPr/>
            <p:nvPr/>
          </p:nvSpPr>
          <p:spPr>
            <a:xfrm>
              <a:off x="6494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8" name="Google Shape;998;p33"/>
            <p:cNvSpPr/>
            <p:nvPr/>
          </p:nvSpPr>
          <p:spPr>
            <a:xfrm>
              <a:off x="5774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9" name="Google Shape;999;p33"/>
            <p:cNvSpPr/>
            <p:nvPr/>
          </p:nvSpPr>
          <p:spPr>
            <a:xfrm>
              <a:off x="5774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0" name="Google Shape;1000;p33"/>
            <p:cNvSpPr/>
            <p:nvPr/>
          </p:nvSpPr>
          <p:spPr>
            <a:xfrm>
              <a:off x="6494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1" name="Google Shape;1001;p33"/>
            <p:cNvSpPr/>
            <p:nvPr/>
          </p:nvSpPr>
          <p:spPr>
            <a:xfrm>
              <a:off x="6782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2" name="Google Shape;1002;p33"/>
            <p:cNvSpPr/>
            <p:nvPr/>
          </p:nvSpPr>
          <p:spPr>
            <a:xfrm>
              <a:off x="6062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3" name="Google Shape;1003;p33"/>
            <p:cNvSpPr/>
            <p:nvPr/>
          </p:nvSpPr>
          <p:spPr>
            <a:xfrm>
              <a:off x="6062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4" name="Google Shape;1004;p33"/>
            <p:cNvSpPr/>
            <p:nvPr/>
          </p:nvSpPr>
          <p:spPr>
            <a:xfrm>
              <a:off x="6782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5" name="Google Shape;1005;p33"/>
            <p:cNvSpPr/>
            <p:nvPr/>
          </p:nvSpPr>
          <p:spPr>
            <a:xfrm>
              <a:off x="6349975" y="7112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6" name="Google Shape;1006;p33"/>
            <p:cNvSpPr/>
            <p:nvPr/>
          </p:nvSpPr>
          <p:spPr>
            <a:xfrm>
              <a:off x="5630350" y="71993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7" name="Google Shape;1007;p33"/>
            <p:cNvSpPr/>
            <p:nvPr/>
          </p:nvSpPr>
          <p:spPr>
            <a:xfrm>
              <a:off x="5630350" y="543869"/>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8" name="Google Shape;1008;p33"/>
            <p:cNvSpPr/>
            <p:nvPr/>
          </p:nvSpPr>
          <p:spPr>
            <a:xfrm>
              <a:off x="6349975" y="543869"/>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9" name="Google Shape;1009;p33"/>
            <p:cNvSpPr/>
            <p:nvPr/>
          </p:nvSpPr>
          <p:spPr>
            <a:xfrm>
              <a:off x="6206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0" name="Google Shape;1010;p33"/>
            <p:cNvSpPr/>
            <p:nvPr/>
          </p:nvSpPr>
          <p:spPr>
            <a:xfrm>
              <a:off x="5486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1" name="Google Shape;1011;p33"/>
            <p:cNvSpPr/>
            <p:nvPr/>
          </p:nvSpPr>
          <p:spPr>
            <a:xfrm>
              <a:off x="5486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2" name="Google Shape;1012;p33"/>
            <p:cNvSpPr/>
            <p:nvPr/>
          </p:nvSpPr>
          <p:spPr>
            <a:xfrm>
              <a:off x="6206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955323772"/>
      </p:ext>
    </p:extLst>
  </p:cSld>
  <p:clrMapOvr>
    <a:masterClrMapping/>
  </p:clrMapOvr>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1013"/>
        <p:cNvGrpSpPr/>
        <p:nvPr/>
      </p:nvGrpSpPr>
      <p:grpSpPr>
        <a:xfrm>
          <a:off x="0" y="0"/>
          <a:ext cx="0" cy="0"/>
          <a:chOff x="0" y="0"/>
          <a:chExt cx="0" cy="0"/>
        </a:xfrm>
      </p:grpSpPr>
      <p:grpSp>
        <p:nvGrpSpPr>
          <p:cNvPr id="1014" name="Google Shape;1014;p34"/>
          <p:cNvGrpSpPr/>
          <p:nvPr/>
        </p:nvGrpSpPr>
        <p:grpSpPr>
          <a:xfrm flipH="1">
            <a:off x="10500678" y="-426944"/>
            <a:ext cx="2139225" cy="2139147"/>
            <a:chOff x="-74975" y="157600"/>
            <a:chExt cx="1604419" cy="1604360"/>
          </a:xfrm>
        </p:grpSpPr>
        <p:sp>
          <p:nvSpPr>
            <p:cNvPr id="1015" name="Google Shape;1015;p34"/>
            <p:cNvSpPr/>
            <p:nvPr/>
          </p:nvSpPr>
          <p:spPr>
            <a:xfrm>
              <a:off x="399627" y="632159"/>
              <a:ext cx="1129817" cy="1129801"/>
            </a:xfrm>
            <a:custGeom>
              <a:avLst/>
              <a:gdLst/>
              <a:ahLst/>
              <a:cxnLst/>
              <a:rect l="l" t="t" r="r" b="b"/>
              <a:pathLst>
                <a:path w="70306" h="70305" extrusionOk="0">
                  <a:moveTo>
                    <a:pt x="0" y="0"/>
                  </a:moveTo>
                  <a:lnTo>
                    <a:pt x="0" y="70305"/>
                  </a:lnTo>
                  <a:lnTo>
                    <a:pt x="70305"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6" name="Google Shape;1016;p34"/>
            <p:cNvSpPr/>
            <p:nvPr/>
          </p:nvSpPr>
          <p:spPr>
            <a:xfrm>
              <a:off x="238125" y="470675"/>
              <a:ext cx="824500" cy="824500"/>
            </a:xfrm>
            <a:custGeom>
              <a:avLst/>
              <a:gdLst/>
              <a:ahLst/>
              <a:cxnLst/>
              <a:rect l="l" t="t" r="r" b="b"/>
              <a:pathLst>
                <a:path w="32980" h="32980" extrusionOk="0">
                  <a:moveTo>
                    <a:pt x="0" y="0"/>
                  </a:moveTo>
                  <a:lnTo>
                    <a:pt x="0" y="32979"/>
                  </a:lnTo>
                  <a:lnTo>
                    <a:pt x="32979" y="0"/>
                  </a:lnTo>
                  <a:close/>
                </a:path>
              </a:pathLst>
            </a:custGeom>
            <a:solidFill>
              <a:srgbClr val="368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7" name="Google Shape;1017;p34"/>
            <p:cNvSpPr/>
            <p:nvPr/>
          </p:nvSpPr>
          <p:spPr>
            <a:xfrm>
              <a:off x="213025" y="44557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8" name="Google Shape;1018;p34"/>
            <p:cNvSpPr/>
            <p:nvPr/>
          </p:nvSpPr>
          <p:spPr>
            <a:xfrm>
              <a:off x="155275" y="38782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9" name="Google Shape;1019;p34"/>
            <p:cNvSpPr/>
            <p:nvPr/>
          </p:nvSpPr>
          <p:spPr>
            <a:xfrm>
              <a:off x="98300" y="330850"/>
              <a:ext cx="757625" cy="757625"/>
            </a:xfrm>
            <a:custGeom>
              <a:avLst/>
              <a:gdLst/>
              <a:ahLst/>
              <a:cxnLst/>
              <a:rect l="l" t="t" r="r" b="b"/>
              <a:pathLst>
                <a:path w="30305" h="30305" fill="none" extrusionOk="0">
                  <a:moveTo>
                    <a:pt x="0" y="30305"/>
                  </a:moveTo>
                  <a:lnTo>
                    <a:pt x="3030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0" name="Google Shape;1020;p34"/>
            <p:cNvSpPr/>
            <p:nvPr/>
          </p:nvSpPr>
          <p:spPr>
            <a:xfrm>
              <a:off x="40550" y="273100"/>
              <a:ext cx="758400" cy="758375"/>
            </a:xfrm>
            <a:custGeom>
              <a:avLst/>
              <a:gdLst/>
              <a:ahLst/>
              <a:cxnLst/>
              <a:rect l="l" t="t" r="r" b="b"/>
              <a:pathLst>
                <a:path w="30336"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1" name="Google Shape;1021;p34"/>
            <p:cNvSpPr/>
            <p:nvPr/>
          </p:nvSpPr>
          <p:spPr>
            <a:xfrm>
              <a:off x="-17200" y="215350"/>
              <a:ext cx="758375" cy="758375"/>
            </a:xfrm>
            <a:custGeom>
              <a:avLst/>
              <a:gdLst/>
              <a:ahLst/>
              <a:cxnLst/>
              <a:rect l="l" t="t" r="r" b="b"/>
              <a:pathLst>
                <a:path w="30335"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2" name="Google Shape;1022;p34"/>
            <p:cNvSpPr/>
            <p:nvPr/>
          </p:nvSpPr>
          <p:spPr>
            <a:xfrm>
              <a:off x="-74975" y="157600"/>
              <a:ext cx="758400" cy="758375"/>
            </a:xfrm>
            <a:custGeom>
              <a:avLst/>
              <a:gdLst/>
              <a:ahLst/>
              <a:cxnLst/>
              <a:rect l="l" t="t" r="r" b="b"/>
              <a:pathLst>
                <a:path w="30336" h="30335" fill="none" extrusionOk="0">
                  <a:moveTo>
                    <a:pt x="1" y="30335"/>
                  </a:moveTo>
                  <a:lnTo>
                    <a:pt x="30336"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3" name="Google Shape;1023;p34"/>
            <p:cNvSpPr/>
            <p:nvPr/>
          </p:nvSpPr>
          <p:spPr>
            <a:xfrm>
              <a:off x="238125" y="470675"/>
              <a:ext cx="824500" cy="824500"/>
            </a:xfrm>
            <a:custGeom>
              <a:avLst/>
              <a:gdLst/>
              <a:ahLst/>
              <a:cxnLst/>
              <a:rect l="l" t="t" r="r" b="b"/>
              <a:pathLst>
                <a:path w="32980" h="32980" fill="none" extrusionOk="0">
                  <a:moveTo>
                    <a:pt x="0" y="0"/>
                  </a:moveTo>
                  <a:lnTo>
                    <a:pt x="0" y="32979"/>
                  </a:lnTo>
                  <a:lnTo>
                    <a:pt x="32979" y="0"/>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24" name="Google Shape;1024;p34"/>
          <p:cNvGrpSpPr/>
          <p:nvPr/>
        </p:nvGrpSpPr>
        <p:grpSpPr>
          <a:xfrm flipH="1">
            <a:off x="-1339803" y="-437300"/>
            <a:ext cx="2313272" cy="2313272"/>
            <a:chOff x="6340050" y="754850"/>
            <a:chExt cx="1595800" cy="1595800"/>
          </a:xfrm>
        </p:grpSpPr>
        <p:sp>
          <p:nvSpPr>
            <p:cNvPr id="1025" name="Google Shape;1025;p34"/>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6" name="Google Shape;1026;p34"/>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7" name="Google Shape;1027;p34"/>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28" name="Google Shape;1028;p34"/>
          <p:cNvGrpSpPr/>
          <p:nvPr/>
        </p:nvGrpSpPr>
        <p:grpSpPr>
          <a:xfrm flipH="1">
            <a:off x="3380539" y="6132566"/>
            <a:ext cx="1801500" cy="309759"/>
            <a:chOff x="5486725" y="543869"/>
            <a:chExt cx="1351125" cy="232319"/>
          </a:xfrm>
        </p:grpSpPr>
        <p:sp>
          <p:nvSpPr>
            <p:cNvPr id="1029" name="Google Shape;1029;p34"/>
            <p:cNvSpPr/>
            <p:nvPr/>
          </p:nvSpPr>
          <p:spPr>
            <a:xfrm>
              <a:off x="6637975" y="7112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0" name="Google Shape;1030;p34"/>
            <p:cNvSpPr/>
            <p:nvPr/>
          </p:nvSpPr>
          <p:spPr>
            <a:xfrm>
              <a:off x="5918350" y="71993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1" name="Google Shape;1031;p34"/>
            <p:cNvSpPr/>
            <p:nvPr/>
          </p:nvSpPr>
          <p:spPr>
            <a:xfrm>
              <a:off x="5918350" y="543869"/>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2" name="Google Shape;1032;p34"/>
            <p:cNvSpPr/>
            <p:nvPr/>
          </p:nvSpPr>
          <p:spPr>
            <a:xfrm>
              <a:off x="6637975" y="543869"/>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3" name="Google Shape;1033;p34"/>
            <p:cNvSpPr/>
            <p:nvPr/>
          </p:nvSpPr>
          <p:spPr>
            <a:xfrm>
              <a:off x="6494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4" name="Google Shape;1034;p34"/>
            <p:cNvSpPr/>
            <p:nvPr/>
          </p:nvSpPr>
          <p:spPr>
            <a:xfrm>
              <a:off x="5774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5" name="Google Shape;1035;p34"/>
            <p:cNvSpPr/>
            <p:nvPr/>
          </p:nvSpPr>
          <p:spPr>
            <a:xfrm>
              <a:off x="5774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6" name="Google Shape;1036;p34"/>
            <p:cNvSpPr/>
            <p:nvPr/>
          </p:nvSpPr>
          <p:spPr>
            <a:xfrm>
              <a:off x="6494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7" name="Google Shape;1037;p34"/>
            <p:cNvSpPr/>
            <p:nvPr/>
          </p:nvSpPr>
          <p:spPr>
            <a:xfrm>
              <a:off x="6782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8" name="Google Shape;1038;p34"/>
            <p:cNvSpPr/>
            <p:nvPr/>
          </p:nvSpPr>
          <p:spPr>
            <a:xfrm>
              <a:off x="6062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9" name="Google Shape;1039;p34"/>
            <p:cNvSpPr/>
            <p:nvPr/>
          </p:nvSpPr>
          <p:spPr>
            <a:xfrm>
              <a:off x="6062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0" name="Google Shape;1040;p34"/>
            <p:cNvSpPr/>
            <p:nvPr/>
          </p:nvSpPr>
          <p:spPr>
            <a:xfrm>
              <a:off x="6782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1" name="Google Shape;1041;p34"/>
            <p:cNvSpPr/>
            <p:nvPr/>
          </p:nvSpPr>
          <p:spPr>
            <a:xfrm>
              <a:off x="6349975" y="7112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2" name="Google Shape;1042;p34"/>
            <p:cNvSpPr/>
            <p:nvPr/>
          </p:nvSpPr>
          <p:spPr>
            <a:xfrm>
              <a:off x="5630350" y="71993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3" name="Google Shape;1043;p34"/>
            <p:cNvSpPr/>
            <p:nvPr/>
          </p:nvSpPr>
          <p:spPr>
            <a:xfrm>
              <a:off x="5630350" y="543869"/>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4" name="Google Shape;1044;p34"/>
            <p:cNvSpPr/>
            <p:nvPr/>
          </p:nvSpPr>
          <p:spPr>
            <a:xfrm>
              <a:off x="6349975" y="543869"/>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5" name="Google Shape;1045;p34"/>
            <p:cNvSpPr/>
            <p:nvPr/>
          </p:nvSpPr>
          <p:spPr>
            <a:xfrm>
              <a:off x="6206350" y="7112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6" name="Google Shape;1046;p34"/>
            <p:cNvSpPr/>
            <p:nvPr/>
          </p:nvSpPr>
          <p:spPr>
            <a:xfrm>
              <a:off x="5486725" y="71993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7" name="Google Shape;1047;p34"/>
            <p:cNvSpPr/>
            <p:nvPr/>
          </p:nvSpPr>
          <p:spPr>
            <a:xfrm>
              <a:off x="5486725" y="543869"/>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8" name="Google Shape;1048;p34"/>
            <p:cNvSpPr/>
            <p:nvPr/>
          </p:nvSpPr>
          <p:spPr>
            <a:xfrm>
              <a:off x="6206350" y="543869"/>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049" name="Google Shape;1049;p34"/>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val="2077811509"/>
      </p:ext>
    </p:extLst>
  </p:cSld>
  <p:clrMapOvr>
    <a:masterClrMapping/>
  </p:clrMapOvr>
  <p:hf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1050"/>
        <p:cNvGrpSpPr/>
        <p:nvPr/>
      </p:nvGrpSpPr>
      <p:grpSpPr>
        <a:xfrm>
          <a:off x="0" y="0"/>
          <a:ext cx="0" cy="0"/>
          <a:chOff x="0" y="0"/>
          <a:chExt cx="0" cy="0"/>
        </a:xfrm>
      </p:grpSpPr>
      <p:sp>
        <p:nvSpPr>
          <p:cNvPr id="1051" name="Google Shape;1051;p35"/>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1052" name="Google Shape;1052;p35"/>
          <p:cNvGrpSpPr/>
          <p:nvPr/>
        </p:nvGrpSpPr>
        <p:grpSpPr>
          <a:xfrm flipH="1">
            <a:off x="10559357" y="-946071"/>
            <a:ext cx="2527777" cy="2527821"/>
            <a:chOff x="3835450" y="-252000"/>
            <a:chExt cx="1445325" cy="1445350"/>
          </a:xfrm>
        </p:grpSpPr>
        <p:sp>
          <p:nvSpPr>
            <p:cNvPr id="1053" name="Google Shape;1053;p35"/>
            <p:cNvSpPr/>
            <p:nvPr/>
          </p:nvSpPr>
          <p:spPr>
            <a:xfrm>
              <a:off x="3835450" y="-252000"/>
              <a:ext cx="1445325" cy="1445350"/>
            </a:xfrm>
            <a:custGeom>
              <a:avLst/>
              <a:gdLst/>
              <a:ahLst/>
              <a:cxnLst/>
              <a:rect l="l" t="t" r="r" b="b"/>
              <a:pathLst>
                <a:path w="57813" h="57814" fill="none" extrusionOk="0">
                  <a:moveTo>
                    <a:pt x="43375" y="14439"/>
                  </a:moveTo>
                  <a:lnTo>
                    <a:pt x="28907" y="1"/>
                  </a:lnTo>
                  <a:lnTo>
                    <a:pt x="14438" y="14439"/>
                  </a:lnTo>
                  <a:lnTo>
                    <a:pt x="0" y="28907"/>
                  </a:lnTo>
                  <a:lnTo>
                    <a:pt x="14438" y="43375"/>
                  </a:lnTo>
                  <a:lnTo>
                    <a:pt x="28907" y="57813"/>
                  </a:lnTo>
                  <a:lnTo>
                    <a:pt x="43375" y="43375"/>
                  </a:lnTo>
                  <a:lnTo>
                    <a:pt x="57813" y="2890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4" name="Google Shape;1054;p35"/>
            <p:cNvSpPr/>
            <p:nvPr/>
          </p:nvSpPr>
          <p:spPr>
            <a:xfrm>
              <a:off x="3972225" y="-115200"/>
              <a:ext cx="1171775" cy="1171750"/>
            </a:xfrm>
            <a:custGeom>
              <a:avLst/>
              <a:gdLst/>
              <a:ahLst/>
              <a:cxnLst/>
              <a:rect l="l" t="t" r="r" b="b"/>
              <a:pathLst>
                <a:path w="46871" h="46870" fill="none" extrusionOk="0">
                  <a:moveTo>
                    <a:pt x="46871" y="23435"/>
                  </a:moveTo>
                  <a:lnTo>
                    <a:pt x="35138" y="11733"/>
                  </a:lnTo>
                  <a:lnTo>
                    <a:pt x="23436" y="0"/>
                  </a:lnTo>
                  <a:lnTo>
                    <a:pt x="11733" y="11733"/>
                  </a:lnTo>
                  <a:lnTo>
                    <a:pt x="0" y="23435"/>
                  </a:lnTo>
                  <a:lnTo>
                    <a:pt x="11733" y="35137"/>
                  </a:lnTo>
                  <a:lnTo>
                    <a:pt x="23436" y="46870"/>
                  </a:lnTo>
                  <a:lnTo>
                    <a:pt x="35138" y="3513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5" name="Google Shape;1055;p35"/>
            <p:cNvSpPr/>
            <p:nvPr/>
          </p:nvSpPr>
          <p:spPr>
            <a:xfrm>
              <a:off x="4109775" y="22325"/>
              <a:ext cx="896700" cy="896700"/>
            </a:xfrm>
            <a:custGeom>
              <a:avLst/>
              <a:gdLst/>
              <a:ahLst/>
              <a:cxnLst/>
              <a:rect l="l" t="t" r="r" b="b"/>
              <a:pathLst>
                <a:path w="35868" h="35868" fill="none" extrusionOk="0">
                  <a:moveTo>
                    <a:pt x="35867" y="17934"/>
                  </a:moveTo>
                  <a:lnTo>
                    <a:pt x="26900" y="8967"/>
                  </a:lnTo>
                  <a:lnTo>
                    <a:pt x="17934" y="1"/>
                  </a:lnTo>
                  <a:lnTo>
                    <a:pt x="8967" y="8967"/>
                  </a:lnTo>
                  <a:lnTo>
                    <a:pt x="0" y="17934"/>
                  </a:lnTo>
                  <a:lnTo>
                    <a:pt x="8967" y="26901"/>
                  </a:lnTo>
                  <a:lnTo>
                    <a:pt x="17934" y="35867"/>
                  </a:lnTo>
                  <a:lnTo>
                    <a:pt x="26900" y="2690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6" name="Google Shape;1056;p35"/>
            <p:cNvSpPr/>
            <p:nvPr/>
          </p:nvSpPr>
          <p:spPr>
            <a:xfrm>
              <a:off x="4247300" y="159875"/>
              <a:ext cx="621625" cy="621600"/>
            </a:xfrm>
            <a:custGeom>
              <a:avLst/>
              <a:gdLst/>
              <a:ahLst/>
              <a:cxnLst/>
              <a:rect l="l" t="t" r="r" b="b"/>
              <a:pathLst>
                <a:path w="24865" h="24864" fill="none" extrusionOk="0">
                  <a:moveTo>
                    <a:pt x="24864" y="12432"/>
                  </a:moveTo>
                  <a:lnTo>
                    <a:pt x="18664" y="6201"/>
                  </a:lnTo>
                  <a:lnTo>
                    <a:pt x="12433" y="0"/>
                  </a:lnTo>
                  <a:lnTo>
                    <a:pt x="6201" y="6201"/>
                  </a:lnTo>
                  <a:lnTo>
                    <a:pt x="1" y="12432"/>
                  </a:lnTo>
                  <a:lnTo>
                    <a:pt x="6201" y="18663"/>
                  </a:lnTo>
                  <a:lnTo>
                    <a:pt x="12433" y="24864"/>
                  </a:lnTo>
                  <a:lnTo>
                    <a:pt x="18664" y="18663"/>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7" name="Google Shape;1057;p35"/>
            <p:cNvSpPr/>
            <p:nvPr/>
          </p:nvSpPr>
          <p:spPr>
            <a:xfrm>
              <a:off x="4384075" y="296650"/>
              <a:ext cx="348075" cy="348050"/>
            </a:xfrm>
            <a:custGeom>
              <a:avLst/>
              <a:gdLst/>
              <a:ahLst/>
              <a:cxnLst/>
              <a:rect l="l" t="t" r="r" b="b"/>
              <a:pathLst>
                <a:path w="13923" h="13922" fill="none" extrusionOk="0">
                  <a:moveTo>
                    <a:pt x="10427" y="3496"/>
                  </a:moveTo>
                  <a:lnTo>
                    <a:pt x="6962" y="0"/>
                  </a:lnTo>
                  <a:lnTo>
                    <a:pt x="3496" y="3496"/>
                  </a:lnTo>
                  <a:lnTo>
                    <a:pt x="1" y="6961"/>
                  </a:lnTo>
                  <a:lnTo>
                    <a:pt x="3496" y="10426"/>
                  </a:lnTo>
                  <a:lnTo>
                    <a:pt x="6962" y="13922"/>
                  </a:lnTo>
                  <a:lnTo>
                    <a:pt x="10427" y="10426"/>
                  </a:lnTo>
                  <a:lnTo>
                    <a:pt x="13922" y="696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58" name="Google Shape;1058;p35"/>
          <p:cNvGrpSpPr/>
          <p:nvPr/>
        </p:nvGrpSpPr>
        <p:grpSpPr>
          <a:xfrm>
            <a:off x="-1362319" y="0"/>
            <a:ext cx="2313272" cy="2313272"/>
            <a:chOff x="6340050" y="754850"/>
            <a:chExt cx="1595800" cy="1595800"/>
          </a:xfrm>
        </p:grpSpPr>
        <p:sp>
          <p:nvSpPr>
            <p:cNvPr id="1059" name="Google Shape;1059;p35"/>
            <p:cNvSpPr/>
            <p:nvPr/>
          </p:nvSpPr>
          <p:spPr>
            <a:xfrm>
              <a:off x="6517100" y="931925"/>
              <a:ext cx="1240925" cy="1241675"/>
            </a:xfrm>
            <a:custGeom>
              <a:avLst/>
              <a:gdLst/>
              <a:ahLst/>
              <a:cxnLst/>
              <a:rect l="l" t="t" r="r" b="b"/>
              <a:pathLst>
                <a:path w="49637" h="49667" extrusionOk="0">
                  <a:moveTo>
                    <a:pt x="24834" y="16870"/>
                  </a:moveTo>
                  <a:cubicBezTo>
                    <a:pt x="29211" y="16870"/>
                    <a:pt x="32798" y="20426"/>
                    <a:pt x="32798" y="24833"/>
                  </a:cubicBezTo>
                  <a:cubicBezTo>
                    <a:pt x="32798" y="29241"/>
                    <a:pt x="29211" y="32797"/>
                    <a:pt x="24834" y="32797"/>
                  </a:cubicBezTo>
                  <a:cubicBezTo>
                    <a:pt x="20427" y="32797"/>
                    <a:pt x="16840" y="29241"/>
                    <a:pt x="16840" y="24833"/>
                  </a:cubicBezTo>
                  <a:cubicBezTo>
                    <a:pt x="16840" y="20426"/>
                    <a:pt x="20427" y="16870"/>
                    <a:pt x="24834" y="16870"/>
                  </a:cubicBezTo>
                  <a:close/>
                  <a:moveTo>
                    <a:pt x="24834" y="0"/>
                  </a:moveTo>
                  <a:cubicBezTo>
                    <a:pt x="11095" y="0"/>
                    <a:pt x="1" y="11125"/>
                    <a:pt x="1" y="24833"/>
                  </a:cubicBezTo>
                  <a:cubicBezTo>
                    <a:pt x="1" y="38542"/>
                    <a:pt x="11126" y="49666"/>
                    <a:pt x="24834" y="49666"/>
                  </a:cubicBezTo>
                  <a:cubicBezTo>
                    <a:pt x="38542" y="49666"/>
                    <a:pt x="49637" y="38542"/>
                    <a:pt x="49637" y="24833"/>
                  </a:cubicBezTo>
                  <a:cubicBezTo>
                    <a:pt x="49637" y="11125"/>
                    <a:pt x="38542" y="0"/>
                    <a:pt x="248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0" name="Google Shape;1060;p35"/>
            <p:cNvSpPr/>
            <p:nvPr/>
          </p:nvSpPr>
          <p:spPr>
            <a:xfrm>
              <a:off x="6340050" y="754850"/>
              <a:ext cx="1595800" cy="1595800"/>
            </a:xfrm>
            <a:custGeom>
              <a:avLst/>
              <a:gdLst/>
              <a:ahLst/>
              <a:cxnLst/>
              <a:rect l="l" t="t" r="r" b="b"/>
              <a:pathLst>
                <a:path w="63832" h="63832" fill="none" extrusionOk="0">
                  <a:moveTo>
                    <a:pt x="31916" y="1"/>
                  </a:moveTo>
                  <a:cubicBezTo>
                    <a:pt x="14286" y="1"/>
                    <a:pt x="0" y="14287"/>
                    <a:pt x="0" y="31916"/>
                  </a:cubicBezTo>
                  <a:cubicBezTo>
                    <a:pt x="0" y="49546"/>
                    <a:pt x="14286" y="63832"/>
                    <a:pt x="31916" y="63832"/>
                  </a:cubicBezTo>
                  <a:cubicBezTo>
                    <a:pt x="49515" y="63832"/>
                    <a:pt x="63831" y="49546"/>
                    <a:pt x="63831" y="31916"/>
                  </a:cubicBezTo>
                  <a:cubicBezTo>
                    <a:pt x="63831" y="14287"/>
                    <a:pt x="49515" y="1"/>
                    <a:pt x="31916" y="1"/>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1" name="Google Shape;1061;p35"/>
            <p:cNvSpPr/>
            <p:nvPr/>
          </p:nvSpPr>
          <p:spPr>
            <a:xfrm>
              <a:off x="6781550" y="1196350"/>
              <a:ext cx="712050" cy="712050"/>
            </a:xfrm>
            <a:custGeom>
              <a:avLst/>
              <a:gdLst/>
              <a:ahLst/>
              <a:cxnLst/>
              <a:rect l="l" t="t" r="r" b="b"/>
              <a:pathLst>
                <a:path w="28482" h="28482" extrusionOk="0">
                  <a:moveTo>
                    <a:pt x="14256" y="9667"/>
                  </a:moveTo>
                  <a:cubicBezTo>
                    <a:pt x="16779" y="9667"/>
                    <a:pt x="18815" y="11733"/>
                    <a:pt x="18815" y="14256"/>
                  </a:cubicBezTo>
                  <a:cubicBezTo>
                    <a:pt x="18815" y="16779"/>
                    <a:pt x="16779" y="18816"/>
                    <a:pt x="14256" y="18816"/>
                  </a:cubicBezTo>
                  <a:cubicBezTo>
                    <a:pt x="11703" y="18816"/>
                    <a:pt x="9666" y="16779"/>
                    <a:pt x="9666" y="14256"/>
                  </a:cubicBezTo>
                  <a:cubicBezTo>
                    <a:pt x="9666" y="11733"/>
                    <a:pt x="11703" y="9667"/>
                    <a:pt x="14256" y="9667"/>
                  </a:cubicBezTo>
                  <a:close/>
                  <a:moveTo>
                    <a:pt x="14256" y="1"/>
                  </a:moveTo>
                  <a:cubicBezTo>
                    <a:pt x="6384" y="1"/>
                    <a:pt x="0" y="6384"/>
                    <a:pt x="0" y="14256"/>
                  </a:cubicBezTo>
                  <a:cubicBezTo>
                    <a:pt x="0" y="22129"/>
                    <a:pt x="6384" y="28481"/>
                    <a:pt x="14256" y="28481"/>
                  </a:cubicBezTo>
                  <a:cubicBezTo>
                    <a:pt x="22098" y="28481"/>
                    <a:pt x="28481" y="22129"/>
                    <a:pt x="28481" y="14256"/>
                  </a:cubicBezTo>
                  <a:cubicBezTo>
                    <a:pt x="28481" y="6384"/>
                    <a:pt x="22098" y="1"/>
                    <a:pt x="142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958102762"/>
      </p:ext>
    </p:extLst>
  </p:cSld>
  <p:clrMapOvr>
    <a:masterClrMapping/>
  </p:clrMapOvr>
  <p:hf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1062"/>
        <p:cNvGrpSpPr/>
        <p:nvPr/>
      </p:nvGrpSpPr>
      <p:grpSpPr>
        <a:xfrm>
          <a:off x="0" y="0"/>
          <a:ext cx="0" cy="0"/>
          <a:chOff x="0" y="0"/>
          <a:chExt cx="0" cy="0"/>
        </a:xfrm>
      </p:grpSpPr>
      <p:sp>
        <p:nvSpPr>
          <p:cNvPr id="1063" name="Google Shape;1063;p36"/>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1064" name="Google Shape;1064;p36"/>
          <p:cNvGrpSpPr/>
          <p:nvPr/>
        </p:nvGrpSpPr>
        <p:grpSpPr>
          <a:xfrm rot="10800000">
            <a:off x="-1895063" y="-670253"/>
            <a:ext cx="4509733" cy="2658600"/>
            <a:chOff x="1317925" y="2802775"/>
            <a:chExt cx="3382300" cy="1993950"/>
          </a:xfrm>
        </p:grpSpPr>
        <p:sp>
          <p:nvSpPr>
            <p:cNvPr id="1065" name="Google Shape;1065;p36"/>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6" name="Google Shape;1066;p36"/>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7" name="Google Shape;1067;p36"/>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8" name="Google Shape;1068;p36"/>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9" name="Google Shape;1069;p36"/>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0" name="Google Shape;1070;p36"/>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1" name="Google Shape;1071;p36"/>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2" name="Google Shape;1072;p36"/>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3" name="Google Shape;1073;p36"/>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4" name="Google Shape;1074;p36"/>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5" name="Google Shape;1075;p36"/>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6" name="Google Shape;1076;p36"/>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77" name="Google Shape;1077;p36"/>
          <p:cNvGrpSpPr/>
          <p:nvPr/>
        </p:nvGrpSpPr>
        <p:grpSpPr>
          <a:xfrm>
            <a:off x="4235751" y="6089260"/>
            <a:ext cx="3720500" cy="86633"/>
            <a:chOff x="5954300" y="4334988"/>
            <a:chExt cx="2790375" cy="64975"/>
          </a:xfrm>
        </p:grpSpPr>
        <p:sp>
          <p:nvSpPr>
            <p:cNvPr id="1078" name="Google Shape;1078;p36"/>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9" name="Google Shape;1079;p36"/>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0" name="Google Shape;1080;p36"/>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1" name="Google Shape;1081;p36"/>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2" name="Google Shape;1082;p36"/>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3" name="Google Shape;1083;p36"/>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4" name="Google Shape;1084;p36"/>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5" name="Google Shape;1085;p36"/>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6" name="Google Shape;1086;p36"/>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7" name="Google Shape;1087;p36"/>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8" name="Google Shape;1088;p36"/>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9" name="Google Shape;1089;p36"/>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0" name="Google Shape;1090;p36"/>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1" name="Google Shape;1091;p36"/>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2" name="Google Shape;1092;p36"/>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3" name="Google Shape;1093;p36"/>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4" name="Google Shape;1094;p36"/>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5" name="Google Shape;1095;p36"/>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6" name="Google Shape;1096;p36"/>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7" name="Google Shape;1097;p36"/>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98" name="Google Shape;1098;p36"/>
          <p:cNvGrpSpPr/>
          <p:nvPr/>
        </p:nvGrpSpPr>
        <p:grpSpPr>
          <a:xfrm>
            <a:off x="11310012" y="1860787"/>
            <a:ext cx="1812613" cy="1812613"/>
            <a:chOff x="3901550" y="2223725"/>
            <a:chExt cx="1557050" cy="1557050"/>
          </a:xfrm>
        </p:grpSpPr>
        <p:sp>
          <p:nvSpPr>
            <p:cNvPr id="1099" name="Google Shape;1099;p36"/>
            <p:cNvSpPr/>
            <p:nvPr/>
          </p:nvSpPr>
          <p:spPr>
            <a:xfrm>
              <a:off x="4212350" y="2535275"/>
              <a:ext cx="934700" cy="933925"/>
            </a:xfrm>
            <a:custGeom>
              <a:avLst/>
              <a:gdLst/>
              <a:ahLst/>
              <a:cxnLst/>
              <a:rect l="l" t="t" r="r" b="b"/>
              <a:pathLst>
                <a:path w="37388" h="37357" extrusionOk="0">
                  <a:moveTo>
                    <a:pt x="18694" y="1"/>
                  </a:moveTo>
                  <a:cubicBezTo>
                    <a:pt x="8390" y="1"/>
                    <a:pt x="1" y="8360"/>
                    <a:pt x="1" y="18664"/>
                  </a:cubicBezTo>
                  <a:cubicBezTo>
                    <a:pt x="1" y="28998"/>
                    <a:pt x="8390" y="37357"/>
                    <a:pt x="18694" y="37357"/>
                  </a:cubicBezTo>
                  <a:cubicBezTo>
                    <a:pt x="29028" y="37357"/>
                    <a:pt x="37387" y="28998"/>
                    <a:pt x="37387" y="18664"/>
                  </a:cubicBezTo>
                  <a:cubicBezTo>
                    <a:pt x="37387" y="8360"/>
                    <a:pt x="29028" y="1"/>
                    <a:pt x="18694"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0" name="Google Shape;1100;p36"/>
            <p:cNvSpPr/>
            <p:nvPr/>
          </p:nvSpPr>
          <p:spPr>
            <a:xfrm>
              <a:off x="4385600" y="2707775"/>
              <a:ext cx="588950" cy="588950"/>
            </a:xfrm>
            <a:custGeom>
              <a:avLst/>
              <a:gdLst/>
              <a:ahLst/>
              <a:cxnLst/>
              <a:rect l="l" t="t" r="r" b="b"/>
              <a:pathLst>
                <a:path w="23558" h="23558" fill="none" extrusionOk="0">
                  <a:moveTo>
                    <a:pt x="23557" y="11764"/>
                  </a:moveTo>
                  <a:cubicBezTo>
                    <a:pt x="23557" y="18268"/>
                    <a:pt x="18269" y="23557"/>
                    <a:pt x="11764" y="23557"/>
                  </a:cubicBezTo>
                  <a:cubicBezTo>
                    <a:pt x="5259" y="23557"/>
                    <a:pt x="1" y="18268"/>
                    <a:pt x="1" y="11764"/>
                  </a:cubicBezTo>
                  <a:cubicBezTo>
                    <a:pt x="1" y="5259"/>
                    <a:pt x="5259" y="1"/>
                    <a:pt x="11764" y="1"/>
                  </a:cubicBezTo>
                  <a:cubicBezTo>
                    <a:pt x="18269" y="1"/>
                    <a:pt x="23557" y="5259"/>
                    <a:pt x="23557" y="11764"/>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1" name="Google Shape;1101;p36"/>
            <p:cNvSpPr/>
            <p:nvPr/>
          </p:nvSpPr>
          <p:spPr>
            <a:xfrm>
              <a:off x="4596100" y="2919025"/>
              <a:ext cx="167200" cy="166450"/>
            </a:xfrm>
            <a:custGeom>
              <a:avLst/>
              <a:gdLst/>
              <a:ahLst/>
              <a:cxnLst/>
              <a:rect l="l" t="t" r="r" b="b"/>
              <a:pathLst>
                <a:path w="6688" h="6658" extrusionOk="0">
                  <a:moveTo>
                    <a:pt x="3344" y="1"/>
                  </a:moveTo>
                  <a:cubicBezTo>
                    <a:pt x="1520" y="1"/>
                    <a:pt x="0" y="1490"/>
                    <a:pt x="0" y="3314"/>
                  </a:cubicBezTo>
                  <a:cubicBezTo>
                    <a:pt x="0" y="5168"/>
                    <a:pt x="1520" y="6657"/>
                    <a:pt x="3344" y="6657"/>
                  </a:cubicBezTo>
                  <a:cubicBezTo>
                    <a:pt x="5198" y="6657"/>
                    <a:pt x="6687" y="5168"/>
                    <a:pt x="6687" y="3314"/>
                  </a:cubicBezTo>
                  <a:cubicBezTo>
                    <a:pt x="6687" y="1490"/>
                    <a:pt x="5198"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2" name="Google Shape;1102;p36"/>
            <p:cNvSpPr/>
            <p:nvPr/>
          </p:nvSpPr>
          <p:spPr>
            <a:xfrm>
              <a:off x="4496550" y="2819475"/>
              <a:ext cx="366300" cy="365525"/>
            </a:xfrm>
            <a:custGeom>
              <a:avLst/>
              <a:gdLst/>
              <a:ahLst/>
              <a:cxnLst/>
              <a:rect l="l" t="t" r="r" b="b"/>
              <a:pathLst>
                <a:path w="14652" h="14621" fill="none" extrusionOk="0">
                  <a:moveTo>
                    <a:pt x="14651" y="7296"/>
                  </a:moveTo>
                  <a:cubicBezTo>
                    <a:pt x="14651" y="11338"/>
                    <a:pt x="11369" y="14621"/>
                    <a:pt x="7326" y="14621"/>
                  </a:cubicBezTo>
                  <a:cubicBezTo>
                    <a:pt x="3283" y="14621"/>
                    <a:pt x="1" y="11338"/>
                    <a:pt x="1" y="7296"/>
                  </a:cubicBezTo>
                  <a:cubicBezTo>
                    <a:pt x="1" y="3283"/>
                    <a:pt x="3283" y="1"/>
                    <a:pt x="7326" y="1"/>
                  </a:cubicBezTo>
                  <a:cubicBezTo>
                    <a:pt x="11369" y="1"/>
                    <a:pt x="14651" y="3283"/>
                    <a:pt x="14651" y="7296"/>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3" name="Google Shape;1103;p36"/>
            <p:cNvSpPr/>
            <p:nvPr/>
          </p:nvSpPr>
          <p:spPr>
            <a:xfrm>
              <a:off x="3901550" y="2223725"/>
              <a:ext cx="1557050" cy="1557050"/>
            </a:xfrm>
            <a:custGeom>
              <a:avLst/>
              <a:gdLst/>
              <a:ahLst/>
              <a:cxnLst/>
              <a:rect l="l" t="t" r="r" b="b"/>
              <a:pathLst>
                <a:path w="62282" h="62282" extrusionOk="0">
                  <a:moveTo>
                    <a:pt x="31126" y="5259"/>
                  </a:moveTo>
                  <a:cubicBezTo>
                    <a:pt x="45412" y="5259"/>
                    <a:pt x="57023" y="16840"/>
                    <a:pt x="57023" y="31126"/>
                  </a:cubicBezTo>
                  <a:cubicBezTo>
                    <a:pt x="57023" y="45442"/>
                    <a:pt x="45412" y="57023"/>
                    <a:pt x="31126" y="57023"/>
                  </a:cubicBezTo>
                  <a:cubicBezTo>
                    <a:pt x="16840" y="57023"/>
                    <a:pt x="5259" y="45442"/>
                    <a:pt x="5259" y="31126"/>
                  </a:cubicBezTo>
                  <a:cubicBezTo>
                    <a:pt x="5259" y="16840"/>
                    <a:pt x="16840" y="5259"/>
                    <a:pt x="31126" y="5259"/>
                  </a:cubicBezTo>
                  <a:close/>
                  <a:moveTo>
                    <a:pt x="31126" y="1"/>
                  </a:moveTo>
                  <a:cubicBezTo>
                    <a:pt x="13922" y="1"/>
                    <a:pt x="1" y="13952"/>
                    <a:pt x="1" y="31126"/>
                  </a:cubicBezTo>
                  <a:cubicBezTo>
                    <a:pt x="1" y="48330"/>
                    <a:pt x="13922" y="62281"/>
                    <a:pt x="31126" y="62281"/>
                  </a:cubicBezTo>
                  <a:cubicBezTo>
                    <a:pt x="48330" y="62281"/>
                    <a:pt x="62281" y="48330"/>
                    <a:pt x="62281" y="31126"/>
                  </a:cubicBezTo>
                  <a:cubicBezTo>
                    <a:pt x="62281" y="13952"/>
                    <a:pt x="48330" y="1"/>
                    <a:pt x="311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030940360"/>
      </p:ext>
    </p:extLst>
  </p:cSld>
  <p:clrMapOvr>
    <a:masterClrMapping/>
  </p:clrMapOvr>
  <p:hf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only 7">
  <p:cSld name="Title only 7">
    <p:spTree>
      <p:nvGrpSpPr>
        <p:cNvPr id="1" name="Shape 1104"/>
        <p:cNvGrpSpPr/>
        <p:nvPr/>
      </p:nvGrpSpPr>
      <p:grpSpPr>
        <a:xfrm>
          <a:off x="0" y="0"/>
          <a:ext cx="0" cy="0"/>
          <a:chOff x="0" y="0"/>
          <a:chExt cx="0" cy="0"/>
        </a:xfrm>
      </p:grpSpPr>
      <p:sp>
        <p:nvSpPr>
          <p:cNvPr id="1105" name="Google Shape;1105;p37"/>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106" name="Google Shape;1106;p37"/>
          <p:cNvSpPr/>
          <p:nvPr/>
        </p:nvSpPr>
        <p:spPr>
          <a:xfrm flipH="1">
            <a:off x="7619778" y="6199134"/>
            <a:ext cx="4596332" cy="658877"/>
          </a:xfrm>
          <a:custGeom>
            <a:avLst/>
            <a:gdLst/>
            <a:ahLst/>
            <a:cxnLst/>
            <a:rect l="l" t="t" r="r" b="b"/>
            <a:pathLst>
              <a:path w="108149" h="15503" extrusionOk="0">
                <a:moveTo>
                  <a:pt x="0" y="0"/>
                </a:moveTo>
                <a:lnTo>
                  <a:pt x="0" y="15502"/>
                </a:lnTo>
                <a:lnTo>
                  <a:pt x="108148" y="15502"/>
                </a:lnTo>
                <a:cubicBezTo>
                  <a:pt x="108148" y="6931"/>
                  <a:pt x="101218" y="0"/>
                  <a:pt x="92646"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107" name="Google Shape;1107;p37"/>
          <p:cNvGrpSpPr/>
          <p:nvPr/>
        </p:nvGrpSpPr>
        <p:grpSpPr>
          <a:xfrm>
            <a:off x="-2637933" y="1634580"/>
            <a:ext cx="3588901" cy="3588841"/>
            <a:chOff x="5165750" y="-1146341"/>
            <a:chExt cx="2691676" cy="2691631"/>
          </a:xfrm>
        </p:grpSpPr>
        <p:sp>
          <p:nvSpPr>
            <p:cNvPr id="1108" name="Google Shape;1108;p37"/>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9" name="Google Shape;1109;p37"/>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0" name="Google Shape;1110;p37"/>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1" name="Google Shape;1111;p37"/>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2" name="Google Shape;1112;p37"/>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3" name="Google Shape;1113;p37"/>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4" name="Google Shape;1114;p37"/>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5" name="Google Shape;1115;p37"/>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6" name="Google Shape;1116;p37"/>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17" name="Google Shape;1117;p37"/>
          <p:cNvGrpSpPr/>
          <p:nvPr/>
        </p:nvGrpSpPr>
        <p:grpSpPr>
          <a:xfrm>
            <a:off x="11241043" y="718773"/>
            <a:ext cx="3294900" cy="3663967"/>
            <a:chOff x="7398357" y="-662077"/>
            <a:chExt cx="2471175" cy="2747975"/>
          </a:xfrm>
        </p:grpSpPr>
        <p:sp>
          <p:nvSpPr>
            <p:cNvPr id="1118" name="Google Shape;1118;p37"/>
            <p:cNvSpPr/>
            <p:nvPr/>
          </p:nvSpPr>
          <p:spPr>
            <a:xfrm rot="-5400000">
              <a:off x="7370982" y="-634702"/>
              <a:ext cx="2525925" cy="2471175"/>
            </a:xfrm>
            <a:custGeom>
              <a:avLst/>
              <a:gdLst/>
              <a:ahLst/>
              <a:cxnLst/>
              <a:rect l="l" t="t" r="r" b="b"/>
              <a:pathLst>
                <a:path w="101037" h="98847" extrusionOk="0">
                  <a:moveTo>
                    <a:pt x="12296" y="1"/>
                  </a:moveTo>
                  <a:cubicBezTo>
                    <a:pt x="9431" y="1"/>
                    <a:pt x="6566" y="1095"/>
                    <a:pt x="4378" y="3283"/>
                  </a:cubicBezTo>
                  <a:cubicBezTo>
                    <a:pt x="1" y="7660"/>
                    <a:pt x="1" y="14773"/>
                    <a:pt x="4378" y="19150"/>
                  </a:cubicBezTo>
                  <a:lnTo>
                    <a:pt x="80823" y="95564"/>
                  </a:lnTo>
                  <a:cubicBezTo>
                    <a:pt x="83011" y="97753"/>
                    <a:pt x="85876" y="98847"/>
                    <a:pt x="88741" y="98847"/>
                  </a:cubicBezTo>
                  <a:cubicBezTo>
                    <a:pt x="91606" y="98847"/>
                    <a:pt x="94471" y="97753"/>
                    <a:pt x="96659" y="95564"/>
                  </a:cubicBezTo>
                  <a:cubicBezTo>
                    <a:pt x="101036" y="91187"/>
                    <a:pt x="101036" y="84105"/>
                    <a:pt x="96659" y="79728"/>
                  </a:cubicBezTo>
                  <a:lnTo>
                    <a:pt x="20214" y="3283"/>
                  </a:lnTo>
                  <a:cubicBezTo>
                    <a:pt x="18025" y="1095"/>
                    <a:pt x="15161" y="1"/>
                    <a:pt x="12296" y="1"/>
                  </a:cubicBezTo>
                  <a:close/>
                </a:path>
              </a:pathLst>
            </a:cu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9" name="Google Shape;1119;p37"/>
            <p:cNvSpPr/>
            <p:nvPr/>
          </p:nvSpPr>
          <p:spPr>
            <a:xfrm rot="-5400000">
              <a:off x="7569882" y="-202877"/>
              <a:ext cx="1193050" cy="1192300"/>
            </a:xfrm>
            <a:custGeom>
              <a:avLst/>
              <a:gdLst/>
              <a:ahLst/>
              <a:cxnLst/>
              <a:rect l="l" t="t" r="r" b="b"/>
              <a:pathLst>
                <a:path w="47722" h="47692" fill="none" extrusionOk="0">
                  <a:moveTo>
                    <a:pt x="44591" y="44591"/>
                  </a:moveTo>
                  <a:lnTo>
                    <a:pt x="44591" y="44591"/>
                  </a:lnTo>
                  <a:cubicBezTo>
                    <a:pt x="47722" y="41491"/>
                    <a:pt x="47722" y="36445"/>
                    <a:pt x="44591" y="33345"/>
                  </a:cubicBezTo>
                  <a:lnTo>
                    <a:pt x="14348" y="3101"/>
                  </a:lnTo>
                  <a:cubicBezTo>
                    <a:pt x="11247" y="1"/>
                    <a:pt x="6201" y="1"/>
                    <a:pt x="3101" y="3101"/>
                  </a:cubicBezTo>
                  <a:lnTo>
                    <a:pt x="3101" y="3101"/>
                  </a:lnTo>
                  <a:cubicBezTo>
                    <a:pt x="1" y="6201"/>
                    <a:pt x="1" y="11217"/>
                    <a:pt x="3101" y="14347"/>
                  </a:cubicBezTo>
                  <a:lnTo>
                    <a:pt x="33375" y="44591"/>
                  </a:lnTo>
                  <a:cubicBezTo>
                    <a:pt x="36476" y="47691"/>
                    <a:pt x="41491" y="47691"/>
                    <a:pt x="44591" y="44591"/>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0" name="Google Shape;1120;p37"/>
            <p:cNvSpPr/>
            <p:nvPr/>
          </p:nvSpPr>
          <p:spPr>
            <a:xfrm rot="-5400000">
              <a:off x="7937707" y="408023"/>
              <a:ext cx="1677875" cy="1677875"/>
            </a:xfrm>
            <a:custGeom>
              <a:avLst/>
              <a:gdLst/>
              <a:ahLst/>
              <a:cxnLst/>
              <a:rect l="l" t="t" r="r" b="b"/>
              <a:pathLst>
                <a:path w="67115" h="67115" fill="none" extrusionOk="0">
                  <a:moveTo>
                    <a:pt x="64318" y="64287"/>
                  </a:moveTo>
                  <a:lnTo>
                    <a:pt x="64318" y="64287"/>
                  </a:lnTo>
                  <a:cubicBezTo>
                    <a:pt x="67114" y="61491"/>
                    <a:pt x="67114" y="56962"/>
                    <a:pt x="64318" y="54166"/>
                  </a:cubicBezTo>
                  <a:lnTo>
                    <a:pt x="12949" y="2797"/>
                  </a:lnTo>
                  <a:cubicBezTo>
                    <a:pt x="10153" y="1"/>
                    <a:pt x="5624" y="1"/>
                    <a:pt x="2797" y="2797"/>
                  </a:cubicBezTo>
                  <a:lnTo>
                    <a:pt x="2797" y="2797"/>
                  </a:lnTo>
                  <a:cubicBezTo>
                    <a:pt x="1" y="5593"/>
                    <a:pt x="1" y="10122"/>
                    <a:pt x="2797" y="12919"/>
                  </a:cubicBezTo>
                  <a:lnTo>
                    <a:pt x="54166" y="64287"/>
                  </a:lnTo>
                  <a:cubicBezTo>
                    <a:pt x="56993" y="67114"/>
                    <a:pt x="61522" y="67114"/>
                    <a:pt x="64318" y="64287"/>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1" name="Google Shape;1121;p37"/>
            <p:cNvSpPr/>
            <p:nvPr/>
          </p:nvSpPr>
          <p:spPr>
            <a:xfrm rot="-5400000">
              <a:off x="8047894" y="289485"/>
              <a:ext cx="1309325" cy="1274350"/>
            </a:xfrm>
            <a:custGeom>
              <a:avLst/>
              <a:gdLst/>
              <a:ahLst/>
              <a:cxnLst/>
              <a:rect l="l" t="t" r="r" b="b"/>
              <a:pathLst>
                <a:path w="52373" h="50974" extrusionOk="0">
                  <a:moveTo>
                    <a:pt x="7884" y="0"/>
                  </a:moveTo>
                  <a:cubicBezTo>
                    <a:pt x="6049" y="0"/>
                    <a:pt x="4210" y="699"/>
                    <a:pt x="2797" y="2097"/>
                  </a:cubicBezTo>
                  <a:cubicBezTo>
                    <a:pt x="0" y="4894"/>
                    <a:pt x="0" y="9453"/>
                    <a:pt x="2797" y="12250"/>
                  </a:cubicBezTo>
                  <a:lnTo>
                    <a:pt x="39424" y="48876"/>
                  </a:lnTo>
                  <a:cubicBezTo>
                    <a:pt x="40822" y="50274"/>
                    <a:pt x="42661" y="50973"/>
                    <a:pt x="44500" y="50973"/>
                  </a:cubicBezTo>
                  <a:cubicBezTo>
                    <a:pt x="46339" y="50973"/>
                    <a:pt x="48178" y="50274"/>
                    <a:pt x="49576" y="48876"/>
                  </a:cubicBezTo>
                  <a:cubicBezTo>
                    <a:pt x="52372" y="46049"/>
                    <a:pt x="52372" y="41520"/>
                    <a:pt x="49576" y="38724"/>
                  </a:cubicBezTo>
                  <a:lnTo>
                    <a:pt x="12949" y="2097"/>
                  </a:lnTo>
                  <a:cubicBezTo>
                    <a:pt x="11551" y="699"/>
                    <a:pt x="9719" y="0"/>
                    <a:pt x="7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2" name="Google Shape;1122;p37"/>
            <p:cNvSpPr/>
            <p:nvPr/>
          </p:nvSpPr>
          <p:spPr>
            <a:xfrm rot="-5400000">
              <a:off x="7513119" y="-490540"/>
              <a:ext cx="1827575" cy="1809500"/>
            </a:xfrm>
            <a:custGeom>
              <a:avLst/>
              <a:gdLst/>
              <a:ahLst/>
              <a:cxnLst/>
              <a:rect l="l" t="t" r="r" b="b"/>
              <a:pathLst>
                <a:path w="73103" h="72380" extrusionOk="0">
                  <a:moveTo>
                    <a:pt x="4089" y="0"/>
                  </a:moveTo>
                  <a:cubicBezTo>
                    <a:pt x="3139" y="0"/>
                    <a:pt x="2189" y="358"/>
                    <a:pt x="1460" y="1072"/>
                  </a:cubicBezTo>
                  <a:cubicBezTo>
                    <a:pt x="1" y="2531"/>
                    <a:pt x="1" y="4871"/>
                    <a:pt x="1460" y="6330"/>
                  </a:cubicBezTo>
                  <a:lnTo>
                    <a:pt x="66415" y="71286"/>
                  </a:lnTo>
                  <a:cubicBezTo>
                    <a:pt x="67130" y="72015"/>
                    <a:pt x="68080" y="72380"/>
                    <a:pt x="69033" y="72380"/>
                  </a:cubicBezTo>
                  <a:cubicBezTo>
                    <a:pt x="69987" y="72380"/>
                    <a:pt x="70944" y="72015"/>
                    <a:pt x="71674" y="71286"/>
                  </a:cubicBezTo>
                  <a:cubicBezTo>
                    <a:pt x="73103" y="69827"/>
                    <a:pt x="73103" y="67486"/>
                    <a:pt x="71674" y="66027"/>
                  </a:cubicBezTo>
                  <a:lnTo>
                    <a:pt x="6718" y="1072"/>
                  </a:lnTo>
                  <a:cubicBezTo>
                    <a:pt x="5989" y="358"/>
                    <a:pt x="5039" y="0"/>
                    <a:pt x="40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890742191"/>
      </p:ext>
    </p:extLst>
  </p:cSld>
  <p:clrMapOvr>
    <a:masterClrMapping/>
  </p:clrMapOvr>
  <p:hf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only 8">
  <p:cSld name="Title only 8">
    <p:spTree>
      <p:nvGrpSpPr>
        <p:cNvPr id="1" name="Shape 1123"/>
        <p:cNvGrpSpPr/>
        <p:nvPr/>
      </p:nvGrpSpPr>
      <p:grpSpPr>
        <a:xfrm>
          <a:off x="0" y="0"/>
          <a:ext cx="0" cy="0"/>
          <a:chOff x="0" y="0"/>
          <a:chExt cx="0" cy="0"/>
        </a:xfrm>
      </p:grpSpPr>
      <p:sp>
        <p:nvSpPr>
          <p:cNvPr id="1124" name="Google Shape;1124;p38"/>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1125" name="Google Shape;1125;p38"/>
          <p:cNvGrpSpPr/>
          <p:nvPr/>
        </p:nvGrpSpPr>
        <p:grpSpPr>
          <a:xfrm flipH="1">
            <a:off x="-2017648" y="5311267"/>
            <a:ext cx="4509733" cy="2658600"/>
            <a:chOff x="1317925" y="2802775"/>
            <a:chExt cx="3382300" cy="1993950"/>
          </a:xfrm>
        </p:grpSpPr>
        <p:sp>
          <p:nvSpPr>
            <p:cNvPr id="1126" name="Google Shape;1126;p38"/>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7" name="Google Shape;1127;p38"/>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8" name="Google Shape;1128;p38"/>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9" name="Google Shape;1129;p38"/>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0" name="Google Shape;1130;p38"/>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1" name="Google Shape;1131;p38"/>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2" name="Google Shape;1132;p38"/>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3" name="Google Shape;1133;p38"/>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4" name="Google Shape;1134;p38"/>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5" name="Google Shape;1135;p38"/>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6" name="Google Shape;1136;p38"/>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37" name="Google Shape;1137;p38"/>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38" name="Google Shape;1138;p38"/>
          <p:cNvGrpSpPr/>
          <p:nvPr/>
        </p:nvGrpSpPr>
        <p:grpSpPr>
          <a:xfrm>
            <a:off x="327101" y="719334"/>
            <a:ext cx="266500" cy="961533"/>
            <a:chOff x="188762" y="539500"/>
            <a:chExt cx="199875" cy="721150"/>
          </a:xfrm>
        </p:grpSpPr>
        <p:sp>
          <p:nvSpPr>
            <p:cNvPr id="1139" name="Google Shape;1139;p38"/>
            <p:cNvSpPr/>
            <p:nvPr/>
          </p:nvSpPr>
          <p:spPr>
            <a:xfrm flipH="1">
              <a:off x="332387" y="1204400"/>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0" name="Google Shape;1140;p38"/>
            <p:cNvSpPr/>
            <p:nvPr/>
          </p:nvSpPr>
          <p:spPr>
            <a:xfrm flipH="1">
              <a:off x="332387" y="1037975"/>
              <a:ext cx="56250" cy="56275"/>
            </a:xfrm>
            <a:custGeom>
              <a:avLst/>
              <a:gdLst/>
              <a:ahLst/>
              <a:cxnLst/>
              <a:rect l="l" t="t" r="r" b="b"/>
              <a:pathLst>
                <a:path w="2250" h="2251" extrusionOk="0">
                  <a:moveTo>
                    <a:pt x="1125" y="1"/>
                  </a:moveTo>
                  <a:cubicBezTo>
                    <a:pt x="517" y="1"/>
                    <a:pt x="0" y="518"/>
                    <a:pt x="0" y="1126"/>
                  </a:cubicBezTo>
                  <a:cubicBezTo>
                    <a:pt x="0" y="1764"/>
                    <a:pt x="517" y="2250"/>
                    <a:pt x="1125" y="2250"/>
                  </a:cubicBezTo>
                  <a:cubicBezTo>
                    <a:pt x="1733" y="2250"/>
                    <a:pt x="2249" y="1764"/>
                    <a:pt x="2249" y="1126"/>
                  </a:cubicBezTo>
                  <a:cubicBezTo>
                    <a:pt x="224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1" name="Google Shape;1141;p38"/>
            <p:cNvSpPr/>
            <p:nvPr/>
          </p:nvSpPr>
          <p:spPr>
            <a:xfrm flipH="1">
              <a:off x="332387" y="872325"/>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2" name="Google Shape;1142;p38"/>
            <p:cNvSpPr/>
            <p:nvPr/>
          </p:nvSpPr>
          <p:spPr>
            <a:xfrm flipH="1">
              <a:off x="332387" y="705925"/>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3" name="Google Shape;1143;p38"/>
            <p:cNvSpPr/>
            <p:nvPr/>
          </p:nvSpPr>
          <p:spPr>
            <a:xfrm flipH="1">
              <a:off x="332387" y="53950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4" name="Google Shape;1144;p38"/>
            <p:cNvSpPr/>
            <p:nvPr/>
          </p:nvSpPr>
          <p:spPr>
            <a:xfrm flipH="1">
              <a:off x="188762" y="1204400"/>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5" name="Google Shape;1145;p38"/>
            <p:cNvSpPr/>
            <p:nvPr/>
          </p:nvSpPr>
          <p:spPr>
            <a:xfrm flipH="1">
              <a:off x="188762" y="1037975"/>
              <a:ext cx="55500" cy="56275"/>
            </a:xfrm>
            <a:custGeom>
              <a:avLst/>
              <a:gdLst/>
              <a:ahLst/>
              <a:cxnLst/>
              <a:rect l="l" t="t" r="r" b="b"/>
              <a:pathLst>
                <a:path w="2220" h="2251" extrusionOk="0">
                  <a:moveTo>
                    <a:pt x="1125" y="1"/>
                  </a:moveTo>
                  <a:cubicBezTo>
                    <a:pt x="487" y="1"/>
                    <a:pt x="0" y="518"/>
                    <a:pt x="0" y="1126"/>
                  </a:cubicBezTo>
                  <a:cubicBezTo>
                    <a:pt x="0" y="1764"/>
                    <a:pt x="487" y="2250"/>
                    <a:pt x="1125" y="2250"/>
                  </a:cubicBezTo>
                  <a:cubicBezTo>
                    <a:pt x="1733" y="2250"/>
                    <a:pt x="2219" y="1764"/>
                    <a:pt x="2219" y="1126"/>
                  </a:cubicBezTo>
                  <a:cubicBezTo>
                    <a:pt x="221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6" name="Google Shape;1146;p38"/>
            <p:cNvSpPr/>
            <p:nvPr/>
          </p:nvSpPr>
          <p:spPr>
            <a:xfrm flipH="1">
              <a:off x="188762" y="872325"/>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7" name="Google Shape;1147;p38"/>
            <p:cNvSpPr/>
            <p:nvPr/>
          </p:nvSpPr>
          <p:spPr>
            <a:xfrm flipH="1">
              <a:off x="188762" y="705925"/>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48" name="Google Shape;1148;p38"/>
            <p:cNvSpPr/>
            <p:nvPr/>
          </p:nvSpPr>
          <p:spPr>
            <a:xfrm flipH="1">
              <a:off x="188762" y="53950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49" name="Google Shape;1149;p38"/>
          <p:cNvGrpSpPr/>
          <p:nvPr/>
        </p:nvGrpSpPr>
        <p:grpSpPr>
          <a:xfrm flipH="1">
            <a:off x="10474618" y="-426944"/>
            <a:ext cx="2139225" cy="2139147"/>
            <a:chOff x="-74975" y="157600"/>
            <a:chExt cx="1604419" cy="1604360"/>
          </a:xfrm>
        </p:grpSpPr>
        <p:sp>
          <p:nvSpPr>
            <p:cNvPr id="1150" name="Google Shape;1150;p38"/>
            <p:cNvSpPr/>
            <p:nvPr/>
          </p:nvSpPr>
          <p:spPr>
            <a:xfrm>
              <a:off x="399627" y="632159"/>
              <a:ext cx="1129817" cy="1129801"/>
            </a:xfrm>
            <a:custGeom>
              <a:avLst/>
              <a:gdLst/>
              <a:ahLst/>
              <a:cxnLst/>
              <a:rect l="l" t="t" r="r" b="b"/>
              <a:pathLst>
                <a:path w="70306" h="70305" extrusionOk="0">
                  <a:moveTo>
                    <a:pt x="0" y="0"/>
                  </a:moveTo>
                  <a:lnTo>
                    <a:pt x="0" y="70305"/>
                  </a:lnTo>
                  <a:lnTo>
                    <a:pt x="70305"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1" name="Google Shape;1151;p38"/>
            <p:cNvSpPr/>
            <p:nvPr/>
          </p:nvSpPr>
          <p:spPr>
            <a:xfrm>
              <a:off x="238125" y="470675"/>
              <a:ext cx="824500" cy="824500"/>
            </a:xfrm>
            <a:custGeom>
              <a:avLst/>
              <a:gdLst/>
              <a:ahLst/>
              <a:cxnLst/>
              <a:rect l="l" t="t" r="r" b="b"/>
              <a:pathLst>
                <a:path w="32980" h="32980" extrusionOk="0">
                  <a:moveTo>
                    <a:pt x="0" y="0"/>
                  </a:moveTo>
                  <a:lnTo>
                    <a:pt x="0" y="32979"/>
                  </a:lnTo>
                  <a:lnTo>
                    <a:pt x="32979" y="0"/>
                  </a:lnTo>
                  <a:close/>
                </a:path>
              </a:pathLst>
            </a:custGeom>
            <a:solidFill>
              <a:srgbClr val="368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2" name="Google Shape;1152;p38"/>
            <p:cNvSpPr/>
            <p:nvPr/>
          </p:nvSpPr>
          <p:spPr>
            <a:xfrm>
              <a:off x="213025" y="44557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3" name="Google Shape;1153;p38"/>
            <p:cNvSpPr/>
            <p:nvPr/>
          </p:nvSpPr>
          <p:spPr>
            <a:xfrm>
              <a:off x="155275" y="38782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4" name="Google Shape;1154;p38"/>
            <p:cNvSpPr/>
            <p:nvPr/>
          </p:nvSpPr>
          <p:spPr>
            <a:xfrm>
              <a:off x="98300" y="330850"/>
              <a:ext cx="757625" cy="757625"/>
            </a:xfrm>
            <a:custGeom>
              <a:avLst/>
              <a:gdLst/>
              <a:ahLst/>
              <a:cxnLst/>
              <a:rect l="l" t="t" r="r" b="b"/>
              <a:pathLst>
                <a:path w="30305" h="30305" fill="none" extrusionOk="0">
                  <a:moveTo>
                    <a:pt x="0" y="30305"/>
                  </a:moveTo>
                  <a:lnTo>
                    <a:pt x="3030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5" name="Google Shape;1155;p38"/>
            <p:cNvSpPr/>
            <p:nvPr/>
          </p:nvSpPr>
          <p:spPr>
            <a:xfrm>
              <a:off x="40550" y="273100"/>
              <a:ext cx="758400" cy="758375"/>
            </a:xfrm>
            <a:custGeom>
              <a:avLst/>
              <a:gdLst/>
              <a:ahLst/>
              <a:cxnLst/>
              <a:rect l="l" t="t" r="r" b="b"/>
              <a:pathLst>
                <a:path w="30336"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6" name="Google Shape;1156;p38"/>
            <p:cNvSpPr/>
            <p:nvPr/>
          </p:nvSpPr>
          <p:spPr>
            <a:xfrm>
              <a:off x="-17200" y="215350"/>
              <a:ext cx="758375" cy="758375"/>
            </a:xfrm>
            <a:custGeom>
              <a:avLst/>
              <a:gdLst/>
              <a:ahLst/>
              <a:cxnLst/>
              <a:rect l="l" t="t" r="r" b="b"/>
              <a:pathLst>
                <a:path w="30335"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7" name="Google Shape;1157;p38"/>
            <p:cNvSpPr/>
            <p:nvPr/>
          </p:nvSpPr>
          <p:spPr>
            <a:xfrm>
              <a:off x="-74975" y="157600"/>
              <a:ext cx="758400" cy="758375"/>
            </a:xfrm>
            <a:custGeom>
              <a:avLst/>
              <a:gdLst/>
              <a:ahLst/>
              <a:cxnLst/>
              <a:rect l="l" t="t" r="r" b="b"/>
              <a:pathLst>
                <a:path w="30336" h="30335" fill="none" extrusionOk="0">
                  <a:moveTo>
                    <a:pt x="1" y="30335"/>
                  </a:moveTo>
                  <a:lnTo>
                    <a:pt x="30336"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58" name="Google Shape;1158;p38"/>
            <p:cNvSpPr/>
            <p:nvPr/>
          </p:nvSpPr>
          <p:spPr>
            <a:xfrm>
              <a:off x="238125" y="470675"/>
              <a:ext cx="824500" cy="824500"/>
            </a:xfrm>
            <a:custGeom>
              <a:avLst/>
              <a:gdLst/>
              <a:ahLst/>
              <a:cxnLst/>
              <a:rect l="l" t="t" r="r" b="b"/>
              <a:pathLst>
                <a:path w="32980" h="32980" fill="none" extrusionOk="0">
                  <a:moveTo>
                    <a:pt x="0" y="0"/>
                  </a:moveTo>
                  <a:lnTo>
                    <a:pt x="0" y="32979"/>
                  </a:lnTo>
                  <a:lnTo>
                    <a:pt x="32979" y="0"/>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702170376"/>
      </p:ext>
    </p:extLst>
  </p:cSld>
  <p:clrMapOvr>
    <a:masterClrMapping/>
  </p:clrMapOvr>
  <p:hf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only 9">
  <p:cSld name="Title only 9">
    <p:spTree>
      <p:nvGrpSpPr>
        <p:cNvPr id="1" name="Shape 1159"/>
        <p:cNvGrpSpPr/>
        <p:nvPr/>
      </p:nvGrpSpPr>
      <p:grpSpPr>
        <a:xfrm>
          <a:off x="0" y="0"/>
          <a:ext cx="0" cy="0"/>
          <a:chOff x="0" y="0"/>
          <a:chExt cx="0" cy="0"/>
        </a:xfrm>
      </p:grpSpPr>
      <p:sp>
        <p:nvSpPr>
          <p:cNvPr id="1160" name="Google Shape;1160;p39"/>
          <p:cNvSpPr txBox="1">
            <a:spLocks noGrp="1"/>
          </p:cNvSpPr>
          <p:nvPr>
            <p:ph type="title"/>
          </p:nvPr>
        </p:nvSpPr>
        <p:spPr>
          <a:xfrm>
            <a:off x="1162800" y="719333"/>
            <a:ext cx="98664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400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1161" name="Google Shape;1161;p39"/>
          <p:cNvGrpSpPr/>
          <p:nvPr/>
        </p:nvGrpSpPr>
        <p:grpSpPr>
          <a:xfrm>
            <a:off x="327101" y="719334"/>
            <a:ext cx="266500" cy="961533"/>
            <a:chOff x="188762" y="539500"/>
            <a:chExt cx="199875" cy="721150"/>
          </a:xfrm>
        </p:grpSpPr>
        <p:sp>
          <p:nvSpPr>
            <p:cNvPr id="1162" name="Google Shape;1162;p39"/>
            <p:cNvSpPr/>
            <p:nvPr/>
          </p:nvSpPr>
          <p:spPr>
            <a:xfrm flipH="1">
              <a:off x="332387" y="1204400"/>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3" name="Google Shape;1163;p39"/>
            <p:cNvSpPr/>
            <p:nvPr/>
          </p:nvSpPr>
          <p:spPr>
            <a:xfrm flipH="1">
              <a:off x="332387" y="1037975"/>
              <a:ext cx="56250" cy="56275"/>
            </a:xfrm>
            <a:custGeom>
              <a:avLst/>
              <a:gdLst/>
              <a:ahLst/>
              <a:cxnLst/>
              <a:rect l="l" t="t" r="r" b="b"/>
              <a:pathLst>
                <a:path w="2250" h="2251" extrusionOk="0">
                  <a:moveTo>
                    <a:pt x="1125" y="1"/>
                  </a:moveTo>
                  <a:cubicBezTo>
                    <a:pt x="517" y="1"/>
                    <a:pt x="0" y="518"/>
                    <a:pt x="0" y="1126"/>
                  </a:cubicBezTo>
                  <a:cubicBezTo>
                    <a:pt x="0" y="1764"/>
                    <a:pt x="517" y="2250"/>
                    <a:pt x="1125" y="2250"/>
                  </a:cubicBezTo>
                  <a:cubicBezTo>
                    <a:pt x="1733" y="2250"/>
                    <a:pt x="2249" y="1764"/>
                    <a:pt x="2249" y="1126"/>
                  </a:cubicBezTo>
                  <a:cubicBezTo>
                    <a:pt x="224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4" name="Google Shape;1164;p39"/>
            <p:cNvSpPr/>
            <p:nvPr/>
          </p:nvSpPr>
          <p:spPr>
            <a:xfrm flipH="1">
              <a:off x="332387" y="872325"/>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5" name="Google Shape;1165;p39"/>
            <p:cNvSpPr/>
            <p:nvPr/>
          </p:nvSpPr>
          <p:spPr>
            <a:xfrm flipH="1">
              <a:off x="332387" y="705925"/>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6" name="Google Shape;1166;p39"/>
            <p:cNvSpPr/>
            <p:nvPr/>
          </p:nvSpPr>
          <p:spPr>
            <a:xfrm flipH="1">
              <a:off x="332387" y="53950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7" name="Google Shape;1167;p39"/>
            <p:cNvSpPr/>
            <p:nvPr/>
          </p:nvSpPr>
          <p:spPr>
            <a:xfrm flipH="1">
              <a:off x="188762" y="1204400"/>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8" name="Google Shape;1168;p39"/>
            <p:cNvSpPr/>
            <p:nvPr/>
          </p:nvSpPr>
          <p:spPr>
            <a:xfrm flipH="1">
              <a:off x="188762" y="1037975"/>
              <a:ext cx="55500" cy="56275"/>
            </a:xfrm>
            <a:custGeom>
              <a:avLst/>
              <a:gdLst/>
              <a:ahLst/>
              <a:cxnLst/>
              <a:rect l="l" t="t" r="r" b="b"/>
              <a:pathLst>
                <a:path w="2220" h="2251" extrusionOk="0">
                  <a:moveTo>
                    <a:pt x="1125" y="1"/>
                  </a:moveTo>
                  <a:cubicBezTo>
                    <a:pt x="487" y="1"/>
                    <a:pt x="0" y="518"/>
                    <a:pt x="0" y="1126"/>
                  </a:cubicBezTo>
                  <a:cubicBezTo>
                    <a:pt x="0" y="1764"/>
                    <a:pt x="487" y="2250"/>
                    <a:pt x="1125" y="2250"/>
                  </a:cubicBezTo>
                  <a:cubicBezTo>
                    <a:pt x="1733" y="2250"/>
                    <a:pt x="2219" y="1764"/>
                    <a:pt x="2219" y="1126"/>
                  </a:cubicBezTo>
                  <a:cubicBezTo>
                    <a:pt x="2219" y="518"/>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69" name="Google Shape;1169;p39"/>
            <p:cNvSpPr/>
            <p:nvPr/>
          </p:nvSpPr>
          <p:spPr>
            <a:xfrm flipH="1">
              <a:off x="188762" y="872325"/>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0" name="Google Shape;1170;p39"/>
            <p:cNvSpPr/>
            <p:nvPr/>
          </p:nvSpPr>
          <p:spPr>
            <a:xfrm flipH="1">
              <a:off x="188762" y="705925"/>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1" name="Google Shape;1171;p39"/>
            <p:cNvSpPr/>
            <p:nvPr/>
          </p:nvSpPr>
          <p:spPr>
            <a:xfrm flipH="1">
              <a:off x="188762" y="53950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172" name="Google Shape;1172;p39"/>
          <p:cNvGrpSpPr/>
          <p:nvPr/>
        </p:nvGrpSpPr>
        <p:grpSpPr>
          <a:xfrm rot="5400000" flipH="1">
            <a:off x="4235140" y="5791920"/>
            <a:ext cx="3721715" cy="3466201"/>
            <a:chOff x="-1466486" y="2736279"/>
            <a:chExt cx="2791286" cy="2599651"/>
          </a:xfrm>
        </p:grpSpPr>
        <p:sp>
          <p:nvSpPr>
            <p:cNvPr id="1173" name="Google Shape;1173;p39"/>
            <p:cNvSpPr/>
            <p:nvPr/>
          </p:nvSpPr>
          <p:spPr>
            <a:xfrm>
              <a:off x="-1466486" y="2736279"/>
              <a:ext cx="2599651" cy="2599651"/>
            </a:xfrm>
            <a:custGeom>
              <a:avLst/>
              <a:gdLst/>
              <a:ahLst/>
              <a:cxnLst/>
              <a:rect l="l" t="t" r="r" b="b"/>
              <a:pathLst>
                <a:path w="62282" h="62282" extrusionOk="0">
                  <a:moveTo>
                    <a:pt x="31126" y="5259"/>
                  </a:moveTo>
                  <a:cubicBezTo>
                    <a:pt x="45412" y="5259"/>
                    <a:pt x="57023" y="16840"/>
                    <a:pt x="57023" y="31126"/>
                  </a:cubicBezTo>
                  <a:cubicBezTo>
                    <a:pt x="57023" y="45442"/>
                    <a:pt x="45412" y="57023"/>
                    <a:pt x="31126" y="57023"/>
                  </a:cubicBezTo>
                  <a:cubicBezTo>
                    <a:pt x="16840" y="57023"/>
                    <a:pt x="5259" y="45442"/>
                    <a:pt x="5259" y="31126"/>
                  </a:cubicBezTo>
                  <a:cubicBezTo>
                    <a:pt x="5259" y="16840"/>
                    <a:pt x="16840" y="5259"/>
                    <a:pt x="31126" y="5259"/>
                  </a:cubicBezTo>
                  <a:close/>
                  <a:moveTo>
                    <a:pt x="31126" y="1"/>
                  </a:moveTo>
                  <a:cubicBezTo>
                    <a:pt x="13922" y="1"/>
                    <a:pt x="1" y="13952"/>
                    <a:pt x="1" y="31126"/>
                  </a:cubicBezTo>
                  <a:cubicBezTo>
                    <a:pt x="1" y="48330"/>
                    <a:pt x="13922" y="62281"/>
                    <a:pt x="31126" y="62281"/>
                  </a:cubicBezTo>
                  <a:cubicBezTo>
                    <a:pt x="48330" y="62281"/>
                    <a:pt x="62281" y="48330"/>
                    <a:pt x="62281" y="31126"/>
                  </a:cubicBezTo>
                  <a:cubicBezTo>
                    <a:pt x="62281" y="13952"/>
                    <a:pt x="48330" y="1"/>
                    <a:pt x="311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174" name="Google Shape;1174;p39"/>
            <p:cNvGrpSpPr/>
            <p:nvPr/>
          </p:nvGrpSpPr>
          <p:grpSpPr>
            <a:xfrm>
              <a:off x="713226" y="3730956"/>
              <a:ext cx="611574" cy="610281"/>
              <a:chOff x="4496550" y="2819475"/>
              <a:chExt cx="366300" cy="365525"/>
            </a:xfrm>
          </p:grpSpPr>
          <p:sp>
            <p:nvSpPr>
              <p:cNvPr id="1175" name="Google Shape;1175;p39"/>
              <p:cNvSpPr/>
              <p:nvPr/>
            </p:nvSpPr>
            <p:spPr>
              <a:xfrm>
                <a:off x="4596100" y="2919025"/>
                <a:ext cx="167200" cy="166450"/>
              </a:xfrm>
              <a:custGeom>
                <a:avLst/>
                <a:gdLst/>
                <a:ahLst/>
                <a:cxnLst/>
                <a:rect l="l" t="t" r="r" b="b"/>
                <a:pathLst>
                  <a:path w="6688" h="6658" extrusionOk="0">
                    <a:moveTo>
                      <a:pt x="3344" y="1"/>
                    </a:moveTo>
                    <a:cubicBezTo>
                      <a:pt x="1520" y="1"/>
                      <a:pt x="0" y="1490"/>
                      <a:pt x="0" y="3314"/>
                    </a:cubicBezTo>
                    <a:cubicBezTo>
                      <a:pt x="0" y="5168"/>
                      <a:pt x="1520" y="6657"/>
                      <a:pt x="3344" y="6657"/>
                    </a:cubicBezTo>
                    <a:cubicBezTo>
                      <a:pt x="5198" y="6657"/>
                      <a:pt x="6687" y="5168"/>
                      <a:pt x="6687" y="3314"/>
                    </a:cubicBezTo>
                    <a:cubicBezTo>
                      <a:pt x="6687" y="1490"/>
                      <a:pt x="5198" y="1"/>
                      <a:pt x="3344"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6" name="Google Shape;1176;p39"/>
              <p:cNvSpPr/>
              <p:nvPr/>
            </p:nvSpPr>
            <p:spPr>
              <a:xfrm>
                <a:off x="4496550" y="2819475"/>
                <a:ext cx="366300" cy="365525"/>
              </a:xfrm>
              <a:custGeom>
                <a:avLst/>
                <a:gdLst/>
                <a:ahLst/>
                <a:cxnLst/>
                <a:rect l="l" t="t" r="r" b="b"/>
                <a:pathLst>
                  <a:path w="14652" h="14621" fill="none" extrusionOk="0">
                    <a:moveTo>
                      <a:pt x="14651" y="7296"/>
                    </a:moveTo>
                    <a:cubicBezTo>
                      <a:pt x="14651" y="11338"/>
                      <a:pt x="11369" y="14621"/>
                      <a:pt x="7326" y="14621"/>
                    </a:cubicBezTo>
                    <a:cubicBezTo>
                      <a:pt x="3283" y="14621"/>
                      <a:pt x="1" y="11338"/>
                      <a:pt x="1" y="7296"/>
                    </a:cubicBezTo>
                    <a:cubicBezTo>
                      <a:pt x="1" y="3283"/>
                      <a:pt x="3283" y="1"/>
                      <a:pt x="7326" y="1"/>
                    </a:cubicBezTo>
                    <a:cubicBezTo>
                      <a:pt x="11369" y="1"/>
                      <a:pt x="14651" y="3283"/>
                      <a:pt x="14651" y="7296"/>
                    </a:cubicBez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1177" name="Google Shape;1177;p39"/>
          <p:cNvGrpSpPr/>
          <p:nvPr/>
        </p:nvGrpSpPr>
        <p:grpSpPr>
          <a:xfrm>
            <a:off x="11241043" y="718773"/>
            <a:ext cx="3294900" cy="3663967"/>
            <a:chOff x="7398357" y="-662077"/>
            <a:chExt cx="2471175" cy="2747975"/>
          </a:xfrm>
        </p:grpSpPr>
        <p:sp>
          <p:nvSpPr>
            <p:cNvPr id="1178" name="Google Shape;1178;p39"/>
            <p:cNvSpPr/>
            <p:nvPr/>
          </p:nvSpPr>
          <p:spPr>
            <a:xfrm rot="-5400000">
              <a:off x="7370982" y="-634702"/>
              <a:ext cx="2525925" cy="2471175"/>
            </a:xfrm>
            <a:custGeom>
              <a:avLst/>
              <a:gdLst/>
              <a:ahLst/>
              <a:cxnLst/>
              <a:rect l="l" t="t" r="r" b="b"/>
              <a:pathLst>
                <a:path w="101037" h="98847" extrusionOk="0">
                  <a:moveTo>
                    <a:pt x="12296" y="1"/>
                  </a:moveTo>
                  <a:cubicBezTo>
                    <a:pt x="9431" y="1"/>
                    <a:pt x="6566" y="1095"/>
                    <a:pt x="4378" y="3283"/>
                  </a:cubicBezTo>
                  <a:cubicBezTo>
                    <a:pt x="1" y="7660"/>
                    <a:pt x="1" y="14773"/>
                    <a:pt x="4378" y="19150"/>
                  </a:cubicBezTo>
                  <a:lnTo>
                    <a:pt x="80823" y="95564"/>
                  </a:lnTo>
                  <a:cubicBezTo>
                    <a:pt x="83011" y="97753"/>
                    <a:pt x="85876" y="98847"/>
                    <a:pt x="88741" y="98847"/>
                  </a:cubicBezTo>
                  <a:cubicBezTo>
                    <a:pt x="91606" y="98847"/>
                    <a:pt x="94471" y="97753"/>
                    <a:pt x="96659" y="95564"/>
                  </a:cubicBezTo>
                  <a:cubicBezTo>
                    <a:pt x="101036" y="91187"/>
                    <a:pt x="101036" y="84105"/>
                    <a:pt x="96659" y="79728"/>
                  </a:cubicBezTo>
                  <a:lnTo>
                    <a:pt x="20214" y="3283"/>
                  </a:lnTo>
                  <a:cubicBezTo>
                    <a:pt x="18025" y="1095"/>
                    <a:pt x="15161" y="1"/>
                    <a:pt x="12296" y="1"/>
                  </a:cubicBezTo>
                  <a:close/>
                </a:path>
              </a:pathLst>
            </a:cu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79" name="Google Shape;1179;p39"/>
            <p:cNvSpPr/>
            <p:nvPr/>
          </p:nvSpPr>
          <p:spPr>
            <a:xfrm rot="-5400000">
              <a:off x="7569882" y="-202877"/>
              <a:ext cx="1193050" cy="1192300"/>
            </a:xfrm>
            <a:custGeom>
              <a:avLst/>
              <a:gdLst/>
              <a:ahLst/>
              <a:cxnLst/>
              <a:rect l="l" t="t" r="r" b="b"/>
              <a:pathLst>
                <a:path w="47722" h="47692" fill="none" extrusionOk="0">
                  <a:moveTo>
                    <a:pt x="44591" y="44591"/>
                  </a:moveTo>
                  <a:lnTo>
                    <a:pt x="44591" y="44591"/>
                  </a:lnTo>
                  <a:cubicBezTo>
                    <a:pt x="47722" y="41491"/>
                    <a:pt x="47722" y="36445"/>
                    <a:pt x="44591" y="33345"/>
                  </a:cubicBezTo>
                  <a:lnTo>
                    <a:pt x="14348" y="3101"/>
                  </a:lnTo>
                  <a:cubicBezTo>
                    <a:pt x="11247" y="1"/>
                    <a:pt x="6201" y="1"/>
                    <a:pt x="3101" y="3101"/>
                  </a:cubicBezTo>
                  <a:lnTo>
                    <a:pt x="3101" y="3101"/>
                  </a:lnTo>
                  <a:cubicBezTo>
                    <a:pt x="1" y="6201"/>
                    <a:pt x="1" y="11217"/>
                    <a:pt x="3101" y="14347"/>
                  </a:cubicBezTo>
                  <a:lnTo>
                    <a:pt x="33375" y="44591"/>
                  </a:lnTo>
                  <a:cubicBezTo>
                    <a:pt x="36476" y="47691"/>
                    <a:pt x="41491" y="47691"/>
                    <a:pt x="44591" y="44591"/>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0" name="Google Shape;1180;p39"/>
            <p:cNvSpPr/>
            <p:nvPr/>
          </p:nvSpPr>
          <p:spPr>
            <a:xfrm rot="-5400000">
              <a:off x="7937707" y="408023"/>
              <a:ext cx="1677875" cy="1677875"/>
            </a:xfrm>
            <a:custGeom>
              <a:avLst/>
              <a:gdLst/>
              <a:ahLst/>
              <a:cxnLst/>
              <a:rect l="l" t="t" r="r" b="b"/>
              <a:pathLst>
                <a:path w="67115" h="67115" fill="none" extrusionOk="0">
                  <a:moveTo>
                    <a:pt x="64318" y="64287"/>
                  </a:moveTo>
                  <a:lnTo>
                    <a:pt x="64318" y="64287"/>
                  </a:lnTo>
                  <a:cubicBezTo>
                    <a:pt x="67114" y="61491"/>
                    <a:pt x="67114" y="56962"/>
                    <a:pt x="64318" y="54166"/>
                  </a:cubicBezTo>
                  <a:lnTo>
                    <a:pt x="12949" y="2797"/>
                  </a:lnTo>
                  <a:cubicBezTo>
                    <a:pt x="10153" y="1"/>
                    <a:pt x="5624" y="1"/>
                    <a:pt x="2797" y="2797"/>
                  </a:cubicBezTo>
                  <a:lnTo>
                    <a:pt x="2797" y="2797"/>
                  </a:lnTo>
                  <a:cubicBezTo>
                    <a:pt x="1" y="5593"/>
                    <a:pt x="1" y="10122"/>
                    <a:pt x="2797" y="12919"/>
                  </a:cubicBezTo>
                  <a:lnTo>
                    <a:pt x="54166" y="64287"/>
                  </a:lnTo>
                  <a:cubicBezTo>
                    <a:pt x="56993" y="67114"/>
                    <a:pt x="61522" y="67114"/>
                    <a:pt x="64318" y="64287"/>
                  </a:cubicBezTo>
                  <a:close/>
                </a:path>
              </a:pathLst>
            </a:custGeom>
            <a:noFill/>
            <a:ln w="987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1" name="Google Shape;1181;p39"/>
            <p:cNvSpPr/>
            <p:nvPr/>
          </p:nvSpPr>
          <p:spPr>
            <a:xfrm rot="-5400000">
              <a:off x="8047894" y="289485"/>
              <a:ext cx="1309325" cy="1274350"/>
            </a:xfrm>
            <a:custGeom>
              <a:avLst/>
              <a:gdLst/>
              <a:ahLst/>
              <a:cxnLst/>
              <a:rect l="l" t="t" r="r" b="b"/>
              <a:pathLst>
                <a:path w="52373" h="50974" extrusionOk="0">
                  <a:moveTo>
                    <a:pt x="7884" y="0"/>
                  </a:moveTo>
                  <a:cubicBezTo>
                    <a:pt x="6049" y="0"/>
                    <a:pt x="4210" y="699"/>
                    <a:pt x="2797" y="2097"/>
                  </a:cubicBezTo>
                  <a:cubicBezTo>
                    <a:pt x="0" y="4894"/>
                    <a:pt x="0" y="9453"/>
                    <a:pt x="2797" y="12250"/>
                  </a:cubicBezTo>
                  <a:lnTo>
                    <a:pt x="39424" y="48876"/>
                  </a:lnTo>
                  <a:cubicBezTo>
                    <a:pt x="40822" y="50274"/>
                    <a:pt x="42661" y="50973"/>
                    <a:pt x="44500" y="50973"/>
                  </a:cubicBezTo>
                  <a:cubicBezTo>
                    <a:pt x="46339" y="50973"/>
                    <a:pt x="48178" y="50274"/>
                    <a:pt x="49576" y="48876"/>
                  </a:cubicBezTo>
                  <a:cubicBezTo>
                    <a:pt x="52372" y="46049"/>
                    <a:pt x="52372" y="41520"/>
                    <a:pt x="49576" y="38724"/>
                  </a:cubicBezTo>
                  <a:lnTo>
                    <a:pt x="12949" y="2097"/>
                  </a:lnTo>
                  <a:cubicBezTo>
                    <a:pt x="11551" y="699"/>
                    <a:pt x="9719" y="0"/>
                    <a:pt x="78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2" name="Google Shape;1182;p39"/>
            <p:cNvSpPr/>
            <p:nvPr/>
          </p:nvSpPr>
          <p:spPr>
            <a:xfrm rot="-5400000">
              <a:off x="7513119" y="-490540"/>
              <a:ext cx="1827575" cy="1809500"/>
            </a:xfrm>
            <a:custGeom>
              <a:avLst/>
              <a:gdLst/>
              <a:ahLst/>
              <a:cxnLst/>
              <a:rect l="l" t="t" r="r" b="b"/>
              <a:pathLst>
                <a:path w="73103" h="72380" extrusionOk="0">
                  <a:moveTo>
                    <a:pt x="4089" y="0"/>
                  </a:moveTo>
                  <a:cubicBezTo>
                    <a:pt x="3139" y="0"/>
                    <a:pt x="2189" y="358"/>
                    <a:pt x="1460" y="1072"/>
                  </a:cubicBezTo>
                  <a:cubicBezTo>
                    <a:pt x="1" y="2531"/>
                    <a:pt x="1" y="4871"/>
                    <a:pt x="1460" y="6330"/>
                  </a:cubicBezTo>
                  <a:lnTo>
                    <a:pt x="66415" y="71286"/>
                  </a:lnTo>
                  <a:cubicBezTo>
                    <a:pt x="67130" y="72015"/>
                    <a:pt x="68080" y="72380"/>
                    <a:pt x="69033" y="72380"/>
                  </a:cubicBezTo>
                  <a:cubicBezTo>
                    <a:pt x="69987" y="72380"/>
                    <a:pt x="70944" y="72015"/>
                    <a:pt x="71674" y="71286"/>
                  </a:cubicBezTo>
                  <a:cubicBezTo>
                    <a:pt x="73103" y="69827"/>
                    <a:pt x="73103" y="67486"/>
                    <a:pt x="71674" y="66027"/>
                  </a:cubicBezTo>
                  <a:lnTo>
                    <a:pt x="6718" y="1072"/>
                  </a:lnTo>
                  <a:cubicBezTo>
                    <a:pt x="5989" y="358"/>
                    <a:pt x="5039" y="0"/>
                    <a:pt x="40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228328916"/>
      </p:ext>
    </p:extLst>
  </p:cSld>
  <p:clrMapOvr>
    <a:masterClrMapping/>
  </p:clrMapOvr>
  <p:hf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183"/>
        <p:cNvGrpSpPr/>
        <p:nvPr/>
      </p:nvGrpSpPr>
      <p:grpSpPr>
        <a:xfrm>
          <a:off x="0" y="0"/>
          <a:ext cx="0" cy="0"/>
          <a:chOff x="0" y="0"/>
          <a:chExt cx="0" cy="0"/>
        </a:xfrm>
      </p:grpSpPr>
      <p:sp>
        <p:nvSpPr>
          <p:cNvPr id="1184" name="Google Shape;1184;p40"/>
          <p:cNvSpPr txBox="1">
            <a:spLocks noGrp="1"/>
          </p:cNvSpPr>
          <p:nvPr>
            <p:ph type="ctrTitle"/>
          </p:nvPr>
        </p:nvSpPr>
        <p:spPr>
          <a:xfrm>
            <a:off x="1336267" y="633333"/>
            <a:ext cx="5522800" cy="148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5200"/>
              <a:buNone/>
              <a:defRPr sz="9333">
                <a:latin typeface="Poppins Medium"/>
                <a:ea typeface="Poppins Medium"/>
                <a:cs typeface="Poppins Medium"/>
                <a:sym typeface="Poppins Medium"/>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r>
              <a:rPr lang="en-US"/>
              <a:t>Click to edit Master title style</a:t>
            </a:r>
            <a:endParaRPr/>
          </a:p>
        </p:txBody>
      </p:sp>
      <p:sp>
        <p:nvSpPr>
          <p:cNvPr id="1185" name="Google Shape;1185;p40"/>
          <p:cNvSpPr txBox="1">
            <a:spLocks noGrp="1"/>
          </p:cNvSpPr>
          <p:nvPr>
            <p:ph type="subTitle" idx="1"/>
          </p:nvPr>
        </p:nvSpPr>
        <p:spPr>
          <a:xfrm>
            <a:off x="1329967" y="2119933"/>
            <a:ext cx="5535600" cy="142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186" name="Google Shape;1186;p40"/>
          <p:cNvSpPr txBox="1"/>
          <p:nvPr/>
        </p:nvSpPr>
        <p:spPr>
          <a:xfrm>
            <a:off x="1275267" y="4738233"/>
            <a:ext cx="5644800" cy="886400"/>
          </a:xfrm>
          <a:prstGeom prst="rect">
            <a:avLst/>
          </a:prstGeom>
          <a:noFill/>
          <a:ln>
            <a:noFill/>
          </a:ln>
        </p:spPr>
        <p:txBody>
          <a:bodyPr spcFirstLastPara="1" wrap="square" lIns="121900" tIns="121900" rIns="121900" bIns="121900" anchor="b" anchorCtr="0">
            <a:noAutofit/>
          </a:bodyPr>
          <a:lstStyle/>
          <a:p>
            <a:pPr marL="0" lvl="0" indent="0" algn="ctr" rtl="0">
              <a:lnSpc>
                <a:spcPct val="100000"/>
              </a:lnSpc>
              <a:spcBef>
                <a:spcPts val="400"/>
              </a:spcBef>
              <a:spcAft>
                <a:spcPts val="0"/>
              </a:spcAft>
              <a:buNone/>
            </a:pPr>
            <a:r>
              <a:rPr lang="en" sz="1600">
                <a:solidFill>
                  <a:schemeClr val="dk1"/>
                </a:solidFill>
                <a:latin typeface="Roboto"/>
                <a:ea typeface="Roboto"/>
                <a:cs typeface="Roboto"/>
                <a:sym typeface="Roboto"/>
              </a:rPr>
              <a:t>CREDITS: This presentation template was created by </a:t>
            </a:r>
            <a:r>
              <a:rPr lang="en" sz="1600" b="1">
                <a:solidFill>
                  <a:schemeClr val="dk1"/>
                </a:solidFill>
                <a:uFill>
                  <a:noFill/>
                </a:uFill>
                <a:latin typeface="Roboto"/>
                <a:ea typeface="Roboto"/>
                <a:cs typeface="Roboto"/>
                <a:sym typeface="Roboto"/>
                <a:hlinkClick r:id="rId2">
                  <a:extLst>
                    <a:ext uri="{A12FA001-AC4F-418D-AE19-62706E023703}">
                      <ahyp:hlinkClr xmlns:ahyp="http://schemas.microsoft.com/office/drawing/2018/hyperlinkcolor" val="tx"/>
                    </a:ext>
                  </a:extLst>
                </a:hlinkClick>
              </a:rPr>
              <a:t>Slidesgo</a:t>
            </a:r>
            <a:r>
              <a:rPr lang="en" sz="1600">
                <a:solidFill>
                  <a:schemeClr val="dk1"/>
                </a:solidFill>
                <a:latin typeface="Roboto"/>
                <a:ea typeface="Roboto"/>
                <a:cs typeface="Roboto"/>
                <a:sym typeface="Roboto"/>
              </a:rPr>
              <a:t>, and includes icons by </a:t>
            </a:r>
            <a:r>
              <a:rPr lang="en" sz="1600" b="1">
                <a:solidFill>
                  <a:schemeClr val="dk1"/>
                </a:solidFill>
                <a:uFill>
                  <a:noFill/>
                </a:uFill>
                <a:latin typeface="Roboto"/>
                <a:ea typeface="Roboto"/>
                <a:cs typeface="Roboto"/>
                <a:sym typeface="Roboto"/>
                <a:hlinkClick r:id="rId3">
                  <a:extLst>
                    <a:ext uri="{A12FA001-AC4F-418D-AE19-62706E023703}">
                      <ahyp:hlinkClr xmlns:ahyp="http://schemas.microsoft.com/office/drawing/2018/hyperlinkcolor" val="tx"/>
                    </a:ext>
                  </a:extLst>
                </a:hlinkClick>
              </a:rPr>
              <a:t>Flaticon</a:t>
            </a:r>
            <a:r>
              <a:rPr lang="en" sz="1600">
                <a:solidFill>
                  <a:schemeClr val="dk1"/>
                </a:solidFill>
                <a:latin typeface="Roboto"/>
                <a:ea typeface="Roboto"/>
                <a:cs typeface="Roboto"/>
                <a:sym typeface="Roboto"/>
              </a:rPr>
              <a:t> and infographics &amp; images by </a:t>
            </a:r>
            <a:r>
              <a:rPr lang="en" sz="1600" b="1">
                <a:solidFill>
                  <a:schemeClr val="dk1"/>
                </a:solidFill>
                <a:uFill>
                  <a:noFill/>
                </a:uFill>
                <a:latin typeface="Roboto"/>
                <a:ea typeface="Roboto"/>
                <a:cs typeface="Roboto"/>
                <a:sym typeface="Roboto"/>
                <a:hlinkClick r:id="rId4">
                  <a:extLst>
                    <a:ext uri="{A12FA001-AC4F-418D-AE19-62706E023703}">
                      <ahyp:hlinkClr xmlns:ahyp="http://schemas.microsoft.com/office/drawing/2018/hyperlinkcolor" val="tx"/>
                    </a:ext>
                  </a:extLst>
                </a:hlinkClick>
              </a:rPr>
              <a:t>Freepik</a:t>
            </a:r>
            <a:endParaRPr sz="1600" b="1">
              <a:solidFill>
                <a:schemeClr val="dk1"/>
              </a:solidFill>
              <a:latin typeface="Roboto"/>
              <a:ea typeface="Roboto"/>
              <a:cs typeface="Roboto"/>
              <a:sym typeface="Roboto"/>
            </a:endParaRPr>
          </a:p>
        </p:txBody>
      </p:sp>
      <p:grpSp>
        <p:nvGrpSpPr>
          <p:cNvPr id="1187" name="Google Shape;1187;p40"/>
          <p:cNvGrpSpPr/>
          <p:nvPr/>
        </p:nvGrpSpPr>
        <p:grpSpPr>
          <a:xfrm>
            <a:off x="-1373617" y="2165096"/>
            <a:ext cx="2527777" cy="2527821"/>
            <a:chOff x="3835450" y="-252000"/>
            <a:chExt cx="1445325" cy="1445350"/>
          </a:xfrm>
        </p:grpSpPr>
        <p:sp>
          <p:nvSpPr>
            <p:cNvPr id="1188" name="Google Shape;1188;p40"/>
            <p:cNvSpPr/>
            <p:nvPr/>
          </p:nvSpPr>
          <p:spPr>
            <a:xfrm>
              <a:off x="3835450" y="-252000"/>
              <a:ext cx="1445325" cy="1445350"/>
            </a:xfrm>
            <a:custGeom>
              <a:avLst/>
              <a:gdLst/>
              <a:ahLst/>
              <a:cxnLst/>
              <a:rect l="l" t="t" r="r" b="b"/>
              <a:pathLst>
                <a:path w="57813" h="57814" fill="none" extrusionOk="0">
                  <a:moveTo>
                    <a:pt x="43375" y="14439"/>
                  </a:moveTo>
                  <a:lnTo>
                    <a:pt x="28907" y="1"/>
                  </a:lnTo>
                  <a:lnTo>
                    <a:pt x="14438" y="14439"/>
                  </a:lnTo>
                  <a:lnTo>
                    <a:pt x="0" y="28907"/>
                  </a:lnTo>
                  <a:lnTo>
                    <a:pt x="14438" y="43375"/>
                  </a:lnTo>
                  <a:lnTo>
                    <a:pt x="28907" y="57813"/>
                  </a:lnTo>
                  <a:lnTo>
                    <a:pt x="43375" y="43375"/>
                  </a:lnTo>
                  <a:lnTo>
                    <a:pt x="57813" y="2890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89" name="Google Shape;1189;p40"/>
            <p:cNvSpPr/>
            <p:nvPr/>
          </p:nvSpPr>
          <p:spPr>
            <a:xfrm>
              <a:off x="3972225" y="-115200"/>
              <a:ext cx="1171775" cy="1171750"/>
            </a:xfrm>
            <a:custGeom>
              <a:avLst/>
              <a:gdLst/>
              <a:ahLst/>
              <a:cxnLst/>
              <a:rect l="l" t="t" r="r" b="b"/>
              <a:pathLst>
                <a:path w="46871" h="46870" fill="none" extrusionOk="0">
                  <a:moveTo>
                    <a:pt x="46871" y="23435"/>
                  </a:moveTo>
                  <a:lnTo>
                    <a:pt x="35138" y="11733"/>
                  </a:lnTo>
                  <a:lnTo>
                    <a:pt x="23436" y="0"/>
                  </a:lnTo>
                  <a:lnTo>
                    <a:pt x="11733" y="11733"/>
                  </a:lnTo>
                  <a:lnTo>
                    <a:pt x="0" y="23435"/>
                  </a:lnTo>
                  <a:lnTo>
                    <a:pt x="11733" y="35137"/>
                  </a:lnTo>
                  <a:lnTo>
                    <a:pt x="23436" y="46870"/>
                  </a:lnTo>
                  <a:lnTo>
                    <a:pt x="35138" y="35137"/>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0" name="Google Shape;1190;p40"/>
            <p:cNvSpPr/>
            <p:nvPr/>
          </p:nvSpPr>
          <p:spPr>
            <a:xfrm>
              <a:off x="4109775" y="22325"/>
              <a:ext cx="896700" cy="896700"/>
            </a:xfrm>
            <a:custGeom>
              <a:avLst/>
              <a:gdLst/>
              <a:ahLst/>
              <a:cxnLst/>
              <a:rect l="l" t="t" r="r" b="b"/>
              <a:pathLst>
                <a:path w="35868" h="35868" fill="none" extrusionOk="0">
                  <a:moveTo>
                    <a:pt x="35867" y="17934"/>
                  </a:moveTo>
                  <a:lnTo>
                    <a:pt x="26900" y="8967"/>
                  </a:lnTo>
                  <a:lnTo>
                    <a:pt x="17934" y="1"/>
                  </a:lnTo>
                  <a:lnTo>
                    <a:pt x="8967" y="8967"/>
                  </a:lnTo>
                  <a:lnTo>
                    <a:pt x="0" y="17934"/>
                  </a:lnTo>
                  <a:lnTo>
                    <a:pt x="8967" y="26901"/>
                  </a:lnTo>
                  <a:lnTo>
                    <a:pt x="17934" y="35867"/>
                  </a:lnTo>
                  <a:lnTo>
                    <a:pt x="26900" y="2690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1" name="Google Shape;1191;p40"/>
            <p:cNvSpPr/>
            <p:nvPr/>
          </p:nvSpPr>
          <p:spPr>
            <a:xfrm>
              <a:off x="4247300" y="159875"/>
              <a:ext cx="621625" cy="621600"/>
            </a:xfrm>
            <a:custGeom>
              <a:avLst/>
              <a:gdLst/>
              <a:ahLst/>
              <a:cxnLst/>
              <a:rect l="l" t="t" r="r" b="b"/>
              <a:pathLst>
                <a:path w="24865" h="24864" fill="none" extrusionOk="0">
                  <a:moveTo>
                    <a:pt x="24864" y="12432"/>
                  </a:moveTo>
                  <a:lnTo>
                    <a:pt x="18664" y="6201"/>
                  </a:lnTo>
                  <a:lnTo>
                    <a:pt x="12433" y="0"/>
                  </a:lnTo>
                  <a:lnTo>
                    <a:pt x="6201" y="6201"/>
                  </a:lnTo>
                  <a:lnTo>
                    <a:pt x="1" y="12432"/>
                  </a:lnTo>
                  <a:lnTo>
                    <a:pt x="6201" y="18663"/>
                  </a:lnTo>
                  <a:lnTo>
                    <a:pt x="12433" y="24864"/>
                  </a:lnTo>
                  <a:lnTo>
                    <a:pt x="18664" y="18663"/>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2" name="Google Shape;1192;p40"/>
            <p:cNvSpPr/>
            <p:nvPr/>
          </p:nvSpPr>
          <p:spPr>
            <a:xfrm>
              <a:off x="4384075" y="296650"/>
              <a:ext cx="348075" cy="348050"/>
            </a:xfrm>
            <a:custGeom>
              <a:avLst/>
              <a:gdLst/>
              <a:ahLst/>
              <a:cxnLst/>
              <a:rect l="l" t="t" r="r" b="b"/>
              <a:pathLst>
                <a:path w="13923" h="13922" fill="none" extrusionOk="0">
                  <a:moveTo>
                    <a:pt x="10427" y="3496"/>
                  </a:moveTo>
                  <a:lnTo>
                    <a:pt x="6962" y="0"/>
                  </a:lnTo>
                  <a:lnTo>
                    <a:pt x="3496" y="3496"/>
                  </a:lnTo>
                  <a:lnTo>
                    <a:pt x="1" y="6961"/>
                  </a:lnTo>
                  <a:lnTo>
                    <a:pt x="3496" y="10426"/>
                  </a:lnTo>
                  <a:lnTo>
                    <a:pt x="6962" y="13922"/>
                  </a:lnTo>
                  <a:lnTo>
                    <a:pt x="10427" y="10426"/>
                  </a:lnTo>
                  <a:lnTo>
                    <a:pt x="13922" y="6961"/>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471581763"/>
      </p:ext>
    </p:extLst>
  </p:cSld>
  <p:clrMapOvr>
    <a:masterClrMapping/>
  </p:clrMapOvr>
  <p:hf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193"/>
        <p:cNvGrpSpPr/>
        <p:nvPr/>
      </p:nvGrpSpPr>
      <p:grpSpPr>
        <a:xfrm>
          <a:off x="0" y="0"/>
          <a:ext cx="0" cy="0"/>
          <a:chOff x="0" y="0"/>
          <a:chExt cx="0" cy="0"/>
        </a:xfrm>
      </p:grpSpPr>
      <p:grpSp>
        <p:nvGrpSpPr>
          <p:cNvPr id="1194" name="Google Shape;1194;p41"/>
          <p:cNvGrpSpPr/>
          <p:nvPr/>
        </p:nvGrpSpPr>
        <p:grpSpPr>
          <a:xfrm>
            <a:off x="11241000" y="1634580"/>
            <a:ext cx="3588901" cy="3588841"/>
            <a:chOff x="5165750" y="-1146341"/>
            <a:chExt cx="2691676" cy="2691631"/>
          </a:xfrm>
        </p:grpSpPr>
        <p:sp>
          <p:nvSpPr>
            <p:cNvPr id="1195" name="Google Shape;1195;p41"/>
            <p:cNvSpPr/>
            <p:nvPr/>
          </p:nvSpPr>
          <p:spPr>
            <a:xfrm>
              <a:off x="5923974" y="-388117"/>
              <a:ext cx="1175229" cy="1175184"/>
            </a:xfrm>
            <a:custGeom>
              <a:avLst/>
              <a:gdLst/>
              <a:ahLst/>
              <a:cxnLst/>
              <a:rect l="l" t="t" r="r" b="b"/>
              <a:pathLst>
                <a:path w="25959" h="25958" fill="none" extrusionOk="0">
                  <a:moveTo>
                    <a:pt x="25958" y="12979"/>
                  </a:moveTo>
                  <a:cubicBezTo>
                    <a:pt x="25958" y="20152"/>
                    <a:pt x="20153" y="25958"/>
                    <a:pt x="12979" y="25958"/>
                  </a:cubicBezTo>
                  <a:cubicBezTo>
                    <a:pt x="5806" y="25958"/>
                    <a:pt x="1" y="20152"/>
                    <a:pt x="1" y="12979"/>
                  </a:cubicBezTo>
                  <a:cubicBezTo>
                    <a:pt x="1" y="5806"/>
                    <a:pt x="5806" y="0"/>
                    <a:pt x="12979" y="0"/>
                  </a:cubicBezTo>
                  <a:cubicBezTo>
                    <a:pt x="20153" y="0"/>
                    <a:pt x="25958" y="5806"/>
                    <a:pt x="25958" y="12979"/>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6" name="Google Shape;1196;p41"/>
            <p:cNvSpPr/>
            <p:nvPr/>
          </p:nvSpPr>
          <p:spPr>
            <a:xfrm>
              <a:off x="5840039" y="-472098"/>
              <a:ext cx="1343099" cy="1343145"/>
            </a:xfrm>
            <a:custGeom>
              <a:avLst/>
              <a:gdLst/>
              <a:ahLst/>
              <a:cxnLst/>
              <a:rect l="l" t="t" r="r" b="b"/>
              <a:pathLst>
                <a:path w="29667" h="29668" fill="none" extrusionOk="0">
                  <a:moveTo>
                    <a:pt x="29667" y="14834"/>
                  </a:moveTo>
                  <a:cubicBezTo>
                    <a:pt x="29667" y="23041"/>
                    <a:pt x="23040" y="29667"/>
                    <a:pt x="14833" y="29667"/>
                  </a:cubicBezTo>
                  <a:cubicBezTo>
                    <a:pt x="6627" y="29667"/>
                    <a:pt x="0" y="23041"/>
                    <a:pt x="0" y="14834"/>
                  </a:cubicBezTo>
                  <a:cubicBezTo>
                    <a:pt x="0" y="6627"/>
                    <a:pt x="6627" y="1"/>
                    <a:pt x="14833" y="1"/>
                  </a:cubicBezTo>
                  <a:cubicBezTo>
                    <a:pt x="23040" y="1"/>
                    <a:pt x="29667" y="6627"/>
                    <a:pt x="29667" y="14834"/>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7" name="Google Shape;1197;p41"/>
            <p:cNvSpPr/>
            <p:nvPr/>
          </p:nvSpPr>
          <p:spPr>
            <a:xfrm>
              <a:off x="5165750" y="-1146341"/>
              <a:ext cx="2691676" cy="2691631"/>
            </a:xfrm>
            <a:custGeom>
              <a:avLst/>
              <a:gdLst/>
              <a:ahLst/>
              <a:cxnLst/>
              <a:rect l="l" t="t" r="r" b="b"/>
              <a:pathLst>
                <a:path w="59455" h="59454" fill="none" extrusionOk="0">
                  <a:moveTo>
                    <a:pt x="59454" y="29727"/>
                  </a:moveTo>
                  <a:cubicBezTo>
                    <a:pt x="59454" y="46141"/>
                    <a:pt x="46141" y="59454"/>
                    <a:pt x="29727" y="59454"/>
                  </a:cubicBezTo>
                  <a:cubicBezTo>
                    <a:pt x="13314" y="59454"/>
                    <a:pt x="0" y="46141"/>
                    <a:pt x="0" y="29727"/>
                  </a:cubicBezTo>
                  <a:cubicBezTo>
                    <a:pt x="0" y="13313"/>
                    <a:pt x="13314" y="0"/>
                    <a:pt x="29727" y="0"/>
                  </a:cubicBezTo>
                  <a:cubicBezTo>
                    <a:pt x="46141" y="0"/>
                    <a:pt x="59454" y="13313"/>
                    <a:pt x="59454" y="29727"/>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8" name="Google Shape;1198;p41"/>
            <p:cNvSpPr/>
            <p:nvPr/>
          </p:nvSpPr>
          <p:spPr>
            <a:xfrm>
              <a:off x="5286854" y="-1025282"/>
              <a:ext cx="2449469" cy="2449514"/>
            </a:xfrm>
            <a:custGeom>
              <a:avLst/>
              <a:gdLst/>
              <a:ahLst/>
              <a:cxnLst/>
              <a:rect l="l" t="t" r="r" b="b"/>
              <a:pathLst>
                <a:path w="54105" h="54106" fill="none" extrusionOk="0">
                  <a:moveTo>
                    <a:pt x="54105" y="27053"/>
                  </a:moveTo>
                  <a:cubicBezTo>
                    <a:pt x="54105" y="41977"/>
                    <a:pt x="41977" y="54105"/>
                    <a:pt x="27052" y="54105"/>
                  </a:cubicBezTo>
                  <a:cubicBezTo>
                    <a:pt x="12128" y="54105"/>
                    <a:pt x="0" y="41977"/>
                    <a:pt x="0" y="27053"/>
                  </a:cubicBezTo>
                  <a:cubicBezTo>
                    <a:pt x="0" y="12129"/>
                    <a:pt x="12128" y="1"/>
                    <a:pt x="27052" y="1"/>
                  </a:cubicBezTo>
                  <a:cubicBezTo>
                    <a:pt x="41977" y="1"/>
                    <a:pt x="54105" y="12129"/>
                    <a:pt x="54105" y="27053"/>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99" name="Google Shape;1199;p41"/>
            <p:cNvSpPr/>
            <p:nvPr/>
          </p:nvSpPr>
          <p:spPr>
            <a:xfrm>
              <a:off x="5406555" y="-905537"/>
              <a:ext cx="2210068" cy="2210022"/>
            </a:xfrm>
            <a:custGeom>
              <a:avLst/>
              <a:gdLst/>
              <a:ahLst/>
              <a:cxnLst/>
              <a:rect l="l" t="t" r="r" b="b"/>
              <a:pathLst>
                <a:path w="48817" h="48816" fill="none" extrusionOk="0">
                  <a:moveTo>
                    <a:pt x="48816" y="24408"/>
                  </a:moveTo>
                  <a:cubicBezTo>
                    <a:pt x="48816" y="37873"/>
                    <a:pt x="37904" y="48816"/>
                    <a:pt x="24408" y="48816"/>
                  </a:cubicBezTo>
                  <a:cubicBezTo>
                    <a:pt x="10943" y="48816"/>
                    <a:pt x="1" y="37873"/>
                    <a:pt x="1" y="24408"/>
                  </a:cubicBezTo>
                  <a:cubicBezTo>
                    <a:pt x="1" y="10943"/>
                    <a:pt x="10943" y="0"/>
                    <a:pt x="24408" y="0"/>
                  </a:cubicBezTo>
                  <a:cubicBezTo>
                    <a:pt x="37904" y="0"/>
                    <a:pt x="48816" y="10943"/>
                    <a:pt x="48816" y="24408"/>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0" name="Google Shape;1200;p41"/>
            <p:cNvSpPr/>
            <p:nvPr/>
          </p:nvSpPr>
          <p:spPr>
            <a:xfrm>
              <a:off x="5523539" y="-788598"/>
              <a:ext cx="1976099" cy="1976145"/>
            </a:xfrm>
            <a:custGeom>
              <a:avLst/>
              <a:gdLst/>
              <a:ahLst/>
              <a:cxnLst/>
              <a:rect l="l" t="t" r="r" b="b"/>
              <a:pathLst>
                <a:path w="43649" h="43650" fill="none" extrusionOk="0">
                  <a:moveTo>
                    <a:pt x="43649" y="21825"/>
                  </a:moveTo>
                  <a:cubicBezTo>
                    <a:pt x="43649" y="33892"/>
                    <a:pt x="33892" y="43649"/>
                    <a:pt x="21824" y="43649"/>
                  </a:cubicBezTo>
                  <a:cubicBezTo>
                    <a:pt x="9757" y="43649"/>
                    <a:pt x="0" y="33892"/>
                    <a:pt x="0" y="21825"/>
                  </a:cubicBezTo>
                  <a:cubicBezTo>
                    <a:pt x="0" y="9758"/>
                    <a:pt x="9757" y="1"/>
                    <a:pt x="21824" y="1"/>
                  </a:cubicBezTo>
                  <a:cubicBezTo>
                    <a:pt x="33892" y="1"/>
                    <a:pt x="43649" y="9758"/>
                    <a:pt x="43649" y="21825"/>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1" name="Google Shape;1201;p41"/>
            <p:cNvSpPr/>
            <p:nvPr/>
          </p:nvSpPr>
          <p:spPr>
            <a:xfrm>
              <a:off x="5635000" y="-677092"/>
              <a:ext cx="1753178" cy="1753132"/>
            </a:xfrm>
            <a:custGeom>
              <a:avLst/>
              <a:gdLst/>
              <a:ahLst/>
              <a:cxnLst/>
              <a:rect l="l" t="t" r="r" b="b"/>
              <a:pathLst>
                <a:path w="38725" h="38724" fill="none" extrusionOk="0">
                  <a:moveTo>
                    <a:pt x="38725" y="19362"/>
                  </a:moveTo>
                  <a:cubicBezTo>
                    <a:pt x="38725" y="30061"/>
                    <a:pt x="30062" y="38724"/>
                    <a:pt x="19362" y="38724"/>
                  </a:cubicBezTo>
                  <a:cubicBezTo>
                    <a:pt x="8663" y="38724"/>
                    <a:pt x="0" y="30061"/>
                    <a:pt x="0" y="19362"/>
                  </a:cubicBezTo>
                  <a:cubicBezTo>
                    <a:pt x="0" y="8663"/>
                    <a:pt x="8663" y="0"/>
                    <a:pt x="19362" y="0"/>
                  </a:cubicBezTo>
                  <a:cubicBezTo>
                    <a:pt x="30062" y="0"/>
                    <a:pt x="38725" y="8663"/>
                    <a:pt x="38725" y="1936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2" name="Google Shape;1202;p41"/>
            <p:cNvSpPr/>
            <p:nvPr/>
          </p:nvSpPr>
          <p:spPr>
            <a:xfrm>
              <a:off x="5742341" y="-569796"/>
              <a:ext cx="1538495" cy="1538541"/>
            </a:xfrm>
            <a:custGeom>
              <a:avLst/>
              <a:gdLst/>
              <a:ahLst/>
              <a:cxnLst/>
              <a:rect l="l" t="t" r="r" b="b"/>
              <a:pathLst>
                <a:path w="33983" h="33984" fill="none" extrusionOk="0">
                  <a:moveTo>
                    <a:pt x="33983" y="16992"/>
                  </a:moveTo>
                  <a:cubicBezTo>
                    <a:pt x="33983" y="26384"/>
                    <a:pt x="26384" y="33983"/>
                    <a:pt x="16991" y="33983"/>
                  </a:cubicBezTo>
                  <a:cubicBezTo>
                    <a:pt x="7599" y="33983"/>
                    <a:pt x="0" y="26384"/>
                    <a:pt x="0" y="16992"/>
                  </a:cubicBezTo>
                  <a:cubicBezTo>
                    <a:pt x="0" y="7600"/>
                    <a:pt x="7599" y="1"/>
                    <a:pt x="16991" y="1"/>
                  </a:cubicBezTo>
                  <a:cubicBezTo>
                    <a:pt x="26384" y="1"/>
                    <a:pt x="33983" y="7600"/>
                    <a:pt x="33983" y="16992"/>
                  </a:cubicBezTo>
                  <a:close/>
                </a:path>
              </a:pathLst>
            </a:custGeom>
            <a:no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3" name="Google Shape;1203;p41"/>
            <p:cNvSpPr/>
            <p:nvPr/>
          </p:nvSpPr>
          <p:spPr>
            <a:xfrm>
              <a:off x="5842801" y="-387936"/>
              <a:ext cx="1337576" cy="1174821"/>
            </a:xfrm>
            <a:custGeom>
              <a:avLst/>
              <a:gdLst/>
              <a:ahLst/>
              <a:cxnLst/>
              <a:rect l="l" t="t" r="r" b="b"/>
              <a:pathLst>
                <a:path w="29545" h="25950" extrusionOk="0">
                  <a:moveTo>
                    <a:pt x="14779" y="2030"/>
                  </a:moveTo>
                  <a:cubicBezTo>
                    <a:pt x="19620" y="2030"/>
                    <a:pt x="24049" y="5279"/>
                    <a:pt x="25350" y="10179"/>
                  </a:cubicBezTo>
                  <a:cubicBezTo>
                    <a:pt x="26900" y="16015"/>
                    <a:pt x="23405" y="22002"/>
                    <a:pt x="17569" y="23553"/>
                  </a:cubicBezTo>
                  <a:cubicBezTo>
                    <a:pt x="16632" y="23801"/>
                    <a:pt x="15691" y="23920"/>
                    <a:pt x="14766" y="23920"/>
                  </a:cubicBezTo>
                  <a:cubicBezTo>
                    <a:pt x="9925" y="23920"/>
                    <a:pt x="5496" y="20671"/>
                    <a:pt x="4195" y="15771"/>
                  </a:cubicBezTo>
                  <a:cubicBezTo>
                    <a:pt x="2645" y="9935"/>
                    <a:pt x="6140" y="3948"/>
                    <a:pt x="11976" y="2397"/>
                  </a:cubicBezTo>
                  <a:cubicBezTo>
                    <a:pt x="12913" y="2149"/>
                    <a:pt x="13854" y="2030"/>
                    <a:pt x="14779" y="2030"/>
                  </a:cubicBezTo>
                  <a:close/>
                  <a:moveTo>
                    <a:pt x="14795" y="0"/>
                  </a:moveTo>
                  <a:cubicBezTo>
                    <a:pt x="10589" y="0"/>
                    <a:pt x="6465" y="2041"/>
                    <a:pt x="3952" y="5802"/>
                  </a:cubicBezTo>
                  <a:cubicBezTo>
                    <a:pt x="0" y="11790"/>
                    <a:pt x="1642" y="19814"/>
                    <a:pt x="7599" y="23796"/>
                  </a:cubicBezTo>
                  <a:cubicBezTo>
                    <a:pt x="9807" y="25253"/>
                    <a:pt x="12297" y="25950"/>
                    <a:pt x="14758" y="25950"/>
                  </a:cubicBezTo>
                  <a:cubicBezTo>
                    <a:pt x="18970" y="25950"/>
                    <a:pt x="23099" y="23909"/>
                    <a:pt x="25593" y="20148"/>
                  </a:cubicBezTo>
                  <a:cubicBezTo>
                    <a:pt x="29545" y="14160"/>
                    <a:pt x="27903" y="6136"/>
                    <a:pt x="21946" y="2154"/>
                  </a:cubicBezTo>
                  <a:cubicBezTo>
                    <a:pt x="19738" y="697"/>
                    <a:pt x="17252" y="0"/>
                    <a:pt x="14795" y="0"/>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04" name="Google Shape;1204;p41"/>
          <p:cNvGrpSpPr/>
          <p:nvPr/>
        </p:nvGrpSpPr>
        <p:grpSpPr>
          <a:xfrm>
            <a:off x="950967" y="6438476"/>
            <a:ext cx="3720500" cy="86633"/>
            <a:chOff x="5954300" y="4334988"/>
            <a:chExt cx="2790375" cy="64975"/>
          </a:xfrm>
        </p:grpSpPr>
        <p:sp>
          <p:nvSpPr>
            <p:cNvPr id="1205" name="Google Shape;1205;p41"/>
            <p:cNvSpPr/>
            <p:nvPr/>
          </p:nvSpPr>
          <p:spPr>
            <a:xfrm>
              <a:off x="8544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6" name="Google Shape;1206;p41"/>
            <p:cNvSpPr/>
            <p:nvPr/>
          </p:nvSpPr>
          <p:spPr>
            <a:xfrm>
              <a:off x="7825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7" name="Google Shape;1207;p41"/>
            <p:cNvSpPr/>
            <p:nvPr/>
          </p:nvSpPr>
          <p:spPr>
            <a:xfrm>
              <a:off x="6385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8" name="Google Shape;1208;p41"/>
            <p:cNvSpPr/>
            <p:nvPr/>
          </p:nvSpPr>
          <p:spPr>
            <a:xfrm>
              <a:off x="7105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9" name="Google Shape;1209;p41"/>
            <p:cNvSpPr/>
            <p:nvPr/>
          </p:nvSpPr>
          <p:spPr>
            <a:xfrm>
              <a:off x="8401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0" name="Google Shape;1210;p41"/>
            <p:cNvSpPr/>
            <p:nvPr/>
          </p:nvSpPr>
          <p:spPr>
            <a:xfrm>
              <a:off x="7681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1" name="Google Shape;1211;p41"/>
            <p:cNvSpPr/>
            <p:nvPr/>
          </p:nvSpPr>
          <p:spPr>
            <a:xfrm>
              <a:off x="6242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2" name="Google Shape;1212;p41"/>
            <p:cNvSpPr/>
            <p:nvPr/>
          </p:nvSpPr>
          <p:spPr>
            <a:xfrm>
              <a:off x="6961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3" name="Google Shape;1213;p41"/>
            <p:cNvSpPr/>
            <p:nvPr/>
          </p:nvSpPr>
          <p:spPr>
            <a:xfrm>
              <a:off x="8689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4" name="Google Shape;1214;p41"/>
            <p:cNvSpPr/>
            <p:nvPr/>
          </p:nvSpPr>
          <p:spPr>
            <a:xfrm>
              <a:off x="7969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5" name="Google Shape;1215;p41"/>
            <p:cNvSpPr/>
            <p:nvPr/>
          </p:nvSpPr>
          <p:spPr>
            <a:xfrm>
              <a:off x="6530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6" name="Google Shape;1216;p41"/>
            <p:cNvSpPr/>
            <p:nvPr/>
          </p:nvSpPr>
          <p:spPr>
            <a:xfrm>
              <a:off x="7249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7" name="Google Shape;1217;p41"/>
            <p:cNvSpPr/>
            <p:nvPr/>
          </p:nvSpPr>
          <p:spPr>
            <a:xfrm>
              <a:off x="8256800" y="4334988"/>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8" name="Google Shape;1218;p41"/>
            <p:cNvSpPr/>
            <p:nvPr/>
          </p:nvSpPr>
          <p:spPr>
            <a:xfrm>
              <a:off x="7537175" y="4343713"/>
              <a:ext cx="56250" cy="56250"/>
            </a:xfrm>
            <a:custGeom>
              <a:avLst/>
              <a:gdLst/>
              <a:ahLst/>
              <a:cxnLst/>
              <a:rect l="l" t="t" r="r" b="b"/>
              <a:pathLst>
                <a:path w="2250" h="2250" extrusionOk="0">
                  <a:moveTo>
                    <a:pt x="1125" y="1"/>
                  </a:moveTo>
                  <a:cubicBezTo>
                    <a:pt x="517" y="1"/>
                    <a:pt x="0" y="487"/>
                    <a:pt x="0" y="1125"/>
                  </a:cubicBezTo>
                  <a:cubicBezTo>
                    <a:pt x="0" y="1733"/>
                    <a:pt x="517" y="2250"/>
                    <a:pt x="1125" y="2250"/>
                  </a:cubicBezTo>
                  <a:cubicBezTo>
                    <a:pt x="1733" y="2250"/>
                    <a:pt x="2249" y="1733"/>
                    <a:pt x="2249" y="1125"/>
                  </a:cubicBezTo>
                  <a:cubicBezTo>
                    <a:pt x="224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9" name="Google Shape;1219;p41"/>
            <p:cNvSpPr/>
            <p:nvPr/>
          </p:nvSpPr>
          <p:spPr>
            <a:xfrm>
              <a:off x="6097925" y="4339350"/>
              <a:ext cx="56250" cy="56250"/>
            </a:xfrm>
            <a:custGeom>
              <a:avLst/>
              <a:gdLst/>
              <a:ahLst/>
              <a:cxnLst/>
              <a:rect l="l" t="t" r="r" b="b"/>
              <a:pathLst>
                <a:path w="2250" h="2250" extrusionOk="0">
                  <a:moveTo>
                    <a:pt x="1125" y="0"/>
                  </a:moveTo>
                  <a:cubicBezTo>
                    <a:pt x="517" y="0"/>
                    <a:pt x="0" y="517"/>
                    <a:pt x="0" y="1125"/>
                  </a:cubicBezTo>
                  <a:cubicBezTo>
                    <a:pt x="0" y="1733"/>
                    <a:pt x="517" y="2249"/>
                    <a:pt x="1125" y="2249"/>
                  </a:cubicBezTo>
                  <a:cubicBezTo>
                    <a:pt x="1733" y="2249"/>
                    <a:pt x="2249" y="173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0" name="Google Shape;1220;p41"/>
            <p:cNvSpPr/>
            <p:nvPr/>
          </p:nvSpPr>
          <p:spPr>
            <a:xfrm>
              <a:off x="6817550" y="4339350"/>
              <a:ext cx="56250" cy="56250"/>
            </a:xfrm>
            <a:custGeom>
              <a:avLst/>
              <a:gdLst/>
              <a:ahLst/>
              <a:cxnLst/>
              <a:rect l="l" t="t" r="r" b="b"/>
              <a:pathLst>
                <a:path w="2250" h="2250" extrusionOk="0">
                  <a:moveTo>
                    <a:pt x="1125" y="0"/>
                  </a:moveTo>
                  <a:cubicBezTo>
                    <a:pt x="517" y="0"/>
                    <a:pt x="0" y="517"/>
                    <a:pt x="0" y="1125"/>
                  </a:cubicBezTo>
                  <a:cubicBezTo>
                    <a:pt x="0" y="1763"/>
                    <a:pt x="517" y="2250"/>
                    <a:pt x="1125" y="2250"/>
                  </a:cubicBezTo>
                  <a:cubicBezTo>
                    <a:pt x="1733" y="2250"/>
                    <a:pt x="2249" y="1763"/>
                    <a:pt x="2249" y="1125"/>
                  </a:cubicBezTo>
                  <a:cubicBezTo>
                    <a:pt x="224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1" name="Google Shape;1221;p41"/>
            <p:cNvSpPr/>
            <p:nvPr/>
          </p:nvSpPr>
          <p:spPr>
            <a:xfrm>
              <a:off x="8113175" y="4334988"/>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2" name="Google Shape;1222;p41"/>
            <p:cNvSpPr/>
            <p:nvPr/>
          </p:nvSpPr>
          <p:spPr>
            <a:xfrm>
              <a:off x="7393550" y="4343713"/>
              <a:ext cx="55500" cy="56250"/>
            </a:xfrm>
            <a:custGeom>
              <a:avLst/>
              <a:gdLst/>
              <a:ahLst/>
              <a:cxnLst/>
              <a:rect l="l" t="t" r="r" b="b"/>
              <a:pathLst>
                <a:path w="2220" h="2250" extrusionOk="0">
                  <a:moveTo>
                    <a:pt x="1125" y="1"/>
                  </a:moveTo>
                  <a:cubicBezTo>
                    <a:pt x="487" y="1"/>
                    <a:pt x="0" y="487"/>
                    <a:pt x="0" y="1125"/>
                  </a:cubicBezTo>
                  <a:cubicBezTo>
                    <a:pt x="0" y="1733"/>
                    <a:pt x="487" y="2250"/>
                    <a:pt x="1125" y="2250"/>
                  </a:cubicBezTo>
                  <a:cubicBezTo>
                    <a:pt x="1733" y="2250"/>
                    <a:pt x="2219" y="1733"/>
                    <a:pt x="2219" y="1125"/>
                  </a:cubicBezTo>
                  <a:cubicBezTo>
                    <a:pt x="2219" y="487"/>
                    <a:pt x="1733" y="1"/>
                    <a:pt x="1125" y="1"/>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3" name="Google Shape;1223;p41"/>
            <p:cNvSpPr/>
            <p:nvPr/>
          </p:nvSpPr>
          <p:spPr>
            <a:xfrm>
              <a:off x="5954300" y="4339350"/>
              <a:ext cx="55500" cy="56250"/>
            </a:xfrm>
            <a:custGeom>
              <a:avLst/>
              <a:gdLst/>
              <a:ahLst/>
              <a:cxnLst/>
              <a:rect l="l" t="t" r="r" b="b"/>
              <a:pathLst>
                <a:path w="2220" h="2250" extrusionOk="0">
                  <a:moveTo>
                    <a:pt x="1125" y="0"/>
                  </a:moveTo>
                  <a:cubicBezTo>
                    <a:pt x="487" y="0"/>
                    <a:pt x="0" y="517"/>
                    <a:pt x="0" y="1125"/>
                  </a:cubicBezTo>
                  <a:cubicBezTo>
                    <a:pt x="0" y="1733"/>
                    <a:pt x="487" y="2249"/>
                    <a:pt x="1125" y="2249"/>
                  </a:cubicBezTo>
                  <a:cubicBezTo>
                    <a:pt x="1733" y="2249"/>
                    <a:pt x="2219" y="173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4" name="Google Shape;1224;p41"/>
            <p:cNvSpPr/>
            <p:nvPr/>
          </p:nvSpPr>
          <p:spPr>
            <a:xfrm>
              <a:off x="6673925" y="4339350"/>
              <a:ext cx="55500" cy="56250"/>
            </a:xfrm>
            <a:custGeom>
              <a:avLst/>
              <a:gdLst/>
              <a:ahLst/>
              <a:cxnLst/>
              <a:rect l="l" t="t" r="r" b="b"/>
              <a:pathLst>
                <a:path w="2220" h="2250" extrusionOk="0">
                  <a:moveTo>
                    <a:pt x="1125" y="0"/>
                  </a:moveTo>
                  <a:cubicBezTo>
                    <a:pt x="487" y="0"/>
                    <a:pt x="0" y="517"/>
                    <a:pt x="0" y="1125"/>
                  </a:cubicBezTo>
                  <a:cubicBezTo>
                    <a:pt x="0" y="1763"/>
                    <a:pt x="487" y="2250"/>
                    <a:pt x="1125" y="2250"/>
                  </a:cubicBezTo>
                  <a:cubicBezTo>
                    <a:pt x="1733" y="2250"/>
                    <a:pt x="2219" y="1763"/>
                    <a:pt x="2219" y="1125"/>
                  </a:cubicBezTo>
                  <a:cubicBezTo>
                    <a:pt x="2219" y="517"/>
                    <a:pt x="1733" y="0"/>
                    <a:pt x="1125" y="0"/>
                  </a:cubicBezTo>
                  <a:close/>
                </a:path>
              </a:pathLst>
            </a:custGeom>
            <a:solidFill>
              <a:srgbClr val="2332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25" name="Google Shape;1225;p41"/>
          <p:cNvGrpSpPr/>
          <p:nvPr/>
        </p:nvGrpSpPr>
        <p:grpSpPr>
          <a:xfrm>
            <a:off x="-425402" y="-426944"/>
            <a:ext cx="2139225" cy="2139147"/>
            <a:chOff x="-74975" y="157600"/>
            <a:chExt cx="1604419" cy="1604360"/>
          </a:xfrm>
        </p:grpSpPr>
        <p:sp>
          <p:nvSpPr>
            <p:cNvPr id="1226" name="Google Shape;1226;p41"/>
            <p:cNvSpPr/>
            <p:nvPr/>
          </p:nvSpPr>
          <p:spPr>
            <a:xfrm>
              <a:off x="399627" y="632159"/>
              <a:ext cx="1129817" cy="1129801"/>
            </a:xfrm>
            <a:custGeom>
              <a:avLst/>
              <a:gdLst/>
              <a:ahLst/>
              <a:cxnLst/>
              <a:rect l="l" t="t" r="r" b="b"/>
              <a:pathLst>
                <a:path w="70306" h="70305" extrusionOk="0">
                  <a:moveTo>
                    <a:pt x="0" y="0"/>
                  </a:moveTo>
                  <a:lnTo>
                    <a:pt x="0" y="70305"/>
                  </a:lnTo>
                  <a:lnTo>
                    <a:pt x="70305"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7" name="Google Shape;1227;p41"/>
            <p:cNvSpPr/>
            <p:nvPr/>
          </p:nvSpPr>
          <p:spPr>
            <a:xfrm>
              <a:off x="238125" y="470675"/>
              <a:ext cx="824500" cy="824500"/>
            </a:xfrm>
            <a:custGeom>
              <a:avLst/>
              <a:gdLst/>
              <a:ahLst/>
              <a:cxnLst/>
              <a:rect l="l" t="t" r="r" b="b"/>
              <a:pathLst>
                <a:path w="32980" h="32980" extrusionOk="0">
                  <a:moveTo>
                    <a:pt x="0" y="0"/>
                  </a:moveTo>
                  <a:lnTo>
                    <a:pt x="0" y="32979"/>
                  </a:lnTo>
                  <a:lnTo>
                    <a:pt x="32979" y="0"/>
                  </a:lnTo>
                  <a:close/>
                </a:path>
              </a:pathLst>
            </a:custGeom>
            <a:solidFill>
              <a:srgbClr val="368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8" name="Google Shape;1228;p41"/>
            <p:cNvSpPr/>
            <p:nvPr/>
          </p:nvSpPr>
          <p:spPr>
            <a:xfrm>
              <a:off x="213025" y="44557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9" name="Google Shape;1229;p41"/>
            <p:cNvSpPr/>
            <p:nvPr/>
          </p:nvSpPr>
          <p:spPr>
            <a:xfrm>
              <a:off x="155275" y="387825"/>
              <a:ext cx="758400" cy="758400"/>
            </a:xfrm>
            <a:custGeom>
              <a:avLst/>
              <a:gdLst/>
              <a:ahLst/>
              <a:cxnLst/>
              <a:rect l="l" t="t" r="r" b="b"/>
              <a:pathLst>
                <a:path w="30336" h="30336" fill="none" extrusionOk="0">
                  <a:moveTo>
                    <a:pt x="1" y="30336"/>
                  </a:moveTo>
                  <a:lnTo>
                    <a:pt x="30336"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0" name="Google Shape;1230;p41"/>
            <p:cNvSpPr/>
            <p:nvPr/>
          </p:nvSpPr>
          <p:spPr>
            <a:xfrm>
              <a:off x="98300" y="330850"/>
              <a:ext cx="757625" cy="757625"/>
            </a:xfrm>
            <a:custGeom>
              <a:avLst/>
              <a:gdLst/>
              <a:ahLst/>
              <a:cxnLst/>
              <a:rect l="l" t="t" r="r" b="b"/>
              <a:pathLst>
                <a:path w="30305" h="30305" fill="none" extrusionOk="0">
                  <a:moveTo>
                    <a:pt x="0" y="30305"/>
                  </a:moveTo>
                  <a:lnTo>
                    <a:pt x="3030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1" name="Google Shape;1231;p41"/>
            <p:cNvSpPr/>
            <p:nvPr/>
          </p:nvSpPr>
          <p:spPr>
            <a:xfrm>
              <a:off x="40550" y="273100"/>
              <a:ext cx="758400" cy="758375"/>
            </a:xfrm>
            <a:custGeom>
              <a:avLst/>
              <a:gdLst/>
              <a:ahLst/>
              <a:cxnLst/>
              <a:rect l="l" t="t" r="r" b="b"/>
              <a:pathLst>
                <a:path w="30336"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2" name="Google Shape;1232;p41"/>
            <p:cNvSpPr/>
            <p:nvPr/>
          </p:nvSpPr>
          <p:spPr>
            <a:xfrm>
              <a:off x="-17200" y="215350"/>
              <a:ext cx="758375" cy="758375"/>
            </a:xfrm>
            <a:custGeom>
              <a:avLst/>
              <a:gdLst/>
              <a:ahLst/>
              <a:cxnLst/>
              <a:rect l="l" t="t" r="r" b="b"/>
              <a:pathLst>
                <a:path w="30335" h="30335" fill="none" extrusionOk="0">
                  <a:moveTo>
                    <a:pt x="0" y="30335"/>
                  </a:moveTo>
                  <a:lnTo>
                    <a:pt x="30335"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3" name="Google Shape;1233;p41"/>
            <p:cNvSpPr/>
            <p:nvPr/>
          </p:nvSpPr>
          <p:spPr>
            <a:xfrm>
              <a:off x="-74975" y="157600"/>
              <a:ext cx="758400" cy="758375"/>
            </a:xfrm>
            <a:custGeom>
              <a:avLst/>
              <a:gdLst/>
              <a:ahLst/>
              <a:cxnLst/>
              <a:rect l="l" t="t" r="r" b="b"/>
              <a:pathLst>
                <a:path w="30336" h="30335" fill="none" extrusionOk="0">
                  <a:moveTo>
                    <a:pt x="1" y="30335"/>
                  </a:moveTo>
                  <a:lnTo>
                    <a:pt x="30336"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4" name="Google Shape;1234;p41"/>
            <p:cNvSpPr/>
            <p:nvPr/>
          </p:nvSpPr>
          <p:spPr>
            <a:xfrm>
              <a:off x="238125" y="470675"/>
              <a:ext cx="824500" cy="824500"/>
            </a:xfrm>
            <a:custGeom>
              <a:avLst/>
              <a:gdLst/>
              <a:ahLst/>
              <a:cxnLst/>
              <a:rect l="l" t="t" r="r" b="b"/>
              <a:pathLst>
                <a:path w="32980" h="32980" fill="none" extrusionOk="0">
                  <a:moveTo>
                    <a:pt x="0" y="0"/>
                  </a:moveTo>
                  <a:lnTo>
                    <a:pt x="0" y="32979"/>
                  </a:lnTo>
                  <a:lnTo>
                    <a:pt x="32979" y="0"/>
                  </a:lnTo>
                  <a:close/>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010737365"/>
      </p:ext>
    </p:extLst>
  </p:cSld>
  <p:clrMapOvr>
    <a:masterClrMapping/>
  </p:clrMapOvr>
  <p:hf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235"/>
        <p:cNvGrpSpPr/>
        <p:nvPr/>
      </p:nvGrpSpPr>
      <p:grpSpPr>
        <a:xfrm>
          <a:off x="0" y="0"/>
          <a:ext cx="0" cy="0"/>
          <a:chOff x="0" y="0"/>
          <a:chExt cx="0" cy="0"/>
        </a:xfrm>
      </p:grpSpPr>
      <p:grpSp>
        <p:nvGrpSpPr>
          <p:cNvPr id="1236" name="Google Shape;1236;p42"/>
          <p:cNvGrpSpPr/>
          <p:nvPr/>
        </p:nvGrpSpPr>
        <p:grpSpPr>
          <a:xfrm>
            <a:off x="9695000" y="5006467"/>
            <a:ext cx="4509733" cy="2658600"/>
            <a:chOff x="1317925" y="2802775"/>
            <a:chExt cx="3382300" cy="1993950"/>
          </a:xfrm>
        </p:grpSpPr>
        <p:sp>
          <p:nvSpPr>
            <p:cNvPr id="1237" name="Google Shape;1237;p42"/>
            <p:cNvSpPr/>
            <p:nvPr/>
          </p:nvSpPr>
          <p:spPr>
            <a:xfrm>
              <a:off x="131792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8" name="Google Shape;1238;p42"/>
            <p:cNvSpPr/>
            <p:nvPr/>
          </p:nvSpPr>
          <p:spPr>
            <a:xfrm>
              <a:off x="1444050"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9" name="Google Shape;1239;p42"/>
            <p:cNvSpPr/>
            <p:nvPr/>
          </p:nvSpPr>
          <p:spPr>
            <a:xfrm>
              <a:off x="1569450"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0" name="Google Shape;1240;p42"/>
            <p:cNvSpPr/>
            <p:nvPr/>
          </p:nvSpPr>
          <p:spPr>
            <a:xfrm>
              <a:off x="1695575" y="2802775"/>
              <a:ext cx="1999325" cy="1993950"/>
            </a:xfrm>
            <a:custGeom>
              <a:avLst/>
              <a:gdLst/>
              <a:ahLst/>
              <a:cxnLst/>
              <a:rect l="l" t="t" r="r" b="b"/>
              <a:pathLst>
                <a:path w="79973" h="79758" fill="none" extrusionOk="0">
                  <a:moveTo>
                    <a:pt x="7997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1" name="Google Shape;1241;p42"/>
            <p:cNvSpPr/>
            <p:nvPr/>
          </p:nvSpPr>
          <p:spPr>
            <a:xfrm>
              <a:off x="18209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2" name="Google Shape;1242;p42"/>
            <p:cNvSpPr/>
            <p:nvPr/>
          </p:nvSpPr>
          <p:spPr>
            <a:xfrm>
              <a:off x="19463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3" name="Google Shape;1243;p42"/>
            <p:cNvSpPr/>
            <p:nvPr/>
          </p:nvSpPr>
          <p:spPr>
            <a:xfrm>
              <a:off x="2072500" y="2802775"/>
              <a:ext cx="1999300" cy="1993950"/>
            </a:xfrm>
            <a:custGeom>
              <a:avLst/>
              <a:gdLst/>
              <a:ahLst/>
              <a:cxnLst/>
              <a:rect l="l" t="t" r="r" b="b"/>
              <a:pathLst>
                <a:path w="79972" h="79758" fill="none" extrusionOk="0">
                  <a:moveTo>
                    <a:pt x="79971"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4" name="Google Shape;1244;p42"/>
            <p:cNvSpPr/>
            <p:nvPr/>
          </p:nvSpPr>
          <p:spPr>
            <a:xfrm>
              <a:off x="2197875" y="2802775"/>
              <a:ext cx="2000050" cy="1993950"/>
            </a:xfrm>
            <a:custGeom>
              <a:avLst/>
              <a:gdLst/>
              <a:ahLst/>
              <a:cxnLst/>
              <a:rect l="l" t="t" r="r" b="b"/>
              <a:pathLst>
                <a:path w="80002"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5" name="Google Shape;1245;p42"/>
            <p:cNvSpPr/>
            <p:nvPr/>
          </p:nvSpPr>
          <p:spPr>
            <a:xfrm>
              <a:off x="2323250"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6" name="Google Shape;1246;p42"/>
            <p:cNvSpPr/>
            <p:nvPr/>
          </p:nvSpPr>
          <p:spPr>
            <a:xfrm>
              <a:off x="2449400" y="2802775"/>
              <a:ext cx="1999300" cy="1993950"/>
            </a:xfrm>
            <a:custGeom>
              <a:avLst/>
              <a:gdLst/>
              <a:ahLst/>
              <a:cxnLst/>
              <a:rect l="l" t="t" r="r" b="b"/>
              <a:pathLst>
                <a:path w="79972" h="79758" fill="none" extrusionOk="0">
                  <a:moveTo>
                    <a:pt x="7997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7" name="Google Shape;1247;p42"/>
            <p:cNvSpPr/>
            <p:nvPr/>
          </p:nvSpPr>
          <p:spPr>
            <a:xfrm>
              <a:off x="2574775" y="2802775"/>
              <a:ext cx="2000075" cy="1993950"/>
            </a:xfrm>
            <a:custGeom>
              <a:avLst/>
              <a:gdLst/>
              <a:ahLst/>
              <a:cxnLst/>
              <a:rect l="l" t="t" r="r" b="b"/>
              <a:pathLst>
                <a:path w="80003" h="79758" fill="none" extrusionOk="0">
                  <a:moveTo>
                    <a:pt x="80002" y="0"/>
                  </a:moveTo>
                  <a:lnTo>
                    <a:pt x="1"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8" name="Google Shape;1248;p42"/>
            <p:cNvSpPr/>
            <p:nvPr/>
          </p:nvSpPr>
          <p:spPr>
            <a:xfrm>
              <a:off x="2700175" y="2802775"/>
              <a:ext cx="2000050" cy="1993950"/>
            </a:xfrm>
            <a:custGeom>
              <a:avLst/>
              <a:gdLst/>
              <a:ahLst/>
              <a:cxnLst/>
              <a:rect l="l" t="t" r="r" b="b"/>
              <a:pathLst>
                <a:path w="80002" h="79758" fill="none" extrusionOk="0">
                  <a:moveTo>
                    <a:pt x="80002" y="0"/>
                  </a:moveTo>
                  <a:lnTo>
                    <a:pt x="0" y="79758"/>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249" name="Google Shape;1249;p42"/>
          <p:cNvGrpSpPr/>
          <p:nvPr/>
        </p:nvGrpSpPr>
        <p:grpSpPr>
          <a:xfrm flipH="1">
            <a:off x="2993123" y="460967"/>
            <a:ext cx="5985967" cy="258367"/>
            <a:chOff x="1784500" y="1867350"/>
            <a:chExt cx="4489475" cy="193775"/>
          </a:xfrm>
        </p:grpSpPr>
        <p:sp>
          <p:nvSpPr>
            <p:cNvPr id="1250" name="Google Shape;1250;p42"/>
            <p:cNvSpPr/>
            <p:nvPr/>
          </p:nvSpPr>
          <p:spPr>
            <a:xfrm>
              <a:off x="1784500" y="1963850"/>
              <a:ext cx="3982625" cy="25"/>
            </a:xfrm>
            <a:custGeom>
              <a:avLst/>
              <a:gdLst/>
              <a:ahLst/>
              <a:cxnLst/>
              <a:rect l="l" t="t" r="r" b="b"/>
              <a:pathLst>
                <a:path w="159305" h="1" fill="none" extrusionOk="0">
                  <a:moveTo>
                    <a:pt x="0" y="0"/>
                  </a:moveTo>
                  <a:lnTo>
                    <a:pt x="159304"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1" name="Google Shape;1251;p42"/>
            <p:cNvSpPr/>
            <p:nvPr/>
          </p:nvSpPr>
          <p:spPr>
            <a:xfrm>
              <a:off x="4679675" y="2061100"/>
              <a:ext cx="1594300" cy="25"/>
            </a:xfrm>
            <a:custGeom>
              <a:avLst/>
              <a:gdLst/>
              <a:ahLst/>
              <a:cxnLst/>
              <a:rect l="l" t="t" r="r" b="b"/>
              <a:pathLst>
                <a:path w="63772" h="1" fill="none" extrusionOk="0">
                  <a:moveTo>
                    <a:pt x="1" y="1"/>
                  </a:moveTo>
                  <a:lnTo>
                    <a:pt x="63771" y="1"/>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2" name="Google Shape;1252;p42"/>
            <p:cNvSpPr/>
            <p:nvPr/>
          </p:nvSpPr>
          <p:spPr>
            <a:xfrm>
              <a:off x="3817200" y="1867350"/>
              <a:ext cx="2104925" cy="25"/>
            </a:xfrm>
            <a:custGeom>
              <a:avLst/>
              <a:gdLst/>
              <a:ahLst/>
              <a:cxnLst/>
              <a:rect l="l" t="t" r="r" b="b"/>
              <a:pathLst>
                <a:path w="84197" h="1" fill="none" extrusionOk="0">
                  <a:moveTo>
                    <a:pt x="1" y="0"/>
                  </a:moveTo>
                  <a:lnTo>
                    <a:pt x="84197" y="0"/>
                  </a:lnTo>
                </a:path>
              </a:pathLst>
            </a:custGeom>
            <a:noFill/>
            <a:ln w="9875" cap="flat" cmpd="sng">
              <a:solidFill>
                <a:srgbClr val="23325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253" name="Google Shape;1253;p42"/>
          <p:cNvSpPr/>
          <p:nvPr/>
        </p:nvSpPr>
        <p:spPr>
          <a:xfrm>
            <a:off x="6" y="6199134"/>
            <a:ext cx="4596332" cy="658877"/>
          </a:xfrm>
          <a:custGeom>
            <a:avLst/>
            <a:gdLst/>
            <a:ahLst/>
            <a:cxnLst/>
            <a:rect l="l" t="t" r="r" b="b"/>
            <a:pathLst>
              <a:path w="108149" h="15503" extrusionOk="0">
                <a:moveTo>
                  <a:pt x="0" y="0"/>
                </a:moveTo>
                <a:lnTo>
                  <a:pt x="0" y="15502"/>
                </a:lnTo>
                <a:lnTo>
                  <a:pt x="108148" y="15502"/>
                </a:lnTo>
                <a:cubicBezTo>
                  <a:pt x="108148" y="6931"/>
                  <a:pt x="101218" y="0"/>
                  <a:pt x="92646"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991909359"/>
      </p:ext>
    </p:extLst>
  </p:cSld>
  <p:clrMapOvr>
    <a:masterClrMapping/>
  </p:clrMapOvr>
  <p:hf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20B0FE-6DB4-4637-A111-5B1080C98248}" type="datetime1">
              <a:rPr lang="en-US" smtClean="0"/>
              <a:t>12/12/2025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2410040120"/>
      </p:ext>
    </p:extLst>
  </p:cSld>
  <p:clrMapOvr>
    <a:masterClrMapping/>
  </p:clrMapOvr>
  <p:hf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257"/>
        <p:cNvGrpSpPr/>
        <p:nvPr/>
      </p:nvGrpSpPr>
      <p:grpSpPr>
        <a:xfrm>
          <a:off x="0" y="0"/>
          <a:ext cx="0" cy="0"/>
          <a:chOff x="0" y="0"/>
          <a:chExt cx="0" cy="0"/>
        </a:xfrm>
      </p:grpSpPr>
    </p:spTree>
    <p:extLst>
      <p:ext uri="{BB962C8B-B14F-4D97-AF65-F5344CB8AC3E}">
        <p14:creationId xmlns:p14="http://schemas.microsoft.com/office/powerpoint/2010/main" val="300953800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1258"/>
        <p:cNvGrpSpPr/>
        <p:nvPr/>
      </p:nvGrpSpPr>
      <p:grpSpPr>
        <a:xfrm>
          <a:off x="0" y="0"/>
          <a:ext cx="0" cy="0"/>
          <a:chOff x="0" y="0"/>
          <a:chExt cx="0" cy="0"/>
        </a:xfrm>
      </p:grpSpPr>
      <p:sp>
        <p:nvSpPr>
          <p:cNvPr id="1259" name="Google Shape;1259;p45"/>
          <p:cNvSpPr txBox="1">
            <a:spLocks noGrp="1"/>
          </p:cNvSpPr>
          <p:nvPr>
            <p:ph type="title"/>
          </p:nvPr>
        </p:nvSpPr>
        <p:spPr>
          <a:xfrm>
            <a:off x="955600" y="681367"/>
            <a:ext cx="10280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r>
              <a:rPr lang="en-US"/>
              <a:t>Click to edit Master title style</a:t>
            </a:r>
            <a:endParaRPr/>
          </a:p>
        </p:txBody>
      </p:sp>
    </p:spTree>
    <p:extLst>
      <p:ext uri="{BB962C8B-B14F-4D97-AF65-F5344CB8AC3E}">
        <p14:creationId xmlns:p14="http://schemas.microsoft.com/office/powerpoint/2010/main" val="144915495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56" name="Google Shape;56;p2"/>
          <p:cNvSpPr txBox="1">
            <a:spLocks noGrp="1"/>
          </p:cNvSpPr>
          <p:nvPr>
            <p:ph type="ctrTitle"/>
          </p:nvPr>
        </p:nvSpPr>
        <p:spPr>
          <a:xfrm>
            <a:off x="2648300" y="1669200"/>
            <a:ext cx="6898800" cy="28952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5600">
                <a:latin typeface="Poppins Medium"/>
                <a:ea typeface="Poppins Medium"/>
                <a:cs typeface="Poppins Medium"/>
                <a:sym typeface="Poppins Medium"/>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57" name="Google Shape;57;p2"/>
          <p:cNvSpPr txBox="1">
            <a:spLocks noGrp="1"/>
          </p:cNvSpPr>
          <p:nvPr>
            <p:ph type="subTitle" idx="1"/>
          </p:nvPr>
        </p:nvSpPr>
        <p:spPr>
          <a:xfrm>
            <a:off x="2648285" y="4564567"/>
            <a:ext cx="6898800" cy="613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2133">
                <a:latin typeface="Roboto"/>
                <a:ea typeface="Roboto"/>
                <a:cs typeface="Roboto"/>
                <a:sym typeface="Roboto"/>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4033508471"/>
      </p:ext>
    </p:extLst>
  </p:cSld>
  <p:clrMapOvr>
    <a:masterClrMapping/>
  </p:clrMapOvr>
  <p:hf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20B0FE-6DB4-4637-A111-5B1080C98248}" type="datetime1">
              <a:rPr lang="en-US" smtClean="0"/>
              <a:t>12/12/2025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537972831"/>
      </p:ext>
    </p:extLst>
  </p:cSld>
  <p:clrMapOvr>
    <a:masterClrMapping/>
  </p:clrMapOvr>
  <p:hf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accent1"/>
        </a:solidFill>
        <a:effectLst/>
      </p:bgPr>
    </p:bg>
    <p:spTree>
      <p:nvGrpSpPr>
        <p:cNvPr id="1" name="Shape 7"/>
        <p:cNvGrpSpPr/>
        <p:nvPr/>
      </p:nvGrpSpPr>
      <p:grpSpPr>
        <a:xfrm>
          <a:off x="0" y="0"/>
          <a:ext cx="0" cy="0"/>
          <a:chOff x="0" y="0"/>
          <a:chExt cx="0" cy="0"/>
        </a:xfrm>
      </p:grpSpPr>
      <p:sp>
        <p:nvSpPr>
          <p:cNvPr id="8" name="Google Shape;8;p2"/>
          <p:cNvSpPr/>
          <p:nvPr/>
        </p:nvSpPr>
        <p:spPr>
          <a:xfrm>
            <a:off x="505084" y="-3680149"/>
            <a:ext cx="5575600" cy="5575600"/>
          </a:xfrm>
          <a:prstGeom prst="donut">
            <a:avLst>
              <a:gd name="adj" fmla="val 25000"/>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9" name="Google Shape;9;p2"/>
          <p:cNvGrpSpPr/>
          <p:nvPr/>
        </p:nvGrpSpPr>
        <p:grpSpPr>
          <a:xfrm>
            <a:off x="-124666" y="2465665"/>
            <a:ext cx="1692396" cy="3191823"/>
            <a:chOff x="-93500" y="1849248"/>
            <a:chExt cx="1269297" cy="2393867"/>
          </a:xfrm>
        </p:grpSpPr>
        <p:sp>
          <p:nvSpPr>
            <p:cNvPr id="10" name="Google Shape;10;p2"/>
            <p:cNvSpPr/>
            <p:nvPr/>
          </p:nvSpPr>
          <p:spPr>
            <a:xfrm>
              <a:off x="-93500" y="1849248"/>
              <a:ext cx="1183896" cy="2369347"/>
            </a:xfrm>
            <a:custGeom>
              <a:avLst/>
              <a:gdLst/>
              <a:ahLst/>
              <a:cxnLst/>
              <a:rect l="l" t="t" r="r" b="b"/>
              <a:pathLst>
                <a:path w="21369" h="42768" extrusionOk="0">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 name="Google Shape;11;p2"/>
            <p:cNvSpPr/>
            <p:nvPr/>
          </p:nvSpPr>
          <p:spPr>
            <a:xfrm>
              <a:off x="-9816" y="1873768"/>
              <a:ext cx="1185614" cy="2369347"/>
            </a:xfrm>
            <a:custGeom>
              <a:avLst/>
              <a:gdLst/>
              <a:ahLst/>
              <a:cxnLst/>
              <a:rect l="l" t="t" r="r" b="b"/>
              <a:pathLst>
                <a:path w="21400" h="42768" fill="none" extrusionOk="0">
                  <a:moveTo>
                    <a:pt x="0" y="1"/>
                  </a:moveTo>
                  <a:lnTo>
                    <a:pt x="0" y="42767"/>
                  </a:lnTo>
                  <a:cubicBezTo>
                    <a:pt x="11824" y="42767"/>
                    <a:pt x="21399" y="33193"/>
                    <a:pt x="21399" y="21399"/>
                  </a:cubicBezTo>
                  <a:cubicBezTo>
                    <a:pt x="21399" y="9575"/>
                    <a:pt x="11824" y="1"/>
                    <a:pt x="0" y="1"/>
                  </a:cubicBezTo>
                  <a:close/>
                </a:path>
              </a:pathLst>
            </a:custGeom>
            <a:noFill/>
            <a:ln w="19000"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12" name="Google Shape;12;p2"/>
            <p:cNvGrpSpPr/>
            <p:nvPr/>
          </p:nvGrpSpPr>
          <p:grpSpPr>
            <a:xfrm>
              <a:off x="238719" y="2478666"/>
              <a:ext cx="589350" cy="1014019"/>
              <a:chOff x="832925" y="1132500"/>
              <a:chExt cx="376125" cy="647150"/>
            </a:xfrm>
          </p:grpSpPr>
          <p:sp>
            <p:nvSpPr>
              <p:cNvPr id="13" name="Google Shape;13;p2"/>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 name="Google Shape;14;p2"/>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 name="Google Shape;15;p2"/>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 name="Google Shape;16;p2"/>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 name="Google Shape;17;p2"/>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 name="Google Shape;18;p2"/>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 name="Google Shape;19;p2"/>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 name="Google Shape;20;p2"/>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 name="Google Shape;21;p2"/>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 name="Google Shape;22;p2"/>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23" name="Google Shape;23;p2"/>
          <p:cNvSpPr/>
          <p:nvPr/>
        </p:nvSpPr>
        <p:spPr>
          <a:xfrm rot="-5400000">
            <a:off x="10941333" y="-135493"/>
            <a:ext cx="7571200" cy="7571200"/>
          </a:xfrm>
          <a:prstGeom prst="blockArc">
            <a:avLst>
              <a:gd name="adj1" fmla="val 10800000"/>
              <a:gd name="adj2" fmla="val 0"/>
              <a:gd name="adj3" fmla="val 25000"/>
            </a:avLst>
          </a:prstGeom>
          <a:noFill/>
          <a:ln w="2857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4" name="Google Shape;24;p2"/>
          <p:cNvSpPr/>
          <p:nvPr/>
        </p:nvSpPr>
        <p:spPr>
          <a:xfrm>
            <a:off x="6095984" y="5260951"/>
            <a:ext cx="5575600" cy="5575600"/>
          </a:xfrm>
          <a:prstGeom prst="donut">
            <a:avLst>
              <a:gd name="adj" fmla="val 25000"/>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25" name="Google Shape;25;p2"/>
          <p:cNvGrpSpPr/>
          <p:nvPr/>
        </p:nvGrpSpPr>
        <p:grpSpPr>
          <a:xfrm>
            <a:off x="2418267" y="5624934"/>
            <a:ext cx="1379967" cy="507633"/>
            <a:chOff x="713225" y="4249875"/>
            <a:chExt cx="1034975" cy="380725"/>
          </a:xfrm>
        </p:grpSpPr>
        <p:grpSp>
          <p:nvGrpSpPr>
            <p:cNvPr id="26" name="Google Shape;26;p2"/>
            <p:cNvGrpSpPr/>
            <p:nvPr/>
          </p:nvGrpSpPr>
          <p:grpSpPr>
            <a:xfrm>
              <a:off x="713225" y="4577400"/>
              <a:ext cx="1034975" cy="53200"/>
              <a:chOff x="713225" y="4577400"/>
              <a:chExt cx="1034975" cy="53200"/>
            </a:xfrm>
          </p:grpSpPr>
          <p:sp>
            <p:nvSpPr>
              <p:cNvPr id="27" name="Google Shape;27;p2"/>
              <p:cNvSpPr/>
              <p:nvPr/>
            </p:nvSpPr>
            <p:spPr>
              <a:xfrm>
                <a:off x="1695000" y="4577400"/>
                <a:ext cx="53200" cy="53200"/>
              </a:xfrm>
              <a:custGeom>
                <a:avLst/>
                <a:gdLst/>
                <a:ahLst/>
                <a:cxnLst/>
                <a:rect l="l" t="t" r="r" b="b"/>
                <a:pathLst>
                  <a:path w="2128" h="2128" extrusionOk="0">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 name="Google Shape;28;p2"/>
              <p:cNvSpPr/>
              <p:nvPr/>
            </p:nvSpPr>
            <p:spPr>
              <a:xfrm>
                <a:off x="1564300"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 name="Google Shape;29;p2"/>
              <p:cNvSpPr/>
              <p:nvPr/>
            </p:nvSpPr>
            <p:spPr>
              <a:xfrm>
                <a:off x="1406225" y="4577400"/>
                <a:ext cx="53225" cy="53200"/>
              </a:xfrm>
              <a:custGeom>
                <a:avLst/>
                <a:gdLst/>
                <a:ahLst/>
                <a:cxnLst/>
                <a:rect l="l" t="t" r="r" b="b"/>
                <a:pathLst>
                  <a:path w="2129" h="2128" extrusionOk="0">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 name="Google Shape;30;p2"/>
              <p:cNvSpPr/>
              <p:nvPr/>
            </p:nvSpPr>
            <p:spPr>
              <a:xfrm>
                <a:off x="12747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 name="Google Shape;31;p2"/>
              <p:cNvSpPr/>
              <p:nvPr/>
            </p:nvSpPr>
            <p:spPr>
              <a:xfrm>
                <a:off x="1126600" y="4577400"/>
                <a:ext cx="52450" cy="53200"/>
              </a:xfrm>
              <a:custGeom>
                <a:avLst/>
                <a:gdLst/>
                <a:ahLst/>
                <a:cxnLst/>
                <a:rect l="l" t="t" r="r" b="b"/>
                <a:pathLst>
                  <a:path w="2098" h="2128" extrusionOk="0">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 name="Google Shape;32;p2"/>
              <p:cNvSpPr/>
              <p:nvPr/>
            </p:nvSpPr>
            <p:spPr>
              <a:xfrm>
                <a:off x="9943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 name="Google Shape;33;p2"/>
              <p:cNvSpPr/>
              <p:nvPr/>
            </p:nvSpPr>
            <p:spPr>
              <a:xfrm>
                <a:off x="843925" y="4577400"/>
                <a:ext cx="53200" cy="53200"/>
              </a:xfrm>
              <a:custGeom>
                <a:avLst/>
                <a:gdLst/>
                <a:ahLst/>
                <a:cxnLst/>
                <a:rect l="l" t="t" r="r" b="b"/>
                <a:pathLst>
                  <a:path w="2128" h="2128" extrusionOk="0">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 name="Google Shape;34;p2"/>
              <p:cNvSpPr/>
              <p:nvPr/>
            </p:nvSpPr>
            <p:spPr>
              <a:xfrm>
                <a:off x="713225"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5" name="Google Shape;35;p2"/>
            <p:cNvGrpSpPr/>
            <p:nvPr/>
          </p:nvGrpSpPr>
          <p:grpSpPr>
            <a:xfrm>
              <a:off x="713225" y="4468725"/>
              <a:ext cx="1034975" cy="53225"/>
              <a:chOff x="713225" y="4468725"/>
              <a:chExt cx="1034975" cy="53225"/>
            </a:xfrm>
          </p:grpSpPr>
          <p:sp>
            <p:nvSpPr>
              <p:cNvPr id="36" name="Google Shape;36;p2"/>
              <p:cNvSpPr/>
              <p:nvPr/>
            </p:nvSpPr>
            <p:spPr>
              <a:xfrm>
                <a:off x="1695000" y="4468725"/>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 name="Google Shape;37;p2"/>
              <p:cNvSpPr/>
              <p:nvPr/>
            </p:nvSpPr>
            <p:spPr>
              <a:xfrm>
                <a:off x="1564300"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 name="Google Shape;38;p2"/>
              <p:cNvSpPr/>
              <p:nvPr/>
            </p:nvSpPr>
            <p:spPr>
              <a:xfrm>
                <a:off x="1406225" y="4468725"/>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 name="Google Shape;39;p2"/>
              <p:cNvSpPr/>
              <p:nvPr/>
            </p:nvSpPr>
            <p:spPr>
              <a:xfrm>
                <a:off x="12747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 name="Google Shape;40;p2"/>
              <p:cNvSpPr/>
              <p:nvPr/>
            </p:nvSpPr>
            <p:spPr>
              <a:xfrm>
                <a:off x="1126600" y="4468725"/>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 name="Google Shape;41;p2"/>
              <p:cNvSpPr/>
              <p:nvPr/>
            </p:nvSpPr>
            <p:spPr>
              <a:xfrm>
                <a:off x="9943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2" name="Google Shape;42;p2"/>
              <p:cNvSpPr/>
              <p:nvPr/>
            </p:nvSpPr>
            <p:spPr>
              <a:xfrm>
                <a:off x="843925" y="4468725"/>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 name="Google Shape;43;p2"/>
              <p:cNvSpPr/>
              <p:nvPr/>
            </p:nvSpPr>
            <p:spPr>
              <a:xfrm>
                <a:off x="713225"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4" name="Google Shape;44;p2"/>
            <p:cNvGrpSpPr/>
            <p:nvPr/>
          </p:nvGrpSpPr>
          <p:grpSpPr>
            <a:xfrm>
              <a:off x="713225" y="4359300"/>
              <a:ext cx="1034975" cy="53225"/>
              <a:chOff x="713225" y="4359300"/>
              <a:chExt cx="1034975" cy="53225"/>
            </a:xfrm>
          </p:grpSpPr>
          <p:sp>
            <p:nvSpPr>
              <p:cNvPr id="45" name="Google Shape;45;p2"/>
              <p:cNvSpPr/>
              <p:nvPr/>
            </p:nvSpPr>
            <p:spPr>
              <a:xfrm>
                <a:off x="1695000" y="4359300"/>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 name="Google Shape;46;p2"/>
              <p:cNvSpPr/>
              <p:nvPr/>
            </p:nvSpPr>
            <p:spPr>
              <a:xfrm>
                <a:off x="1564300"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 name="Google Shape;47;p2"/>
              <p:cNvSpPr/>
              <p:nvPr/>
            </p:nvSpPr>
            <p:spPr>
              <a:xfrm>
                <a:off x="1406225" y="435930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 name="Google Shape;48;p2"/>
              <p:cNvSpPr/>
              <p:nvPr/>
            </p:nvSpPr>
            <p:spPr>
              <a:xfrm>
                <a:off x="12747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 name="Google Shape;49;p2"/>
              <p:cNvSpPr/>
              <p:nvPr/>
            </p:nvSpPr>
            <p:spPr>
              <a:xfrm>
                <a:off x="1126600" y="4359300"/>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 name="Google Shape;50;p2"/>
              <p:cNvSpPr/>
              <p:nvPr/>
            </p:nvSpPr>
            <p:spPr>
              <a:xfrm>
                <a:off x="9943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 name="Google Shape;51;p2"/>
              <p:cNvSpPr/>
              <p:nvPr/>
            </p:nvSpPr>
            <p:spPr>
              <a:xfrm>
                <a:off x="843925" y="4359300"/>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 name="Google Shape;52;p2"/>
              <p:cNvSpPr/>
              <p:nvPr/>
            </p:nvSpPr>
            <p:spPr>
              <a:xfrm>
                <a:off x="713225"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3" name="Google Shape;53;p2"/>
            <p:cNvGrpSpPr/>
            <p:nvPr/>
          </p:nvGrpSpPr>
          <p:grpSpPr>
            <a:xfrm>
              <a:off x="713225" y="4249875"/>
              <a:ext cx="1034975" cy="53225"/>
              <a:chOff x="713225" y="4249875"/>
              <a:chExt cx="1034975" cy="53225"/>
            </a:xfrm>
          </p:grpSpPr>
          <p:sp>
            <p:nvSpPr>
              <p:cNvPr id="54" name="Google Shape;54;p2"/>
              <p:cNvSpPr/>
              <p:nvPr/>
            </p:nvSpPr>
            <p:spPr>
              <a:xfrm>
                <a:off x="1695000" y="4249875"/>
                <a:ext cx="53200" cy="53225"/>
              </a:xfrm>
              <a:custGeom>
                <a:avLst/>
                <a:gdLst/>
                <a:ahLst/>
                <a:cxnLst/>
                <a:rect l="l" t="t" r="r" b="b"/>
                <a:pathLst>
                  <a:path w="2128" h="2129" extrusionOk="0">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 name="Google Shape;55;p2"/>
              <p:cNvSpPr/>
              <p:nvPr/>
            </p:nvSpPr>
            <p:spPr>
              <a:xfrm>
                <a:off x="1564300"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 name="Google Shape;56;p2"/>
              <p:cNvSpPr/>
              <p:nvPr/>
            </p:nvSpPr>
            <p:spPr>
              <a:xfrm>
                <a:off x="1406225" y="4249875"/>
                <a:ext cx="53225" cy="53225"/>
              </a:xfrm>
              <a:custGeom>
                <a:avLst/>
                <a:gdLst/>
                <a:ahLst/>
                <a:cxnLst/>
                <a:rect l="l" t="t" r="r" b="b"/>
                <a:pathLst>
                  <a:path w="2129" h="2129" extrusionOk="0">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 name="Google Shape;57;p2"/>
              <p:cNvSpPr/>
              <p:nvPr/>
            </p:nvSpPr>
            <p:spPr>
              <a:xfrm>
                <a:off x="12747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 name="Google Shape;58;p2"/>
              <p:cNvSpPr/>
              <p:nvPr/>
            </p:nvSpPr>
            <p:spPr>
              <a:xfrm>
                <a:off x="1126600" y="4249875"/>
                <a:ext cx="52450" cy="53225"/>
              </a:xfrm>
              <a:custGeom>
                <a:avLst/>
                <a:gdLst/>
                <a:ahLst/>
                <a:cxnLst/>
                <a:rect l="l" t="t" r="r" b="b"/>
                <a:pathLst>
                  <a:path w="2098" h="2129" extrusionOk="0">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 name="Google Shape;59;p2"/>
              <p:cNvSpPr/>
              <p:nvPr/>
            </p:nvSpPr>
            <p:spPr>
              <a:xfrm>
                <a:off x="9943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 name="Google Shape;60;p2"/>
              <p:cNvSpPr/>
              <p:nvPr/>
            </p:nvSpPr>
            <p:spPr>
              <a:xfrm>
                <a:off x="843925" y="4249875"/>
                <a:ext cx="53200" cy="53225"/>
              </a:xfrm>
              <a:custGeom>
                <a:avLst/>
                <a:gdLst/>
                <a:ahLst/>
                <a:cxnLst/>
                <a:rect l="l" t="t" r="r" b="b"/>
                <a:pathLst>
                  <a:path w="2128" h="2129" extrusionOk="0">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 name="Google Shape;61;p2"/>
              <p:cNvSpPr/>
              <p:nvPr/>
            </p:nvSpPr>
            <p:spPr>
              <a:xfrm>
                <a:off x="713225"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62" name="Google Shape;62;p2"/>
          <p:cNvSpPr txBox="1">
            <a:spLocks noGrp="1"/>
          </p:cNvSpPr>
          <p:nvPr>
            <p:ph type="ctrTitle"/>
          </p:nvPr>
        </p:nvSpPr>
        <p:spPr>
          <a:xfrm>
            <a:off x="938200" y="2522265"/>
            <a:ext cx="10315600" cy="1348800"/>
          </a:xfrm>
          <a:prstGeom prst="rect">
            <a:avLst/>
          </a:prstGeom>
        </p:spPr>
        <p:txBody>
          <a:bodyPr spcFirstLastPara="1" wrap="square" lIns="0" tIns="0" rIns="0" bIns="0" anchor="b" anchorCtr="0">
            <a:noAutofit/>
          </a:bodyPr>
          <a:lstStyle>
            <a:lvl1pPr lvl="0" algn="ctr">
              <a:spcBef>
                <a:spcPts val="0"/>
              </a:spcBef>
              <a:spcAft>
                <a:spcPts val="0"/>
              </a:spcAft>
              <a:buSzPts val="5200"/>
              <a:buNone/>
              <a:defRPr sz="6667"/>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63" name="Google Shape;63;p2"/>
          <p:cNvSpPr txBox="1">
            <a:spLocks noGrp="1"/>
          </p:cNvSpPr>
          <p:nvPr>
            <p:ph type="subTitle" idx="1"/>
          </p:nvPr>
        </p:nvSpPr>
        <p:spPr>
          <a:xfrm>
            <a:off x="938800" y="3889248"/>
            <a:ext cx="10314400" cy="439200"/>
          </a:xfrm>
          <a:prstGeom prst="rect">
            <a:avLst/>
          </a:prstGeom>
        </p:spPr>
        <p:txBody>
          <a:bodyPr spcFirstLastPara="1" wrap="square" lIns="0" tIns="0" rIns="0" bIns="0" anchor="t" anchorCtr="0">
            <a:noAutofit/>
          </a:bodyPr>
          <a:lstStyle>
            <a:lvl1pPr lvl="0" algn="ctr">
              <a:lnSpc>
                <a:spcPct val="100000"/>
              </a:lnSpc>
              <a:spcBef>
                <a:spcPts val="0"/>
              </a:spcBef>
              <a:spcAft>
                <a:spcPts val="0"/>
              </a:spcAft>
              <a:buSzPts val="2800"/>
              <a:buNone/>
              <a:defRPr sz="21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US"/>
              <a:t>Click to edit Master subtitle style</a:t>
            </a:r>
            <a:endParaRPr/>
          </a:p>
        </p:txBody>
      </p:sp>
    </p:spTree>
    <p:extLst>
      <p:ext uri="{BB962C8B-B14F-4D97-AF65-F5344CB8AC3E}">
        <p14:creationId xmlns:p14="http://schemas.microsoft.com/office/powerpoint/2010/main" val="383467179"/>
      </p:ext>
    </p:extLst>
  </p:cSld>
  <p:clrMapOvr>
    <a:masterClrMapping/>
  </p:clrMapOvr>
  <p:hf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64"/>
        <p:cNvGrpSpPr/>
        <p:nvPr/>
      </p:nvGrpSpPr>
      <p:grpSpPr>
        <a:xfrm>
          <a:off x="0" y="0"/>
          <a:ext cx="0" cy="0"/>
          <a:chOff x="0" y="0"/>
          <a:chExt cx="0" cy="0"/>
        </a:xfrm>
      </p:grpSpPr>
      <p:sp>
        <p:nvSpPr>
          <p:cNvPr id="65" name="Google Shape;65;p3"/>
          <p:cNvSpPr/>
          <p:nvPr/>
        </p:nvSpPr>
        <p:spPr>
          <a:xfrm>
            <a:off x="-91667" y="1686733"/>
            <a:ext cx="1647336" cy="3296985"/>
          </a:xfrm>
          <a:custGeom>
            <a:avLst/>
            <a:gdLst/>
            <a:ahLst/>
            <a:cxnLst/>
            <a:rect l="l" t="t" r="r" b="b"/>
            <a:pathLst>
              <a:path w="21369" h="42768" extrusionOk="0">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66" name="Google Shape;66;p3"/>
          <p:cNvSpPr/>
          <p:nvPr/>
        </p:nvSpPr>
        <p:spPr>
          <a:xfrm>
            <a:off x="262177" y="1686733"/>
            <a:ext cx="1649727" cy="3296985"/>
          </a:xfrm>
          <a:custGeom>
            <a:avLst/>
            <a:gdLst/>
            <a:ahLst/>
            <a:cxnLst/>
            <a:rect l="l" t="t" r="r" b="b"/>
            <a:pathLst>
              <a:path w="21400" h="42768" fill="none" extrusionOk="0">
                <a:moveTo>
                  <a:pt x="0" y="1"/>
                </a:moveTo>
                <a:lnTo>
                  <a:pt x="0" y="42767"/>
                </a:lnTo>
                <a:cubicBezTo>
                  <a:pt x="11824" y="42767"/>
                  <a:pt x="21399" y="33193"/>
                  <a:pt x="21399" y="21399"/>
                </a:cubicBezTo>
                <a:cubicBezTo>
                  <a:pt x="21399" y="9575"/>
                  <a:pt x="11824" y="1"/>
                  <a:pt x="0" y="1"/>
                </a:cubicBezTo>
                <a:close/>
              </a:path>
            </a:pathLst>
          </a:custGeom>
          <a:noFill/>
          <a:ln w="19000" cap="flat" cmpd="sng">
            <a:solidFill>
              <a:schemeClr val="accent4"/>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67" name="Google Shape;67;p3"/>
          <p:cNvGrpSpPr/>
          <p:nvPr/>
        </p:nvGrpSpPr>
        <p:grpSpPr>
          <a:xfrm>
            <a:off x="1162183" y="3310421"/>
            <a:ext cx="1822211" cy="283257"/>
            <a:chOff x="713225" y="4468250"/>
            <a:chExt cx="1036525" cy="161125"/>
          </a:xfrm>
        </p:grpSpPr>
        <p:sp>
          <p:nvSpPr>
            <p:cNvPr id="68" name="Google Shape;68;p3"/>
            <p:cNvSpPr/>
            <p:nvPr/>
          </p:nvSpPr>
          <p:spPr>
            <a:xfrm>
              <a:off x="16965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 name="Google Shape;69;p3"/>
            <p:cNvSpPr/>
            <p:nvPr/>
          </p:nvSpPr>
          <p:spPr>
            <a:xfrm>
              <a:off x="1565825" y="4576150"/>
              <a:ext cx="53225" cy="53225"/>
            </a:xfrm>
            <a:custGeom>
              <a:avLst/>
              <a:gdLst/>
              <a:ahLst/>
              <a:cxnLst/>
              <a:rect l="l" t="t" r="r" b="b"/>
              <a:pathLst>
                <a:path w="2129" h="2129" extrusionOk="0">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 name="Google Shape;70;p3"/>
            <p:cNvSpPr/>
            <p:nvPr/>
          </p:nvSpPr>
          <p:spPr>
            <a:xfrm>
              <a:off x="14070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 name="Google Shape;71;p3"/>
            <p:cNvSpPr/>
            <p:nvPr/>
          </p:nvSpPr>
          <p:spPr>
            <a:xfrm>
              <a:off x="12755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 name="Google Shape;72;p3"/>
            <p:cNvSpPr/>
            <p:nvPr/>
          </p:nvSpPr>
          <p:spPr>
            <a:xfrm>
              <a:off x="1126600" y="4576150"/>
              <a:ext cx="53225" cy="53225"/>
            </a:xfrm>
            <a:custGeom>
              <a:avLst/>
              <a:gdLst/>
              <a:ahLst/>
              <a:cxnLst/>
              <a:rect l="l" t="t" r="r" b="b"/>
              <a:pathLst>
                <a:path w="2129" h="2129" extrusionOk="0">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 name="Google Shape;73;p3"/>
            <p:cNvSpPr/>
            <p:nvPr/>
          </p:nvSpPr>
          <p:spPr>
            <a:xfrm>
              <a:off x="9959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 name="Google Shape;74;p3"/>
            <p:cNvSpPr/>
            <p:nvPr/>
          </p:nvSpPr>
          <p:spPr>
            <a:xfrm>
              <a:off x="8454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5" name="Google Shape;75;p3"/>
            <p:cNvSpPr/>
            <p:nvPr/>
          </p:nvSpPr>
          <p:spPr>
            <a:xfrm>
              <a:off x="7132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 name="Google Shape;76;p3"/>
            <p:cNvSpPr/>
            <p:nvPr/>
          </p:nvSpPr>
          <p:spPr>
            <a:xfrm>
              <a:off x="16965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 name="Google Shape;77;p3"/>
            <p:cNvSpPr/>
            <p:nvPr/>
          </p:nvSpPr>
          <p:spPr>
            <a:xfrm>
              <a:off x="1565825" y="4468250"/>
              <a:ext cx="53225" cy="53225"/>
            </a:xfrm>
            <a:custGeom>
              <a:avLst/>
              <a:gdLst/>
              <a:ahLst/>
              <a:cxnLst/>
              <a:rect l="l" t="t" r="r" b="b"/>
              <a:pathLst>
                <a:path w="2129" h="2129" extrusionOk="0">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8" name="Google Shape;78;p3"/>
            <p:cNvSpPr/>
            <p:nvPr/>
          </p:nvSpPr>
          <p:spPr>
            <a:xfrm>
              <a:off x="14070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 name="Google Shape;79;p3"/>
            <p:cNvSpPr/>
            <p:nvPr/>
          </p:nvSpPr>
          <p:spPr>
            <a:xfrm>
              <a:off x="12755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 name="Google Shape;80;p3"/>
            <p:cNvSpPr/>
            <p:nvPr/>
          </p:nvSpPr>
          <p:spPr>
            <a:xfrm>
              <a:off x="1126600" y="446825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 name="Google Shape;81;p3"/>
            <p:cNvSpPr/>
            <p:nvPr/>
          </p:nvSpPr>
          <p:spPr>
            <a:xfrm>
              <a:off x="9959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 name="Google Shape;82;p3"/>
            <p:cNvSpPr/>
            <p:nvPr/>
          </p:nvSpPr>
          <p:spPr>
            <a:xfrm>
              <a:off x="8454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 name="Google Shape;83;p3"/>
            <p:cNvSpPr/>
            <p:nvPr/>
          </p:nvSpPr>
          <p:spPr>
            <a:xfrm>
              <a:off x="7132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84" name="Google Shape;84;p3"/>
          <p:cNvSpPr txBox="1">
            <a:spLocks noGrp="1"/>
          </p:cNvSpPr>
          <p:nvPr>
            <p:ph type="title"/>
          </p:nvPr>
        </p:nvSpPr>
        <p:spPr>
          <a:xfrm>
            <a:off x="415600" y="2867800"/>
            <a:ext cx="11360800" cy="1122400"/>
          </a:xfrm>
          <a:prstGeom prst="rect">
            <a:avLst/>
          </a:prstGeom>
        </p:spPr>
        <p:txBody>
          <a:bodyPr spcFirstLastPara="1" wrap="square" lIns="0" tIns="0" rIns="0" bIns="0" anchor="ctr" anchorCtr="0">
            <a:no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Tree>
    <p:extLst>
      <p:ext uri="{BB962C8B-B14F-4D97-AF65-F5344CB8AC3E}">
        <p14:creationId xmlns:p14="http://schemas.microsoft.com/office/powerpoint/2010/main" val="3400084033"/>
      </p:ext>
    </p:extLst>
  </p:cSld>
  <p:clrMapOvr>
    <a:masterClrMapping/>
  </p:clrMapOvr>
  <p:hf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85"/>
        <p:cNvGrpSpPr/>
        <p:nvPr/>
      </p:nvGrpSpPr>
      <p:grpSpPr>
        <a:xfrm>
          <a:off x="0" y="0"/>
          <a:ext cx="0" cy="0"/>
          <a:chOff x="0" y="0"/>
          <a:chExt cx="0" cy="0"/>
        </a:xfrm>
      </p:grpSpPr>
      <p:sp>
        <p:nvSpPr>
          <p:cNvPr id="86" name="Google Shape;86;p4"/>
          <p:cNvSpPr txBox="1">
            <a:spLocks noGrp="1"/>
          </p:cNvSpPr>
          <p:nvPr>
            <p:ph type="title"/>
          </p:nvPr>
        </p:nvSpPr>
        <p:spPr>
          <a:xfrm>
            <a:off x="950967" y="609600"/>
            <a:ext cx="10290400" cy="853600"/>
          </a:xfrm>
          <a:prstGeom prst="rect">
            <a:avLst/>
          </a:prstGeom>
        </p:spPr>
        <p:txBody>
          <a:bodyPr spcFirstLastPara="1" wrap="square" lIns="0" tIns="0" rIns="0" bIns="0" anchor="t" anchorCtr="0">
            <a:noAutofit/>
          </a:bodyPr>
          <a:lstStyle>
            <a:lvl1pPr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grpSp>
        <p:nvGrpSpPr>
          <p:cNvPr id="87" name="Google Shape;87;p4"/>
          <p:cNvGrpSpPr/>
          <p:nvPr/>
        </p:nvGrpSpPr>
        <p:grpSpPr>
          <a:xfrm>
            <a:off x="165159" y="4780556"/>
            <a:ext cx="785800" cy="1352025"/>
            <a:chOff x="832925" y="1132500"/>
            <a:chExt cx="376125" cy="647150"/>
          </a:xfrm>
        </p:grpSpPr>
        <p:sp>
          <p:nvSpPr>
            <p:cNvPr id="88" name="Google Shape;88;p4"/>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 name="Google Shape;89;p4"/>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 name="Google Shape;90;p4"/>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 name="Google Shape;91;p4"/>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 name="Google Shape;92;p4"/>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 name="Google Shape;93;p4"/>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 name="Google Shape;94;p4"/>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 name="Google Shape;95;p4"/>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 name="Google Shape;96;p4"/>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 name="Google Shape;97;p4"/>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98" name="Google Shape;98;p4"/>
          <p:cNvGrpSpPr/>
          <p:nvPr/>
        </p:nvGrpSpPr>
        <p:grpSpPr>
          <a:xfrm>
            <a:off x="11241025" y="719322"/>
            <a:ext cx="785800" cy="1352025"/>
            <a:chOff x="832925" y="1132500"/>
            <a:chExt cx="376125" cy="647150"/>
          </a:xfrm>
        </p:grpSpPr>
        <p:sp>
          <p:nvSpPr>
            <p:cNvPr id="99" name="Google Shape;99;p4"/>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 name="Google Shape;100;p4"/>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 name="Google Shape;101;p4"/>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 name="Google Shape;102;p4"/>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 name="Google Shape;103;p4"/>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 name="Google Shape;104;p4"/>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 name="Google Shape;105;p4"/>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 name="Google Shape;106;p4"/>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 name="Google Shape;107;p4"/>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 name="Google Shape;108;p4"/>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09" name="Google Shape;109;p4"/>
          <p:cNvSpPr txBox="1">
            <a:spLocks noGrp="1"/>
          </p:cNvSpPr>
          <p:nvPr>
            <p:ph type="subTitle" idx="1"/>
          </p:nvPr>
        </p:nvSpPr>
        <p:spPr>
          <a:xfrm>
            <a:off x="950967" y="1706868"/>
            <a:ext cx="10290400" cy="4680800"/>
          </a:xfrm>
          <a:prstGeom prst="rect">
            <a:avLst/>
          </a:prstGeom>
        </p:spPr>
        <p:txBody>
          <a:bodyPr spcFirstLastPara="1" wrap="square" lIns="0" tIns="0" rIns="0" bIns="0" anchor="t" anchorCtr="0">
            <a:noAutofit/>
          </a:bodyPr>
          <a:lstStyle>
            <a:lvl1pPr lvl="0" rtl="0">
              <a:spcBef>
                <a:spcPts val="0"/>
              </a:spcBef>
              <a:spcAft>
                <a:spcPts val="0"/>
              </a:spcAft>
              <a:buSzPts val="1400"/>
              <a:buFont typeface="Arial"/>
              <a:buChar char="●"/>
              <a:defRPr sz="1600">
                <a:solidFill>
                  <a:schemeClr val="accent4"/>
                </a:solidFill>
              </a:defRPr>
            </a:lvl1pPr>
            <a:lvl2pPr lvl="1" rtl="0">
              <a:spcBef>
                <a:spcPts val="0"/>
              </a:spcBef>
              <a:spcAft>
                <a:spcPts val="0"/>
              </a:spcAft>
              <a:buClr>
                <a:schemeClr val="dk1"/>
              </a:buClr>
              <a:buSzPts val="1400"/>
              <a:buChar char="○"/>
              <a:defRPr>
                <a:latin typeface="Lato"/>
                <a:ea typeface="Lato"/>
                <a:cs typeface="Lato"/>
                <a:sym typeface="Lato"/>
              </a:defRPr>
            </a:lvl2pPr>
            <a:lvl3pPr lvl="2" rtl="0">
              <a:spcBef>
                <a:spcPts val="0"/>
              </a:spcBef>
              <a:spcAft>
                <a:spcPts val="0"/>
              </a:spcAft>
              <a:buClr>
                <a:schemeClr val="dk1"/>
              </a:buClr>
              <a:buSzPts val="1400"/>
              <a:buChar char="■"/>
              <a:defRPr>
                <a:latin typeface="Lato"/>
                <a:ea typeface="Lato"/>
                <a:cs typeface="Lato"/>
                <a:sym typeface="Lato"/>
              </a:defRPr>
            </a:lvl3pPr>
            <a:lvl4pPr lvl="3" rtl="0">
              <a:spcBef>
                <a:spcPts val="0"/>
              </a:spcBef>
              <a:spcAft>
                <a:spcPts val="0"/>
              </a:spcAft>
              <a:buClr>
                <a:schemeClr val="dk1"/>
              </a:buClr>
              <a:buSzPts val="1400"/>
              <a:buChar char="●"/>
              <a:defRPr>
                <a:latin typeface="Lato"/>
                <a:ea typeface="Lato"/>
                <a:cs typeface="Lato"/>
                <a:sym typeface="Lato"/>
              </a:defRPr>
            </a:lvl4pPr>
            <a:lvl5pPr lvl="4" rtl="0">
              <a:spcBef>
                <a:spcPts val="0"/>
              </a:spcBef>
              <a:spcAft>
                <a:spcPts val="0"/>
              </a:spcAft>
              <a:buClr>
                <a:schemeClr val="dk1"/>
              </a:buClr>
              <a:buSzPts val="1400"/>
              <a:buChar char="○"/>
              <a:defRPr>
                <a:latin typeface="Lato"/>
                <a:ea typeface="Lato"/>
                <a:cs typeface="Lato"/>
                <a:sym typeface="Lato"/>
              </a:defRPr>
            </a:lvl5pPr>
            <a:lvl6pPr lvl="5" rtl="0">
              <a:spcBef>
                <a:spcPts val="0"/>
              </a:spcBef>
              <a:spcAft>
                <a:spcPts val="0"/>
              </a:spcAft>
              <a:buClr>
                <a:schemeClr val="dk1"/>
              </a:buClr>
              <a:buSzPts val="1400"/>
              <a:buChar char="■"/>
              <a:defRPr>
                <a:latin typeface="Lato"/>
                <a:ea typeface="Lato"/>
                <a:cs typeface="Lato"/>
                <a:sym typeface="Lato"/>
              </a:defRPr>
            </a:lvl6pPr>
            <a:lvl7pPr lvl="6" rtl="0">
              <a:spcBef>
                <a:spcPts val="0"/>
              </a:spcBef>
              <a:spcAft>
                <a:spcPts val="0"/>
              </a:spcAft>
              <a:buClr>
                <a:schemeClr val="dk1"/>
              </a:buClr>
              <a:buSzPts val="1400"/>
              <a:buChar char="●"/>
              <a:defRPr>
                <a:latin typeface="Lato"/>
                <a:ea typeface="Lato"/>
                <a:cs typeface="Lato"/>
                <a:sym typeface="Lato"/>
              </a:defRPr>
            </a:lvl7pPr>
            <a:lvl8pPr lvl="7" rtl="0">
              <a:spcBef>
                <a:spcPts val="0"/>
              </a:spcBef>
              <a:spcAft>
                <a:spcPts val="0"/>
              </a:spcAft>
              <a:buClr>
                <a:schemeClr val="dk1"/>
              </a:buClr>
              <a:buSzPts val="1400"/>
              <a:buChar char="○"/>
              <a:defRPr>
                <a:latin typeface="Lato"/>
                <a:ea typeface="Lato"/>
                <a:cs typeface="Lato"/>
                <a:sym typeface="Lato"/>
              </a:defRPr>
            </a:lvl8pPr>
            <a:lvl9pPr lvl="8" rtl="0">
              <a:spcBef>
                <a:spcPts val="0"/>
              </a:spcBef>
              <a:spcAft>
                <a:spcPts val="0"/>
              </a:spcAft>
              <a:buClr>
                <a:schemeClr val="dk1"/>
              </a:buClr>
              <a:buSzPts val="1400"/>
              <a:buChar char="■"/>
              <a:defRPr>
                <a:latin typeface="Lato"/>
                <a:ea typeface="Lato"/>
                <a:cs typeface="Lato"/>
                <a:sym typeface="Lato"/>
              </a:defRPr>
            </a:lvl9pPr>
          </a:lstStyle>
          <a:p>
            <a:r>
              <a:rPr lang="en-US"/>
              <a:t>Click to edit Master subtitle style</a:t>
            </a:r>
            <a:endParaRPr/>
          </a:p>
        </p:txBody>
      </p:sp>
    </p:spTree>
    <p:extLst>
      <p:ext uri="{BB962C8B-B14F-4D97-AF65-F5344CB8AC3E}">
        <p14:creationId xmlns:p14="http://schemas.microsoft.com/office/powerpoint/2010/main" val="3618264623"/>
      </p:ext>
    </p:extLst>
  </p:cSld>
  <p:clrMapOvr>
    <a:masterClrMapping/>
  </p:clrMapOvr>
  <p:hf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10"/>
        <p:cNvGrpSpPr/>
        <p:nvPr/>
      </p:nvGrpSpPr>
      <p:grpSpPr>
        <a:xfrm>
          <a:off x="0" y="0"/>
          <a:ext cx="0" cy="0"/>
          <a:chOff x="0" y="0"/>
          <a:chExt cx="0" cy="0"/>
        </a:xfrm>
      </p:grpSpPr>
      <p:sp>
        <p:nvSpPr>
          <p:cNvPr id="111" name="Google Shape;111;p5"/>
          <p:cNvSpPr txBox="1">
            <a:spLocks noGrp="1"/>
          </p:cNvSpPr>
          <p:nvPr>
            <p:ph type="title"/>
          </p:nvPr>
        </p:nvSpPr>
        <p:spPr>
          <a:xfrm>
            <a:off x="950967" y="609600"/>
            <a:ext cx="10290000" cy="853600"/>
          </a:xfrm>
          <a:prstGeom prst="rect">
            <a:avLst/>
          </a:prstGeom>
        </p:spPr>
        <p:txBody>
          <a:bodyPr spcFirstLastPara="1" wrap="square" lIns="0" tIns="0" rIns="0" bIns="0" anchor="t" anchorCtr="0">
            <a:noAutofit/>
          </a:bodyPr>
          <a:lstStyle>
            <a:lvl1pPr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12" name="Google Shape;112;p5"/>
          <p:cNvSpPr txBox="1">
            <a:spLocks noGrp="1"/>
          </p:cNvSpPr>
          <p:nvPr>
            <p:ph type="subTitle" idx="1"/>
          </p:nvPr>
        </p:nvSpPr>
        <p:spPr>
          <a:xfrm>
            <a:off x="950967" y="1706880"/>
            <a:ext cx="3048000" cy="590400"/>
          </a:xfrm>
          <a:prstGeom prst="rect">
            <a:avLst/>
          </a:prstGeom>
        </p:spPr>
        <p:txBody>
          <a:bodyPr spcFirstLastPara="1" wrap="square" lIns="0" tIns="0" rIns="0" bIns="0" anchor="b" anchorCtr="0">
            <a:noAutofit/>
          </a:bodyPr>
          <a:lstStyle>
            <a:lvl1pPr lvl="0"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113" name="Google Shape;113;p5"/>
          <p:cNvSpPr txBox="1">
            <a:spLocks noGrp="1"/>
          </p:cNvSpPr>
          <p:nvPr>
            <p:ph type="subTitle" idx="2"/>
          </p:nvPr>
        </p:nvSpPr>
        <p:spPr>
          <a:xfrm>
            <a:off x="950967" y="2455924"/>
            <a:ext cx="3048000" cy="12468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114" name="Google Shape;114;p5"/>
          <p:cNvSpPr txBox="1">
            <a:spLocks noGrp="1"/>
          </p:cNvSpPr>
          <p:nvPr>
            <p:ph type="subTitle" idx="3"/>
          </p:nvPr>
        </p:nvSpPr>
        <p:spPr>
          <a:xfrm>
            <a:off x="8192967" y="1706880"/>
            <a:ext cx="3048000" cy="590400"/>
          </a:xfrm>
          <a:prstGeom prst="rect">
            <a:avLst/>
          </a:prstGeom>
        </p:spPr>
        <p:txBody>
          <a:bodyPr spcFirstLastPara="1" wrap="square" lIns="0" tIns="0" rIns="0" bIns="0" anchor="b" anchorCtr="0">
            <a:noAutofit/>
          </a:bodyPr>
          <a:lstStyle>
            <a:lvl1pPr lvl="0" algn="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115" name="Google Shape;115;p5"/>
          <p:cNvSpPr txBox="1">
            <a:spLocks noGrp="1"/>
          </p:cNvSpPr>
          <p:nvPr>
            <p:ph type="subTitle" idx="4"/>
          </p:nvPr>
        </p:nvSpPr>
        <p:spPr>
          <a:xfrm>
            <a:off x="8192967" y="2455924"/>
            <a:ext cx="3048000" cy="1246800"/>
          </a:xfrm>
          <a:prstGeom prst="rect">
            <a:avLst/>
          </a:prstGeom>
        </p:spPr>
        <p:txBody>
          <a:bodyPr spcFirstLastPara="1" wrap="square" lIns="0" tIns="0" rIns="0" bIns="0" anchor="t" anchorCtr="0">
            <a:noAutofit/>
          </a:bodyPr>
          <a:lstStyle>
            <a:lvl1pPr lvl="0" algn="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116" name="Google Shape;116;p5"/>
          <p:cNvSpPr/>
          <p:nvPr/>
        </p:nvSpPr>
        <p:spPr>
          <a:xfrm>
            <a:off x="9194334" y="5754601"/>
            <a:ext cx="2046700" cy="131767"/>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17" name="Google Shape;117;p5"/>
          <p:cNvSpPr/>
          <p:nvPr/>
        </p:nvSpPr>
        <p:spPr>
          <a:xfrm>
            <a:off x="9194334" y="6000801"/>
            <a:ext cx="2046700" cy="131767"/>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18" name="Google Shape;118;p5"/>
          <p:cNvGrpSpPr/>
          <p:nvPr/>
        </p:nvGrpSpPr>
        <p:grpSpPr>
          <a:xfrm>
            <a:off x="950968" y="5897201"/>
            <a:ext cx="1382033" cy="214833"/>
            <a:chOff x="713225" y="4468250"/>
            <a:chExt cx="1036525" cy="161125"/>
          </a:xfrm>
        </p:grpSpPr>
        <p:sp>
          <p:nvSpPr>
            <p:cNvPr id="119" name="Google Shape;119;p5"/>
            <p:cNvSpPr/>
            <p:nvPr/>
          </p:nvSpPr>
          <p:spPr>
            <a:xfrm>
              <a:off x="16965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0" name="Google Shape;120;p5"/>
            <p:cNvSpPr/>
            <p:nvPr/>
          </p:nvSpPr>
          <p:spPr>
            <a:xfrm>
              <a:off x="1565825" y="4576150"/>
              <a:ext cx="53225" cy="53225"/>
            </a:xfrm>
            <a:custGeom>
              <a:avLst/>
              <a:gdLst/>
              <a:ahLst/>
              <a:cxnLst/>
              <a:rect l="l" t="t" r="r" b="b"/>
              <a:pathLst>
                <a:path w="2129" h="2129" extrusionOk="0">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1" name="Google Shape;121;p5"/>
            <p:cNvSpPr/>
            <p:nvPr/>
          </p:nvSpPr>
          <p:spPr>
            <a:xfrm>
              <a:off x="14070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2" name="Google Shape;122;p5"/>
            <p:cNvSpPr/>
            <p:nvPr/>
          </p:nvSpPr>
          <p:spPr>
            <a:xfrm>
              <a:off x="12755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3" name="Google Shape;123;p5"/>
            <p:cNvSpPr/>
            <p:nvPr/>
          </p:nvSpPr>
          <p:spPr>
            <a:xfrm>
              <a:off x="1126600" y="4576150"/>
              <a:ext cx="53225" cy="53225"/>
            </a:xfrm>
            <a:custGeom>
              <a:avLst/>
              <a:gdLst/>
              <a:ahLst/>
              <a:cxnLst/>
              <a:rect l="l" t="t" r="r" b="b"/>
              <a:pathLst>
                <a:path w="2129" h="2129" extrusionOk="0">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4" name="Google Shape;124;p5"/>
            <p:cNvSpPr/>
            <p:nvPr/>
          </p:nvSpPr>
          <p:spPr>
            <a:xfrm>
              <a:off x="9959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5" name="Google Shape;125;p5"/>
            <p:cNvSpPr/>
            <p:nvPr/>
          </p:nvSpPr>
          <p:spPr>
            <a:xfrm>
              <a:off x="8454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6" name="Google Shape;126;p5"/>
            <p:cNvSpPr/>
            <p:nvPr/>
          </p:nvSpPr>
          <p:spPr>
            <a:xfrm>
              <a:off x="7132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7" name="Google Shape;127;p5"/>
            <p:cNvSpPr/>
            <p:nvPr/>
          </p:nvSpPr>
          <p:spPr>
            <a:xfrm>
              <a:off x="16965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8" name="Google Shape;128;p5"/>
            <p:cNvSpPr/>
            <p:nvPr/>
          </p:nvSpPr>
          <p:spPr>
            <a:xfrm>
              <a:off x="1565825" y="4468250"/>
              <a:ext cx="53225" cy="53225"/>
            </a:xfrm>
            <a:custGeom>
              <a:avLst/>
              <a:gdLst/>
              <a:ahLst/>
              <a:cxnLst/>
              <a:rect l="l" t="t" r="r" b="b"/>
              <a:pathLst>
                <a:path w="2129" h="2129" extrusionOk="0">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29" name="Google Shape;129;p5"/>
            <p:cNvSpPr/>
            <p:nvPr/>
          </p:nvSpPr>
          <p:spPr>
            <a:xfrm>
              <a:off x="14070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0" name="Google Shape;130;p5"/>
            <p:cNvSpPr/>
            <p:nvPr/>
          </p:nvSpPr>
          <p:spPr>
            <a:xfrm>
              <a:off x="12755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1" name="Google Shape;131;p5"/>
            <p:cNvSpPr/>
            <p:nvPr/>
          </p:nvSpPr>
          <p:spPr>
            <a:xfrm>
              <a:off x="1126600" y="446825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2" name="Google Shape;132;p5"/>
            <p:cNvSpPr/>
            <p:nvPr/>
          </p:nvSpPr>
          <p:spPr>
            <a:xfrm>
              <a:off x="9959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3" name="Google Shape;133;p5"/>
            <p:cNvSpPr/>
            <p:nvPr/>
          </p:nvSpPr>
          <p:spPr>
            <a:xfrm>
              <a:off x="8454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4" name="Google Shape;134;p5"/>
            <p:cNvSpPr/>
            <p:nvPr/>
          </p:nvSpPr>
          <p:spPr>
            <a:xfrm>
              <a:off x="7132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35" name="Google Shape;135;p5"/>
          <p:cNvGrpSpPr/>
          <p:nvPr/>
        </p:nvGrpSpPr>
        <p:grpSpPr>
          <a:xfrm>
            <a:off x="-203206" y="3851998"/>
            <a:ext cx="931943" cy="1863757"/>
            <a:chOff x="-152405" y="2888998"/>
            <a:chExt cx="698957" cy="1397818"/>
          </a:xfrm>
        </p:grpSpPr>
        <p:sp>
          <p:nvSpPr>
            <p:cNvPr id="136" name="Google Shape;136;p5"/>
            <p:cNvSpPr/>
            <p:nvPr/>
          </p:nvSpPr>
          <p:spPr>
            <a:xfrm rot="10800000">
              <a:off x="-152405" y="2888998"/>
              <a:ext cx="698957" cy="1397818"/>
            </a:xfrm>
            <a:custGeom>
              <a:avLst/>
              <a:gdLst/>
              <a:ahLst/>
              <a:cxnLst/>
              <a:rect l="l" t="t" r="r" b="b"/>
              <a:pathLst>
                <a:path w="7296" h="14591" fill="none" extrusionOk="0">
                  <a:moveTo>
                    <a:pt x="7295" y="14591"/>
                  </a:moveTo>
                  <a:cubicBezTo>
                    <a:pt x="3283" y="14591"/>
                    <a:pt x="0" y="11308"/>
                    <a:pt x="0" y="7296"/>
                  </a:cubicBezTo>
                  <a:cubicBezTo>
                    <a:pt x="0" y="3253"/>
                    <a:pt x="3283" y="1"/>
                    <a:pt x="7295" y="1"/>
                  </a:cubicBezTo>
                </a:path>
              </a:pathLst>
            </a:custGeom>
            <a:noFill/>
            <a:ln w="190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37" name="Google Shape;137;p5"/>
            <p:cNvSpPr/>
            <p:nvPr/>
          </p:nvSpPr>
          <p:spPr>
            <a:xfrm rot="10800000">
              <a:off x="-126155" y="3087017"/>
              <a:ext cx="503812" cy="1004655"/>
            </a:xfrm>
            <a:custGeom>
              <a:avLst/>
              <a:gdLst/>
              <a:ahLst/>
              <a:cxnLst/>
              <a:rect l="l" t="t" r="r" b="b"/>
              <a:pathLst>
                <a:path w="5259" h="10487" fill="none" extrusionOk="0">
                  <a:moveTo>
                    <a:pt x="5259" y="10487"/>
                  </a:moveTo>
                  <a:cubicBezTo>
                    <a:pt x="2371" y="10487"/>
                    <a:pt x="0" y="8146"/>
                    <a:pt x="0" y="5259"/>
                  </a:cubicBezTo>
                  <a:cubicBezTo>
                    <a:pt x="0" y="2371"/>
                    <a:pt x="2371" y="0"/>
                    <a:pt x="5259" y="0"/>
                  </a:cubicBezTo>
                </a:path>
              </a:pathLst>
            </a:custGeom>
            <a:noFill/>
            <a:ln w="190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51004719"/>
      </p:ext>
    </p:extLst>
  </p:cSld>
  <p:clrMapOvr>
    <a:masterClrMapping/>
  </p:clrMapOvr>
  <p:hf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950967" y="609600"/>
            <a:ext cx="10290000" cy="853600"/>
          </a:xfrm>
          <a:prstGeom prst="rect">
            <a:avLst/>
          </a:prstGeom>
        </p:spPr>
        <p:txBody>
          <a:bodyPr spcFirstLastPara="1" wrap="square" lIns="0" tIns="0" rIns="0" bIns="0" anchor="t" anchorCtr="0">
            <a:noAutofit/>
          </a:bodyPr>
          <a:lstStyle>
            <a:lvl1pPr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grpSp>
        <p:nvGrpSpPr>
          <p:cNvPr id="140" name="Google Shape;140;p6"/>
          <p:cNvGrpSpPr/>
          <p:nvPr/>
        </p:nvGrpSpPr>
        <p:grpSpPr>
          <a:xfrm>
            <a:off x="558075" y="238456"/>
            <a:ext cx="785800" cy="1352025"/>
            <a:chOff x="832925" y="1132500"/>
            <a:chExt cx="376125" cy="647150"/>
          </a:xfrm>
        </p:grpSpPr>
        <p:sp>
          <p:nvSpPr>
            <p:cNvPr id="141" name="Google Shape;141;p6"/>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2" name="Google Shape;142;p6"/>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3" name="Google Shape;143;p6"/>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4" name="Google Shape;144;p6"/>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5" name="Google Shape;145;p6"/>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6" name="Google Shape;146;p6"/>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7" name="Google Shape;147;p6"/>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8" name="Google Shape;148;p6"/>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49" name="Google Shape;149;p6"/>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0" name="Google Shape;150;p6"/>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51" name="Google Shape;151;p6"/>
          <p:cNvGrpSpPr/>
          <p:nvPr/>
        </p:nvGrpSpPr>
        <p:grpSpPr>
          <a:xfrm>
            <a:off x="10848141" y="5456556"/>
            <a:ext cx="785800" cy="1352025"/>
            <a:chOff x="832925" y="1132500"/>
            <a:chExt cx="376125" cy="647150"/>
          </a:xfrm>
        </p:grpSpPr>
        <p:sp>
          <p:nvSpPr>
            <p:cNvPr id="152" name="Google Shape;152;p6"/>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3" name="Google Shape;153;p6"/>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4" name="Google Shape;154;p6"/>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5" name="Google Shape;155;p6"/>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6" name="Google Shape;156;p6"/>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7" name="Google Shape;157;p6"/>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8" name="Google Shape;158;p6"/>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59" name="Google Shape;159;p6"/>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0" name="Google Shape;160;p6"/>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61" name="Google Shape;161;p6"/>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339730956"/>
      </p:ext>
    </p:extLst>
  </p:cSld>
  <p:clrMapOvr>
    <a:masterClrMapping/>
  </p:clrMapOvr>
  <p:hf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62"/>
        <p:cNvGrpSpPr/>
        <p:nvPr/>
      </p:nvGrpSpPr>
      <p:grpSpPr>
        <a:xfrm>
          <a:off x="0" y="0"/>
          <a:ext cx="0" cy="0"/>
          <a:chOff x="0" y="0"/>
          <a:chExt cx="0" cy="0"/>
        </a:xfrm>
      </p:grpSpPr>
      <p:sp>
        <p:nvSpPr>
          <p:cNvPr id="163" name="Google Shape;163;p7"/>
          <p:cNvSpPr txBox="1">
            <a:spLocks noGrp="1"/>
          </p:cNvSpPr>
          <p:nvPr>
            <p:ph type="title"/>
          </p:nvPr>
        </p:nvSpPr>
        <p:spPr>
          <a:xfrm>
            <a:off x="923600" y="609600"/>
            <a:ext cx="7022400" cy="1007600"/>
          </a:xfrm>
          <a:prstGeom prst="rect">
            <a:avLst/>
          </a:prstGeom>
        </p:spPr>
        <p:txBody>
          <a:bodyPr spcFirstLastPara="1" wrap="square" lIns="0" tIns="0" rIns="0" bIns="0" anchor="t" anchorCtr="0">
            <a:noAutofit/>
          </a:bodyPr>
          <a:lstStyle>
            <a:lvl1pPr lvl="0">
              <a:spcBef>
                <a:spcPts val="0"/>
              </a:spcBef>
              <a:spcAft>
                <a:spcPts val="0"/>
              </a:spcAft>
              <a:buSzPts val="2400"/>
              <a:buNone/>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a:p>
        </p:txBody>
      </p:sp>
      <p:sp>
        <p:nvSpPr>
          <p:cNvPr id="164" name="Google Shape;164;p7"/>
          <p:cNvSpPr/>
          <p:nvPr/>
        </p:nvSpPr>
        <p:spPr>
          <a:xfrm rot="-5400000">
            <a:off x="9413967" y="-257693"/>
            <a:ext cx="7571200" cy="7571200"/>
          </a:xfrm>
          <a:prstGeom prst="blockArc">
            <a:avLst>
              <a:gd name="adj1" fmla="val 10800000"/>
              <a:gd name="adj2" fmla="val 0"/>
              <a:gd name="adj3" fmla="val 25000"/>
            </a:avLst>
          </a:prstGeom>
          <a:noFill/>
          <a:ln w="28575"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5" name="Google Shape;165;p7"/>
          <p:cNvSpPr/>
          <p:nvPr/>
        </p:nvSpPr>
        <p:spPr>
          <a:xfrm>
            <a:off x="997667" y="5732434"/>
            <a:ext cx="2046700" cy="131767"/>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6" name="Google Shape;166;p7"/>
          <p:cNvSpPr/>
          <p:nvPr/>
        </p:nvSpPr>
        <p:spPr>
          <a:xfrm>
            <a:off x="997667" y="5978634"/>
            <a:ext cx="2046700" cy="131767"/>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7" name="Google Shape;167;p7"/>
          <p:cNvSpPr txBox="1">
            <a:spLocks noGrp="1"/>
          </p:cNvSpPr>
          <p:nvPr>
            <p:ph type="subTitle" idx="1"/>
          </p:nvPr>
        </p:nvSpPr>
        <p:spPr>
          <a:xfrm>
            <a:off x="938784" y="1938528"/>
            <a:ext cx="7022400" cy="3657600"/>
          </a:xfrm>
          <a:prstGeom prst="rect">
            <a:avLst/>
          </a:prstGeom>
        </p:spPr>
        <p:txBody>
          <a:bodyPr spcFirstLastPara="1" wrap="square" lIns="0" tIns="0" rIns="0" bIns="0" anchor="t" anchorCtr="0">
            <a:noAutofit/>
          </a:bodyPr>
          <a:lstStyle>
            <a:lvl1pPr lvl="0" rtl="0">
              <a:spcBef>
                <a:spcPts val="0"/>
              </a:spcBef>
              <a:spcAft>
                <a:spcPts val="0"/>
              </a:spcAft>
              <a:buClr>
                <a:schemeClr val="dk1"/>
              </a:buClr>
              <a:buSzPts val="1400"/>
              <a:buFont typeface="Arial"/>
              <a:buChar char="●"/>
              <a:defRPr>
                <a:solidFill>
                  <a:schemeClr val="accent4"/>
                </a:solidFill>
              </a:defRPr>
            </a:lvl1pPr>
            <a:lvl2pPr lvl="1" rtl="0">
              <a:spcBef>
                <a:spcPts val="0"/>
              </a:spcBef>
              <a:spcAft>
                <a:spcPts val="0"/>
              </a:spcAft>
              <a:buClr>
                <a:schemeClr val="dk1"/>
              </a:buClr>
              <a:buSzPts val="1400"/>
              <a:buChar char="○"/>
              <a:defRPr>
                <a:latin typeface="Lato"/>
                <a:ea typeface="Lato"/>
                <a:cs typeface="Lato"/>
                <a:sym typeface="Lato"/>
              </a:defRPr>
            </a:lvl2pPr>
            <a:lvl3pPr lvl="2" rtl="0">
              <a:spcBef>
                <a:spcPts val="0"/>
              </a:spcBef>
              <a:spcAft>
                <a:spcPts val="0"/>
              </a:spcAft>
              <a:buClr>
                <a:schemeClr val="dk1"/>
              </a:buClr>
              <a:buSzPts val="1400"/>
              <a:buChar char="■"/>
              <a:defRPr>
                <a:latin typeface="Lato"/>
                <a:ea typeface="Lato"/>
                <a:cs typeface="Lato"/>
                <a:sym typeface="Lato"/>
              </a:defRPr>
            </a:lvl3pPr>
            <a:lvl4pPr lvl="3" rtl="0">
              <a:spcBef>
                <a:spcPts val="0"/>
              </a:spcBef>
              <a:spcAft>
                <a:spcPts val="0"/>
              </a:spcAft>
              <a:buClr>
                <a:schemeClr val="dk1"/>
              </a:buClr>
              <a:buSzPts val="1400"/>
              <a:buChar char="●"/>
              <a:defRPr>
                <a:latin typeface="Lato"/>
                <a:ea typeface="Lato"/>
                <a:cs typeface="Lato"/>
                <a:sym typeface="Lato"/>
              </a:defRPr>
            </a:lvl4pPr>
            <a:lvl5pPr lvl="4" rtl="0">
              <a:spcBef>
                <a:spcPts val="0"/>
              </a:spcBef>
              <a:spcAft>
                <a:spcPts val="0"/>
              </a:spcAft>
              <a:buClr>
                <a:schemeClr val="dk1"/>
              </a:buClr>
              <a:buSzPts val="1400"/>
              <a:buChar char="○"/>
              <a:defRPr>
                <a:latin typeface="Lato"/>
                <a:ea typeface="Lato"/>
                <a:cs typeface="Lato"/>
                <a:sym typeface="Lato"/>
              </a:defRPr>
            </a:lvl5pPr>
            <a:lvl6pPr lvl="5" rtl="0">
              <a:spcBef>
                <a:spcPts val="0"/>
              </a:spcBef>
              <a:spcAft>
                <a:spcPts val="0"/>
              </a:spcAft>
              <a:buClr>
                <a:schemeClr val="dk1"/>
              </a:buClr>
              <a:buSzPts val="1400"/>
              <a:buChar char="■"/>
              <a:defRPr>
                <a:latin typeface="Lato"/>
                <a:ea typeface="Lato"/>
                <a:cs typeface="Lato"/>
                <a:sym typeface="Lato"/>
              </a:defRPr>
            </a:lvl6pPr>
            <a:lvl7pPr lvl="6" rtl="0">
              <a:spcBef>
                <a:spcPts val="0"/>
              </a:spcBef>
              <a:spcAft>
                <a:spcPts val="0"/>
              </a:spcAft>
              <a:buClr>
                <a:schemeClr val="dk1"/>
              </a:buClr>
              <a:buSzPts val="1400"/>
              <a:buChar char="●"/>
              <a:defRPr>
                <a:latin typeface="Lato"/>
                <a:ea typeface="Lato"/>
                <a:cs typeface="Lato"/>
                <a:sym typeface="Lato"/>
              </a:defRPr>
            </a:lvl7pPr>
            <a:lvl8pPr lvl="7" rtl="0">
              <a:spcBef>
                <a:spcPts val="0"/>
              </a:spcBef>
              <a:spcAft>
                <a:spcPts val="0"/>
              </a:spcAft>
              <a:buClr>
                <a:schemeClr val="dk1"/>
              </a:buClr>
              <a:buSzPts val="1400"/>
              <a:buChar char="○"/>
              <a:defRPr>
                <a:latin typeface="Lato"/>
                <a:ea typeface="Lato"/>
                <a:cs typeface="Lato"/>
                <a:sym typeface="Lato"/>
              </a:defRPr>
            </a:lvl8pPr>
            <a:lvl9pPr lvl="8" rtl="0">
              <a:spcBef>
                <a:spcPts val="0"/>
              </a:spcBef>
              <a:spcAft>
                <a:spcPts val="0"/>
              </a:spcAft>
              <a:buClr>
                <a:schemeClr val="dk1"/>
              </a:buClr>
              <a:buSzPts val="1400"/>
              <a:buChar char="■"/>
              <a:defRPr>
                <a:latin typeface="Lato"/>
                <a:ea typeface="Lato"/>
                <a:cs typeface="Lato"/>
                <a:sym typeface="Lato"/>
              </a:defRPr>
            </a:lvl9pPr>
          </a:lstStyle>
          <a:p>
            <a:r>
              <a:rPr lang="en-US"/>
              <a:t>Click to edit Master subtitle style</a:t>
            </a:r>
            <a:endParaRPr/>
          </a:p>
        </p:txBody>
      </p:sp>
    </p:spTree>
    <p:extLst>
      <p:ext uri="{BB962C8B-B14F-4D97-AF65-F5344CB8AC3E}">
        <p14:creationId xmlns:p14="http://schemas.microsoft.com/office/powerpoint/2010/main" val="2222358186"/>
      </p:ext>
    </p:extLst>
  </p:cSld>
  <p:clrMapOvr>
    <a:masterClrMapping/>
  </p:clrMapOvr>
  <p:hf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68"/>
        <p:cNvGrpSpPr/>
        <p:nvPr/>
      </p:nvGrpSpPr>
      <p:grpSpPr>
        <a:xfrm>
          <a:off x="0" y="0"/>
          <a:ext cx="0" cy="0"/>
          <a:chOff x="0" y="0"/>
          <a:chExt cx="0" cy="0"/>
        </a:xfrm>
      </p:grpSpPr>
      <p:grpSp>
        <p:nvGrpSpPr>
          <p:cNvPr id="169" name="Google Shape;169;p8"/>
          <p:cNvGrpSpPr/>
          <p:nvPr/>
        </p:nvGrpSpPr>
        <p:grpSpPr>
          <a:xfrm>
            <a:off x="544559" y="719322"/>
            <a:ext cx="785800" cy="1352025"/>
            <a:chOff x="832925" y="1132500"/>
            <a:chExt cx="376125" cy="647150"/>
          </a:xfrm>
        </p:grpSpPr>
        <p:sp>
          <p:nvSpPr>
            <p:cNvPr id="170" name="Google Shape;170;p8"/>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1" name="Google Shape;171;p8"/>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2" name="Google Shape;172;p8"/>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3" name="Google Shape;173;p8"/>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4" name="Google Shape;174;p8"/>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5" name="Google Shape;175;p8"/>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6" name="Google Shape;176;p8"/>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7" name="Google Shape;177;p8"/>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8" name="Google Shape;178;p8"/>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79" name="Google Shape;179;p8"/>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80" name="Google Shape;180;p8"/>
          <p:cNvGrpSpPr/>
          <p:nvPr/>
        </p:nvGrpSpPr>
        <p:grpSpPr>
          <a:xfrm>
            <a:off x="10532234" y="4162034"/>
            <a:ext cx="1379967" cy="507633"/>
            <a:chOff x="713225" y="4249875"/>
            <a:chExt cx="1034975" cy="380725"/>
          </a:xfrm>
        </p:grpSpPr>
        <p:grpSp>
          <p:nvGrpSpPr>
            <p:cNvPr id="181" name="Google Shape;181;p8"/>
            <p:cNvGrpSpPr/>
            <p:nvPr/>
          </p:nvGrpSpPr>
          <p:grpSpPr>
            <a:xfrm>
              <a:off x="713225" y="4577400"/>
              <a:ext cx="1034975" cy="53200"/>
              <a:chOff x="713225" y="4577400"/>
              <a:chExt cx="1034975" cy="53200"/>
            </a:xfrm>
          </p:grpSpPr>
          <p:sp>
            <p:nvSpPr>
              <p:cNvPr id="182" name="Google Shape;182;p8"/>
              <p:cNvSpPr/>
              <p:nvPr/>
            </p:nvSpPr>
            <p:spPr>
              <a:xfrm>
                <a:off x="1695000" y="4577400"/>
                <a:ext cx="53200" cy="53200"/>
              </a:xfrm>
              <a:custGeom>
                <a:avLst/>
                <a:gdLst/>
                <a:ahLst/>
                <a:cxnLst/>
                <a:rect l="l" t="t" r="r" b="b"/>
                <a:pathLst>
                  <a:path w="2128" h="2128" extrusionOk="0">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3" name="Google Shape;183;p8"/>
              <p:cNvSpPr/>
              <p:nvPr/>
            </p:nvSpPr>
            <p:spPr>
              <a:xfrm>
                <a:off x="1564300"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4" name="Google Shape;184;p8"/>
              <p:cNvSpPr/>
              <p:nvPr/>
            </p:nvSpPr>
            <p:spPr>
              <a:xfrm>
                <a:off x="1406225" y="4577400"/>
                <a:ext cx="53225" cy="53200"/>
              </a:xfrm>
              <a:custGeom>
                <a:avLst/>
                <a:gdLst/>
                <a:ahLst/>
                <a:cxnLst/>
                <a:rect l="l" t="t" r="r" b="b"/>
                <a:pathLst>
                  <a:path w="2129" h="2128" extrusionOk="0">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5" name="Google Shape;185;p8"/>
              <p:cNvSpPr/>
              <p:nvPr/>
            </p:nvSpPr>
            <p:spPr>
              <a:xfrm>
                <a:off x="12747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6" name="Google Shape;186;p8"/>
              <p:cNvSpPr/>
              <p:nvPr/>
            </p:nvSpPr>
            <p:spPr>
              <a:xfrm>
                <a:off x="1126600" y="4577400"/>
                <a:ext cx="52450" cy="53200"/>
              </a:xfrm>
              <a:custGeom>
                <a:avLst/>
                <a:gdLst/>
                <a:ahLst/>
                <a:cxnLst/>
                <a:rect l="l" t="t" r="r" b="b"/>
                <a:pathLst>
                  <a:path w="2098" h="2128" extrusionOk="0">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7" name="Google Shape;187;p8"/>
              <p:cNvSpPr/>
              <p:nvPr/>
            </p:nvSpPr>
            <p:spPr>
              <a:xfrm>
                <a:off x="9943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8" name="Google Shape;188;p8"/>
              <p:cNvSpPr/>
              <p:nvPr/>
            </p:nvSpPr>
            <p:spPr>
              <a:xfrm>
                <a:off x="843925" y="4577400"/>
                <a:ext cx="53200" cy="53200"/>
              </a:xfrm>
              <a:custGeom>
                <a:avLst/>
                <a:gdLst/>
                <a:ahLst/>
                <a:cxnLst/>
                <a:rect l="l" t="t" r="r" b="b"/>
                <a:pathLst>
                  <a:path w="2128" h="2128" extrusionOk="0">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89" name="Google Shape;189;p8"/>
              <p:cNvSpPr/>
              <p:nvPr/>
            </p:nvSpPr>
            <p:spPr>
              <a:xfrm>
                <a:off x="713225"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90" name="Google Shape;190;p8"/>
            <p:cNvGrpSpPr/>
            <p:nvPr/>
          </p:nvGrpSpPr>
          <p:grpSpPr>
            <a:xfrm>
              <a:off x="713225" y="4468725"/>
              <a:ext cx="1034975" cy="53225"/>
              <a:chOff x="713225" y="4468725"/>
              <a:chExt cx="1034975" cy="53225"/>
            </a:xfrm>
          </p:grpSpPr>
          <p:sp>
            <p:nvSpPr>
              <p:cNvPr id="191" name="Google Shape;191;p8"/>
              <p:cNvSpPr/>
              <p:nvPr/>
            </p:nvSpPr>
            <p:spPr>
              <a:xfrm>
                <a:off x="1695000" y="4468725"/>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2" name="Google Shape;192;p8"/>
              <p:cNvSpPr/>
              <p:nvPr/>
            </p:nvSpPr>
            <p:spPr>
              <a:xfrm>
                <a:off x="1564300"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3" name="Google Shape;193;p8"/>
              <p:cNvSpPr/>
              <p:nvPr/>
            </p:nvSpPr>
            <p:spPr>
              <a:xfrm>
                <a:off x="1406225" y="4468725"/>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4" name="Google Shape;194;p8"/>
              <p:cNvSpPr/>
              <p:nvPr/>
            </p:nvSpPr>
            <p:spPr>
              <a:xfrm>
                <a:off x="12747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5" name="Google Shape;195;p8"/>
              <p:cNvSpPr/>
              <p:nvPr/>
            </p:nvSpPr>
            <p:spPr>
              <a:xfrm>
                <a:off x="1126600" y="4468725"/>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6" name="Google Shape;196;p8"/>
              <p:cNvSpPr/>
              <p:nvPr/>
            </p:nvSpPr>
            <p:spPr>
              <a:xfrm>
                <a:off x="9943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7" name="Google Shape;197;p8"/>
              <p:cNvSpPr/>
              <p:nvPr/>
            </p:nvSpPr>
            <p:spPr>
              <a:xfrm>
                <a:off x="843925" y="4468725"/>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98" name="Google Shape;198;p8"/>
              <p:cNvSpPr/>
              <p:nvPr/>
            </p:nvSpPr>
            <p:spPr>
              <a:xfrm>
                <a:off x="713225"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99" name="Google Shape;199;p8"/>
            <p:cNvGrpSpPr/>
            <p:nvPr/>
          </p:nvGrpSpPr>
          <p:grpSpPr>
            <a:xfrm>
              <a:off x="713225" y="4359300"/>
              <a:ext cx="1034975" cy="53225"/>
              <a:chOff x="713225" y="4359300"/>
              <a:chExt cx="1034975" cy="53225"/>
            </a:xfrm>
          </p:grpSpPr>
          <p:sp>
            <p:nvSpPr>
              <p:cNvPr id="200" name="Google Shape;200;p8"/>
              <p:cNvSpPr/>
              <p:nvPr/>
            </p:nvSpPr>
            <p:spPr>
              <a:xfrm>
                <a:off x="1695000" y="4359300"/>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1" name="Google Shape;201;p8"/>
              <p:cNvSpPr/>
              <p:nvPr/>
            </p:nvSpPr>
            <p:spPr>
              <a:xfrm>
                <a:off x="1564300"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2" name="Google Shape;202;p8"/>
              <p:cNvSpPr/>
              <p:nvPr/>
            </p:nvSpPr>
            <p:spPr>
              <a:xfrm>
                <a:off x="1406225" y="435930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3" name="Google Shape;203;p8"/>
              <p:cNvSpPr/>
              <p:nvPr/>
            </p:nvSpPr>
            <p:spPr>
              <a:xfrm>
                <a:off x="12747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4" name="Google Shape;204;p8"/>
              <p:cNvSpPr/>
              <p:nvPr/>
            </p:nvSpPr>
            <p:spPr>
              <a:xfrm>
                <a:off x="1126600" y="4359300"/>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5" name="Google Shape;205;p8"/>
              <p:cNvSpPr/>
              <p:nvPr/>
            </p:nvSpPr>
            <p:spPr>
              <a:xfrm>
                <a:off x="9943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6" name="Google Shape;206;p8"/>
              <p:cNvSpPr/>
              <p:nvPr/>
            </p:nvSpPr>
            <p:spPr>
              <a:xfrm>
                <a:off x="843925" y="4359300"/>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07" name="Google Shape;207;p8"/>
              <p:cNvSpPr/>
              <p:nvPr/>
            </p:nvSpPr>
            <p:spPr>
              <a:xfrm>
                <a:off x="713225"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08" name="Google Shape;208;p8"/>
            <p:cNvGrpSpPr/>
            <p:nvPr/>
          </p:nvGrpSpPr>
          <p:grpSpPr>
            <a:xfrm>
              <a:off x="713225" y="4249875"/>
              <a:ext cx="1034975" cy="53225"/>
              <a:chOff x="713225" y="4249875"/>
              <a:chExt cx="1034975" cy="53225"/>
            </a:xfrm>
          </p:grpSpPr>
          <p:sp>
            <p:nvSpPr>
              <p:cNvPr id="209" name="Google Shape;209;p8"/>
              <p:cNvSpPr/>
              <p:nvPr/>
            </p:nvSpPr>
            <p:spPr>
              <a:xfrm>
                <a:off x="1695000" y="4249875"/>
                <a:ext cx="53200" cy="53225"/>
              </a:xfrm>
              <a:custGeom>
                <a:avLst/>
                <a:gdLst/>
                <a:ahLst/>
                <a:cxnLst/>
                <a:rect l="l" t="t" r="r" b="b"/>
                <a:pathLst>
                  <a:path w="2128" h="2129" extrusionOk="0">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0" name="Google Shape;210;p8"/>
              <p:cNvSpPr/>
              <p:nvPr/>
            </p:nvSpPr>
            <p:spPr>
              <a:xfrm>
                <a:off x="1564300"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1" name="Google Shape;211;p8"/>
              <p:cNvSpPr/>
              <p:nvPr/>
            </p:nvSpPr>
            <p:spPr>
              <a:xfrm>
                <a:off x="1406225" y="4249875"/>
                <a:ext cx="53225" cy="53225"/>
              </a:xfrm>
              <a:custGeom>
                <a:avLst/>
                <a:gdLst/>
                <a:ahLst/>
                <a:cxnLst/>
                <a:rect l="l" t="t" r="r" b="b"/>
                <a:pathLst>
                  <a:path w="2129" h="2129" extrusionOk="0">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2" name="Google Shape;212;p8"/>
              <p:cNvSpPr/>
              <p:nvPr/>
            </p:nvSpPr>
            <p:spPr>
              <a:xfrm>
                <a:off x="12747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3" name="Google Shape;213;p8"/>
              <p:cNvSpPr/>
              <p:nvPr/>
            </p:nvSpPr>
            <p:spPr>
              <a:xfrm>
                <a:off x="1126600" y="4249875"/>
                <a:ext cx="52450" cy="53225"/>
              </a:xfrm>
              <a:custGeom>
                <a:avLst/>
                <a:gdLst/>
                <a:ahLst/>
                <a:cxnLst/>
                <a:rect l="l" t="t" r="r" b="b"/>
                <a:pathLst>
                  <a:path w="2098" h="2129" extrusionOk="0">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4" name="Google Shape;214;p8"/>
              <p:cNvSpPr/>
              <p:nvPr/>
            </p:nvSpPr>
            <p:spPr>
              <a:xfrm>
                <a:off x="9943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5" name="Google Shape;215;p8"/>
              <p:cNvSpPr/>
              <p:nvPr/>
            </p:nvSpPr>
            <p:spPr>
              <a:xfrm>
                <a:off x="843925" y="4249875"/>
                <a:ext cx="53200" cy="53225"/>
              </a:xfrm>
              <a:custGeom>
                <a:avLst/>
                <a:gdLst/>
                <a:ahLst/>
                <a:cxnLst/>
                <a:rect l="l" t="t" r="r" b="b"/>
                <a:pathLst>
                  <a:path w="2128" h="2129" extrusionOk="0">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16" name="Google Shape;216;p8"/>
              <p:cNvSpPr/>
              <p:nvPr/>
            </p:nvSpPr>
            <p:spPr>
              <a:xfrm>
                <a:off x="713225"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217" name="Google Shape;217;p8"/>
          <p:cNvSpPr/>
          <p:nvPr/>
        </p:nvSpPr>
        <p:spPr>
          <a:xfrm rot="10800000" flipH="1">
            <a:off x="11196136" y="-417131"/>
            <a:ext cx="995856" cy="1991389"/>
          </a:xfrm>
          <a:custGeom>
            <a:avLst/>
            <a:gdLst/>
            <a:ahLst/>
            <a:cxnLst/>
            <a:rect l="l" t="t" r="r" b="b"/>
            <a:pathLst>
              <a:path w="7296" h="14590" fill="none" extrusionOk="0">
                <a:moveTo>
                  <a:pt x="7295" y="14590"/>
                </a:moveTo>
                <a:cubicBezTo>
                  <a:pt x="3283" y="14590"/>
                  <a:pt x="0" y="11338"/>
                  <a:pt x="0" y="7295"/>
                </a:cubicBezTo>
                <a:cubicBezTo>
                  <a:pt x="0" y="3283"/>
                  <a:pt x="3283" y="0"/>
                  <a:pt x="7295" y="0"/>
                </a:cubicBezTo>
              </a:path>
            </a:pathLst>
          </a:custGeom>
          <a:noFill/>
          <a:ln w="190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18" name="Google Shape;218;p8"/>
          <p:cNvSpPr/>
          <p:nvPr/>
        </p:nvSpPr>
        <p:spPr>
          <a:xfrm rot="10800000" flipH="1">
            <a:off x="11436777" y="-130916"/>
            <a:ext cx="717819" cy="1431371"/>
          </a:xfrm>
          <a:custGeom>
            <a:avLst/>
            <a:gdLst/>
            <a:ahLst/>
            <a:cxnLst/>
            <a:rect l="l" t="t" r="r" b="b"/>
            <a:pathLst>
              <a:path w="5259" h="10487" fill="none" extrusionOk="0">
                <a:moveTo>
                  <a:pt x="5259" y="10487"/>
                </a:moveTo>
                <a:cubicBezTo>
                  <a:pt x="2371" y="10487"/>
                  <a:pt x="0" y="8146"/>
                  <a:pt x="0" y="5259"/>
                </a:cubicBezTo>
                <a:cubicBezTo>
                  <a:pt x="0" y="2371"/>
                  <a:pt x="2371" y="0"/>
                  <a:pt x="5259" y="0"/>
                </a:cubicBezTo>
              </a:path>
            </a:pathLst>
          </a:custGeom>
          <a:noFill/>
          <a:ln w="190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19" name="Google Shape;219;p8"/>
          <p:cNvSpPr txBox="1">
            <a:spLocks noGrp="1"/>
          </p:cNvSpPr>
          <p:nvPr>
            <p:ph type="title"/>
          </p:nvPr>
        </p:nvSpPr>
        <p:spPr>
          <a:xfrm>
            <a:off x="961000" y="4979033"/>
            <a:ext cx="10270000" cy="703200"/>
          </a:xfrm>
          <a:prstGeom prst="rect">
            <a:avLst/>
          </a:prstGeom>
        </p:spPr>
        <p:txBody>
          <a:bodyPr spcFirstLastPara="1" wrap="square" lIns="0" tIns="0" rIns="0" bIns="0" anchor="b" anchorCtr="0">
            <a:noAutofit/>
          </a:bodyPr>
          <a:lstStyle>
            <a:lvl1pPr lvl="0" algn="ctr" rtl="0">
              <a:spcBef>
                <a:spcPts val="0"/>
              </a:spcBef>
              <a:spcAft>
                <a:spcPts val="0"/>
              </a:spcAft>
              <a:buSzPts val="3500"/>
              <a:buNone/>
              <a:defRPr sz="3067"/>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220" name="Google Shape;220;p8"/>
          <p:cNvSpPr txBox="1">
            <a:spLocks noGrp="1"/>
          </p:cNvSpPr>
          <p:nvPr>
            <p:ph type="subTitle" idx="1"/>
          </p:nvPr>
        </p:nvSpPr>
        <p:spPr>
          <a:xfrm>
            <a:off x="963200" y="5839967"/>
            <a:ext cx="10265600" cy="4504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Tree>
    <p:extLst>
      <p:ext uri="{BB962C8B-B14F-4D97-AF65-F5344CB8AC3E}">
        <p14:creationId xmlns:p14="http://schemas.microsoft.com/office/powerpoint/2010/main" val="1085745919"/>
      </p:ext>
    </p:extLst>
  </p:cSld>
  <p:clrMapOvr>
    <a:masterClrMapping/>
  </p:clrMapOvr>
  <p:hf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21"/>
        <p:cNvGrpSpPr/>
        <p:nvPr/>
      </p:nvGrpSpPr>
      <p:grpSpPr>
        <a:xfrm>
          <a:off x="0" y="0"/>
          <a:ext cx="0" cy="0"/>
          <a:chOff x="0" y="0"/>
          <a:chExt cx="0" cy="0"/>
        </a:xfrm>
      </p:grpSpPr>
      <p:sp>
        <p:nvSpPr>
          <p:cNvPr id="222" name="Google Shape;222;p9"/>
          <p:cNvSpPr/>
          <p:nvPr/>
        </p:nvSpPr>
        <p:spPr>
          <a:xfrm>
            <a:off x="-2949900" y="-3284749"/>
            <a:ext cx="5575600" cy="5575600"/>
          </a:xfrm>
          <a:prstGeom prst="donut">
            <a:avLst>
              <a:gd name="adj" fmla="val 25000"/>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23" name="Google Shape;223;p9"/>
          <p:cNvSpPr/>
          <p:nvPr/>
        </p:nvSpPr>
        <p:spPr>
          <a:xfrm>
            <a:off x="9470833" y="4633784"/>
            <a:ext cx="5575600" cy="5575600"/>
          </a:xfrm>
          <a:prstGeom prst="donut">
            <a:avLst>
              <a:gd name="adj" fmla="val 25000"/>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24" name="Google Shape;224;p9"/>
          <p:cNvSpPr txBox="1">
            <a:spLocks noGrp="1"/>
          </p:cNvSpPr>
          <p:nvPr>
            <p:ph type="title"/>
          </p:nvPr>
        </p:nvSpPr>
        <p:spPr>
          <a:xfrm>
            <a:off x="950967" y="600200"/>
            <a:ext cx="10290000" cy="5454400"/>
          </a:xfrm>
          <a:prstGeom prst="rect">
            <a:avLst/>
          </a:prstGeom>
        </p:spPr>
        <p:txBody>
          <a:bodyPr spcFirstLastPara="1" wrap="square" lIns="0" tIns="0" rIns="0" bIns="0" anchor="ctr" anchorCtr="0">
            <a:noAutofit/>
          </a:bodyPr>
          <a:lstStyle>
            <a:lvl1pPr lvl="0" algn="ctr">
              <a:spcBef>
                <a:spcPts val="0"/>
              </a:spcBef>
              <a:spcAft>
                <a:spcPts val="0"/>
              </a:spcAft>
              <a:buSzPts val="4800"/>
              <a:buNone/>
              <a:defRPr sz="6667"/>
            </a:lvl1pPr>
            <a:lvl2pPr lvl="1" algn="ctr">
              <a:spcBef>
                <a:spcPts val="0"/>
              </a:spcBef>
              <a:spcAft>
                <a:spcPts val="0"/>
              </a:spcAft>
              <a:buSzPts val="4800"/>
              <a:buNone/>
              <a:defRPr sz="6400"/>
            </a:lvl2pPr>
            <a:lvl3pPr lvl="2" algn="ctr">
              <a:spcBef>
                <a:spcPts val="0"/>
              </a:spcBef>
              <a:spcAft>
                <a:spcPts val="0"/>
              </a:spcAft>
              <a:buSzPts val="4800"/>
              <a:buNone/>
              <a:defRPr sz="6400"/>
            </a:lvl3pPr>
            <a:lvl4pPr lvl="3" algn="ctr">
              <a:spcBef>
                <a:spcPts val="0"/>
              </a:spcBef>
              <a:spcAft>
                <a:spcPts val="0"/>
              </a:spcAft>
              <a:buSzPts val="4800"/>
              <a:buNone/>
              <a:defRPr sz="6400"/>
            </a:lvl4pPr>
            <a:lvl5pPr lvl="4" algn="ctr">
              <a:spcBef>
                <a:spcPts val="0"/>
              </a:spcBef>
              <a:spcAft>
                <a:spcPts val="0"/>
              </a:spcAft>
              <a:buSzPts val="4800"/>
              <a:buNone/>
              <a:defRPr sz="6400"/>
            </a:lvl5pPr>
            <a:lvl6pPr lvl="5" algn="ctr">
              <a:spcBef>
                <a:spcPts val="0"/>
              </a:spcBef>
              <a:spcAft>
                <a:spcPts val="0"/>
              </a:spcAft>
              <a:buSzPts val="4800"/>
              <a:buNone/>
              <a:defRPr sz="6400"/>
            </a:lvl6pPr>
            <a:lvl7pPr lvl="6" algn="ctr">
              <a:spcBef>
                <a:spcPts val="0"/>
              </a:spcBef>
              <a:spcAft>
                <a:spcPts val="0"/>
              </a:spcAft>
              <a:buSzPts val="4800"/>
              <a:buNone/>
              <a:defRPr sz="6400"/>
            </a:lvl7pPr>
            <a:lvl8pPr lvl="7" algn="ctr">
              <a:spcBef>
                <a:spcPts val="0"/>
              </a:spcBef>
              <a:spcAft>
                <a:spcPts val="0"/>
              </a:spcAft>
              <a:buSzPts val="4800"/>
              <a:buNone/>
              <a:defRPr sz="6400"/>
            </a:lvl8pPr>
            <a:lvl9pPr lvl="8" algn="ctr">
              <a:spcBef>
                <a:spcPts val="0"/>
              </a:spcBef>
              <a:spcAft>
                <a:spcPts val="0"/>
              </a:spcAft>
              <a:buSzPts val="4800"/>
              <a:buNone/>
              <a:defRPr sz="6400"/>
            </a:lvl9pPr>
          </a:lstStyle>
          <a:p>
            <a:r>
              <a:rPr lang="en-US"/>
              <a:t>Click to edit Master title style</a:t>
            </a:r>
            <a:endParaRPr/>
          </a:p>
        </p:txBody>
      </p:sp>
      <p:grpSp>
        <p:nvGrpSpPr>
          <p:cNvPr id="225" name="Google Shape;225;p9"/>
          <p:cNvGrpSpPr/>
          <p:nvPr/>
        </p:nvGrpSpPr>
        <p:grpSpPr>
          <a:xfrm>
            <a:off x="9772301" y="600201"/>
            <a:ext cx="1382033" cy="214833"/>
            <a:chOff x="713225" y="4468250"/>
            <a:chExt cx="1036525" cy="161125"/>
          </a:xfrm>
        </p:grpSpPr>
        <p:sp>
          <p:nvSpPr>
            <p:cNvPr id="226" name="Google Shape;226;p9"/>
            <p:cNvSpPr/>
            <p:nvPr/>
          </p:nvSpPr>
          <p:spPr>
            <a:xfrm>
              <a:off x="16965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7" name="Google Shape;227;p9"/>
            <p:cNvSpPr/>
            <p:nvPr/>
          </p:nvSpPr>
          <p:spPr>
            <a:xfrm>
              <a:off x="1565825" y="4576150"/>
              <a:ext cx="53225" cy="53225"/>
            </a:xfrm>
            <a:custGeom>
              <a:avLst/>
              <a:gdLst/>
              <a:ahLst/>
              <a:cxnLst/>
              <a:rect l="l" t="t" r="r" b="b"/>
              <a:pathLst>
                <a:path w="2129" h="2129" extrusionOk="0">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8" name="Google Shape;228;p9"/>
            <p:cNvSpPr/>
            <p:nvPr/>
          </p:nvSpPr>
          <p:spPr>
            <a:xfrm>
              <a:off x="14070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29" name="Google Shape;229;p9"/>
            <p:cNvSpPr/>
            <p:nvPr/>
          </p:nvSpPr>
          <p:spPr>
            <a:xfrm>
              <a:off x="12755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0" name="Google Shape;230;p9"/>
            <p:cNvSpPr/>
            <p:nvPr/>
          </p:nvSpPr>
          <p:spPr>
            <a:xfrm>
              <a:off x="1126600" y="4576150"/>
              <a:ext cx="53225" cy="53225"/>
            </a:xfrm>
            <a:custGeom>
              <a:avLst/>
              <a:gdLst/>
              <a:ahLst/>
              <a:cxnLst/>
              <a:rect l="l" t="t" r="r" b="b"/>
              <a:pathLst>
                <a:path w="2129" h="2129" extrusionOk="0">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1" name="Google Shape;231;p9"/>
            <p:cNvSpPr/>
            <p:nvPr/>
          </p:nvSpPr>
          <p:spPr>
            <a:xfrm>
              <a:off x="9959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2" name="Google Shape;232;p9"/>
            <p:cNvSpPr/>
            <p:nvPr/>
          </p:nvSpPr>
          <p:spPr>
            <a:xfrm>
              <a:off x="8454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3" name="Google Shape;233;p9"/>
            <p:cNvSpPr/>
            <p:nvPr/>
          </p:nvSpPr>
          <p:spPr>
            <a:xfrm>
              <a:off x="7132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4" name="Google Shape;234;p9"/>
            <p:cNvSpPr/>
            <p:nvPr/>
          </p:nvSpPr>
          <p:spPr>
            <a:xfrm>
              <a:off x="16965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5" name="Google Shape;235;p9"/>
            <p:cNvSpPr/>
            <p:nvPr/>
          </p:nvSpPr>
          <p:spPr>
            <a:xfrm>
              <a:off x="1565825" y="4468250"/>
              <a:ext cx="53225" cy="53225"/>
            </a:xfrm>
            <a:custGeom>
              <a:avLst/>
              <a:gdLst/>
              <a:ahLst/>
              <a:cxnLst/>
              <a:rect l="l" t="t" r="r" b="b"/>
              <a:pathLst>
                <a:path w="2129" h="2129" extrusionOk="0">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6" name="Google Shape;236;p9"/>
            <p:cNvSpPr/>
            <p:nvPr/>
          </p:nvSpPr>
          <p:spPr>
            <a:xfrm>
              <a:off x="14070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7" name="Google Shape;237;p9"/>
            <p:cNvSpPr/>
            <p:nvPr/>
          </p:nvSpPr>
          <p:spPr>
            <a:xfrm>
              <a:off x="12755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8" name="Google Shape;238;p9"/>
            <p:cNvSpPr/>
            <p:nvPr/>
          </p:nvSpPr>
          <p:spPr>
            <a:xfrm>
              <a:off x="1126600" y="446825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39" name="Google Shape;239;p9"/>
            <p:cNvSpPr/>
            <p:nvPr/>
          </p:nvSpPr>
          <p:spPr>
            <a:xfrm>
              <a:off x="9959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0" name="Google Shape;240;p9"/>
            <p:cNvSpPr/>
            <p:nvPr/>
          </p:nvSpPr>
          <p:spPr>
            <a:xfrm>
              <a:off x="8454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1" name="Google Shape;241;p9"/>
            <p:cNvSpPr/>
            <p:nvPr/>
          </p:nvSpPr>
          <p:spPr>
            <a:xfrm>
              <a:off x="7132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242" name="Google Shape;242;p9"/>
          <p:cNvGrpSpPr/>
          <p:nvPr/>
        </p:nvGrpSpPr>
        <p:grpSpPr>
          <a:xfrm>
            <a:off x="950952" y="5880700"/>
            <a:ext cx="4020233" cy="251867"/>
            <a:chOff x="713213" y="4410525"/>
            <a:chExt cx="3015175" cy="188900"/>
          </a:xfrm>
        </p:grpSpPr>
        <p:sp>
          <p:nvSpPr>
            <p:cNvPr id="243" name="Google Shape;243;p9"/>
            <p:cNvSpPr/>
            <p:nvPr/>
          </p:nvSpPr>
          <p:spPr>
            <a:xfrm>
              <a:off x="713213" y="45462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4" name="Google Shape;244;p9"/>
            <p:cNvSpPr/>
            <p:nvPr/>
          </p:nvSpPr>
          <p:spPr>
            <a:xfrm>
              <a:off x="901663" y="4546225"/>
              <a:ext cx="53200" cy="53200"/>
            </a:xfrm>
            <a:custGeom>
              <a:avLst/>
              <a:gdLst/>
              <a:ahLst/>
              <a:cxnLst/>
              <a:rect l="l" t="t" r="r" b="b"/>
              <a:pathLst>
                <a:path w="2128" h="2128" extrusionOk="0">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5" name="Google Shape;245;p9"/>
            <p:cNvSpPr/>
            <p:nvPr/>
          </p:nvSpPr>
          <p:spPr>
            <a:xfrm>
              <a:off x="1090863"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6" name="Google Shape;246;p9"/>
            <p:cNvSpPr/>
            <p:nvPr/>
          </p:nvSpPr>
          <p:spPr>
            <a:xfrm>
              <a:off x="1280088" y="45462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7" name="Google Shape;247;p9"/>
            <p:cNvSpPr/>
            <p:nvPr/>
          </p:nvSpPr>
          <p:spPr>
            <a:xfrm>
              <a:off x="1468538" y="45462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8" name="Google Shape;248;p9"/>
            <p:cNvSpPr/>
            <p:nvPr/>
          </p:nvSpPr>
          <p:spPr>
            <a:xfrm>
              <a:off x="1657738"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49" name="Google Shape;249;p9"/>
            <p:cNvSpPr/>
            <p:nvPr/>
          </p:nvSpPr>
          <p:spPr>
            <a:xfrm>
              <a:off x="1846963" y="45462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0" name="Google Shape;250;p9"/>
            <p:cNvSpPr/>
            <p:nvPr/>
          </p:nvSpPr>
          <p:spPr>
            <a:xfrm>
              <a:off x="2036163" y="45462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1" name="Google Shape;251;p9"/>
            <p:cNvSpPr/>
            <p:nvPr/>
          </p:nvSpPr>
          <p:spPr>
            <a:xfrm>
              <a:off x="2223863"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2" name="Google Shape;252;p9"/>
            <p:cNvSpPr/>
            <p:nvPr/>
          </p:nvSpPr>
          <p:spPr>
            <a:xfrm>
              <a:off x="2413088" y="4546225"/>
              <a:ext cx="53200" cy="53200"/>
            </a:xfrm>
            <a:custGeom>
              <a:avLst/>
              <a:gdLst/>
              <a:ahLst/>
              <a:cxnLst/>
              <a:rect l="l" t="t" r="r" b="b"/>
              <a:pathLst>
                <a:path w="2128"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3" name="Google Shape;253;p9"/>
            <p:cNvSpPr/>
            <p:nvPr/>
          </p:nvSpPr>
          <p:spPr>
            <a:xfrm>
              <a:off x="2602288" y="45462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4" name="Google Shape;254;p9"/>
            <p:cNvSpPr/>
            <p:nvPr/>
          </p:nvSpPr>
          <p:spPr>
            <a:xfrm>
              <a:off x="2790738"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5" name="Google Shape;255;p9"/>
            <p:cNvSpPr/>
            <p:nvPr/>
          </p:nvSpPr>
          <p:spPr>
            <a:xfrm>
              <a:off x="2979963" y="45462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6" name="Google Shape;256;p9"/>
            <p:cNvSpPr/>
            <p:nvPr/>
          </p:nvSpPr>
          <p:spPr>
            <a:xfrm>
              <a:off x="3169163"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7" name="Google Shape;257;p9"/>
            <p:cNvSpPr/>
            <p:nvPr/>
          </p:nvSpPr>
          <p:spPr>
            <a:xfrm>
              <a:off x="1219213" y="44105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8" name="Google Shape;258;p9"/>
            <p:cNvSpPr/>
            <p:nvPr/>
          </p:nvSpPr>
          <p:spPr>
            <a:xfrm>
              <a:off x="1407663" y="4410525"/>
              <a:ext cx="53200" cy="53200"/>
            </a:xfrm>
            <a:custGeom>
              <a:avLst/>
              <a:gdLst/>
              <a:ahLst/>
              <a:cxnLst/>
              <a:rect l="l" t="t" r="r" b="b"/>
              <a:pathLst>
                <a:path w="2128" h="2128" extrusionOk="0">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59" name="Google Shape;259;p9"/>
            <p:cNvSpPr/>
            <p:nvPr/>
          </p:nvSpPr>
          <p:spPr>
            <a:xfrm>
              <a:off x="1596863"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0" name="Google Shape;260;p9"/>
            <p:cNvSpPr/>
            <p:nvPr/>
          </p:nvSpPr>
          <p:spPr>
            <a:xfrm>
              <a:off x="1786088" y="44105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1" name="Google Shape;261;p9"/>
            <p:cNvSpPr/>
            <p:nvPr/>
          </p:nvSpPr>
          <p:spPr>
            <a:xfrm>
              <a:off x="1974538" y="44105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2" name="Google Shape;262;p9"/>
            <p:cNvSpPr/>
            <p:nvPr/>
          </p:nvSpPr>
          <p:spPr>
            <a:xfrm>
              <a:off x="2163738"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3" name="Google Shape;263;p9"/>
            <p:cNvSpPr/>
            <p:nvPr/>
          </p:nvSpPr>
          <p:spPr>
            <a:xfrm>
              <a:off x="2352963" y="44105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4" name="Google Shape;264;p9"/>
            <p:cNvSpPr/>
            <p:nvPr/>
          </p:nvSpPr>
          <p:spPr>
            <a:xfrm>
              <a:off x="2542163" y="44105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5" name="Google Shape;265;p9"/>
            <p:cNvSpPr/>
            <p:nvPr/>
          </p:nvSpPr>
          <p:spPr>
            <a:xfrm>
              <a:off x="2729863"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6" name="Google Shape;266;p9"/>
            <p:cNvSpPr/>
            <p:nvPr/>
          </p:nvSpPr>
          <p:spPr>
            <a:xfrm>
              <a:off x="2919088" y="4410525"/>
              <a:ext cx="53200" cy="53200"/>
            </a:xfrm>
            <a:custGeom>
              <a:avLst/>
              <a:gdLst/>
              <a:ahLst/>
              <a:cxnLst/>
              <a:rect l="l" t="t" r="r" b="b"/>
              <a:pathLst>
                <a:path w="2128"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7" name="Google Shape;267;p9"/>
            <p:cNvSpPr/>
            <p:nvPr/>
          </p:nvSpPr>
          <p:spPr>
            <a:xfrm>
              <a:off x="3108288" y="44105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8" name="Google Shape;268;p9"/>
            <p:cNvSpPr/>
            <p:nvPr/>
          </p:nvSpPr>
          <p:spPr>
            <a:xfrm>
              <a:off x="3296738"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69" name="Google Shape;269;p9"/>
            <p:cNvSpPr/>
            <p:nvPr/>
          </p:nvSpPr>
          <p:spPr>
            <a:xfrm>
              <a:off x="3485963" y="44105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0" name="Google Shape;270;p9"/>
            <p:cNvSpPr/>
            <p:nvPr/>
          </p:nvSpPr>
          <p:spPr>
            <a:xfrm>
              <a:off x="3675163"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150139141"/>
      </p:ext>
    </p:extLst>
  </p:cSld>
  <p:clrMapOvr>
    <a:masterClrMapping/>
  </p:clrMapOvr>
  <p:hf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71"/>
        <p:cNvGrpSpPr/>
        <p:nvPr/>
      </p:nvGrpSpPr>
      <p:grpSpPr>
        <a:xfrm>
          <a:off x="0" y="0"/>
          <a:ext cx="0" cy="0"/>
          <a:chOff x="0" y="0"/>
          <a:chExt cx="0" cy="0"/>
        </a:xfrm>
      </p:grpSpPr>
      <p:sp>
        <p:nvSpPr>
          <p:cNvPr id="272" name="Google Shape;272;p10"/>
          <p:cNvSpPr/>
          <p:nvPr/>
        </p:nvSpPr>
        <p:spPr>
          <a:xfrm>
            <a:off x="0" y="75067"/>
            <a:ext cx="3661293" cy="6713436"/>
          </a:xfrm>
          <a:custGeom>
            <a:avLst/>
            <a:gdLst/>
            <a:ahLst/>
            <a:cxnLst/>
            <a:rect l="l" t="t" r="r" b="b"/>
            <a:pathLst>
              <a:path w="21369" h="42768" extrusionOk="0">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73" name="Google Shape;273;p10"/>
          <p:cNvSpPr/>
          <p:nvPr/>
        </p:nvSpPr>
        <p:spPr>
          <a:xfrm>
            <a:off x="258800" y="144543"/>
            <a:ext cx="3666605" cy="6713436"/>
          </a:xfrm>
          <a:custGeom>
            <a:avLst/>
            <a:gdLst/>
            <a:ahLst/>
            <a:cxnLst/>
            <a:rect l="l" t="t" r="r" b="b"/>
            <a:pathLst>
              <a:path w="21400" h="42768" fill="none" extrusionOk="0">
                <a:moveTo>
                  <a:pt x="0" y="1"/>
                </a:moveTo>
                <a:lnTo>
                  <a:pt x="0" y="42767"/>
                </a:lnTo>
                <a:cubicBezTo>
                  <a:pt x="11824" y="42767"/>
                  <a:pt x="21399" y="33193"/>
                  <a:pt x="21399" y="21399"/>
                </a:cubicBezTo>
                <a:cubicBezTo>
                  <a:pt x="21399" y="9575"/>
                  <a:pt x="11824" y="1"/>
                  <a:pt x="0" y="1"/>
                </a:cubicBezTo>
                <a:close/>
              </a:path>
            </a:pathLst>
          </a:custGeom>
          <a:noFill/>
          <a:ln w="19000" cap="flat" cmpd="sng">
            <a:solidFill>
              <a:schemeClr val="lt1"/>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274" name="Google Shape;274;p10"/>
          <p:cNvGrpSpPr/>
          <p:nvPr/>
        </p:nvGrpSpPr>
        <p:grpSpPr>
          <a:xfrm>
            <a:off x="10343445" y="719347"/>
            <a:ext cx="907264" cy="1561012"/>
            <a:chOff x="832925" y="1132500"/>
            <a:chExt cx="376125" cy="647150"/>
          </a:xfrm>
        </p:grpSpPr>
        <p:sp>
          <p:nvSpPr>
            <p:cNvPr id="275" name="Google Shape;275;p10"/>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6" name="Google Shape;276;p10"/>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7" name="Google Shape;277;p10"/>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8" name="Google Shape;278;p10"/>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79" name="Google Shape;279;p10"/>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0" name="Google Shape;280;p10"/>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1" name="Google Shape;281;p10"/>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2" name="Google Shape;282;p10"/>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3" name="Google Shape;283;p10"/>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84" name="Google Shape;284;p10"/>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285" name="Google Shape;285;p10"/>
          <p:cNvSpPr txBox="1">
            <a:spLocks noGrp="1"/>
          </p:cNvSpPr>
          <p:nvPr>
            <p:ph type="title"/>
          </p:nvPr>
        </p:nvSpPr>
        <p:spPr>
          <a:xfrm>
            <a:off x="4282900" y="2718759"/>
            <a:ext cx="5486400" cy="854800"/>
          </a:xfrm>
          <a:prstGeom prst="rect">
            <a:avLst/>
          </a:prstGeom>
        </p:spPr>
        <p:txBody>
          <a:bodyPr spcFirstLastPara="1" wrap="square" lIns="0" tIns="0" rIns="0" bIns="0" anchor="b" anchorCtr="0">
            <a:noAutofit/>
          </a:bodyPr>
          <a:lstStyle>
            <a:lvl1pPr lvl="0">
              <a:spcBef>
                <a:spcPts val="0"/>
              </a:spcBef>
              <a:spcAft>
                <a:spcPts val="0"/>
              </a:spcAft>
              <a:buSzPts val="4200"/>
              <a:buNone/>
              <a:defRPr/>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r>
              <a:rPr lang="en-US"/>
              <a:t>Click to edit Master title style</a:t>
            </a:r>
            <a:endParaRPr/>
          </a:p>
        </p:txBody>
      </p:sp>
      <p:sp>
        <p:nvSpPr>
          <p:cNvPr id="286" name="Google Shape;286;p10"/>
          <p:cNvSpPr txBox="1">
            <a:spLocks noGrp="1"/>
          </p:cNvSpPr>
          <p:nvPr>
            <p:ph type="subTitle" idx="1"/>
          </p:nvPr>
        </p:nvSpPr>
        <p:spPr>
          <a:xfrm>
            <a:off x="4282900" y="3657600"/>
            <a:ext cx="5486400" cy="889200"/>
          </a:xfrm>
          <a:prstGeom prst="rect">
            <a:avLst/>
          </a:prstGeom>
        </p:spPr>
        <p:txBody>
          <a:bodyPr spcFirstLastPara="1" wrap="square" lIns="0" tIns="0" rIns="0" bIns="0" anchor="t"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r>
              <a:rPr lang="en-US"/>
              <a:t>Click to edit Master subtitle style</a:t>
            </a:r>
            <a:endParaRPr/>
          </a:p>
        </p:txBody>
      </p:sp>
      <p:sp>
        <p:nvSpPr>
          <p:cNvPr id="287" name="Google Shape;287;p10"/>
          <p:cNvSpPr txBox="1">
            <a:spLocks noGrp="1"/>
          </p:cNvSpPr>
          <p:nvPr>
            <p:ph type="title" idx="2" hasCustomPrompt="1"/>
          </p:nvPr>
        </p:nvSpPr>
        <p:spPr>
          <a:xfrm>
            <a:off x="517200" y="2011680"/>
            <a:ext cx="3050800" cy="2618000"/>
          </a:xfrm>
          <a:prstGeom prst="rect">
            <a:avLst/>
          </a:prstGeom>
        </p:spPr>
        <p:txBody>
          <a:bodyPr spcFirstLastPara="1" wrap="square" lIns="0" tIns="0" rIns="0" bIns="0" anchor="b" anchorCtr="0">
            <a:noAutofit/>
          </a:bodyPr>
          <a:lstStyle>
            <a:lvl1pPr lvl="0" algn="ctr" rtl="0">
              <a:spcBef>
                <a:spcPts val="0"/>
              </a:spcBef>
              <a:spcAft>
                <a:spcPts val="0"/>
              </a:spcAft>
              <a:buSzPts val="12000"/>
              <a:buNone/>
              <a:defRPr sz="15200"/>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Tree>
    <p:extLst>
      <p:ext uri="{BB962C8B-B14F-4D97-AF65-F5344CB8AC3E}">
        <p14:creationId xmlns:p14="http://schemas.microsoft.com/office/powerpoint/2010/main" val="4286057391"/>
      </p:ext>
    </p:extLst>
  </p:cSld>
  <p:clrMapOvr>
    <a:masterClrMapping/>
  </p:clrMapOvr>
  <p:hf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88"/>
        <p:cNvGrpSpPr/>
        <p:nvPr/>
      </p:nvGrpSpPr>
      <p:grpSpPr>
        <a:xfrm>
          <a:off x="0" y="0"/>
          <a:ext cx="0" cy="0"/>
          <a:chOff x="0" y="0"/>
          <a:chExt cx="0" cy="0"/>
        </a:xfrm>
      </p:grpSpPr>
      <p:sp>
        <p:nvSpPr>
          <p:cNvPr id="289" name="Google Shape;289;p11"/>
          <p:cNvSpPr/>
          <p:nvPr/>
        </p:nvSpPr>
        <p:spPr>
          <a:xfrm rot="-5400000">
            <a:off x="9001767" y="-4947793"/>
            <a:ext cx="7571200" cy="7571200"/>
          </a:xfrm>
          <a:prstGeom prst="blockArc">
            <a:avLst>
              <a:gd name="adj1" fmla="val 10800000"/>
              <a:gd name="adj2" fmla="val 0"/>
              <a:gd name="adj3" fmla="val 25000"/>
            </a:avLst>
          </a:prstGeom>
          <a:noFill/>
          <a:ln w="2857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90" name="Google Shape;290;p11"/>
          <p:cNvSpPr txBox="1">
            <a:spLocks noGrp="1"/>
          </p:cNvSpPr>
          <p:nvPr>
            <p:ph type="title"/>
          </p:nvPr>
        </p:nvSpPr>
        <p:spPr>
          <a:xfrm>
            <a:off x="938784" y="609600"/>
            <a:ext cx="4854400" cy="3198000"/>
          </a:xfrm>
          <a:prstGeom prst="rect">
            <a:avLst/>
          </a:prstGeom>
        </p:spPr>
        <p:txBody>
          <a:bodyPr spcFirstLastPara="1" wrap="square" lIns="0" tIns="0" rIns="0" bIns="0" anchor="t" anchorCtr="0">
            <a:noAutofit/>
          </a:bodyPr>
          <a:lstStyle>
            <a:lvl1pPr lvl="0"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grpSp>
        <p:nvGrpSpPr>
          <p:cNvPr id="291" name="Google Shape;291;p11"/>
          <p:cNvGrpSpPr/>
          <p:nvPr/>
        </p:nvGrpSpPr>
        <p:grpSpPr>
          <a:xfrm>
            <a:off x="1295852" y="5880700"/>
            <a:ext cx="4020233" cy="251867"/>
            <a:chOff x="713213" y="4410525"/>
            <a:chExt cx="3015175" cy="188900"/>
          </a:xfrm>
        </p:grpSpPr>
        <p:sp>
          <p:nvSpPr>
            <p:cNvPr id="292" name="Google Shape;292;p11"/>
            <p:cNvSpPr/>
            <p:nvPr/>
          </p:nvSpPr>
          <p:spPr>
            <a:xfrm>
              <a:off x="713213" y="45462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3" name="Google Shape;293;p11"/>
            <p:cNvSpPr/>
            <p:nvPr/>
          </p:nvSpPr>
          <p:spPr>
            <a:xfrm>
              <a:off x="901663" y="4546225"/>
              <a:ext cx="53200" cy="53200"/>
            </a:xfrm>
            <a:custGeom>
              <a:avLst/>
              <a:gdLst/>
              <a:ahLst/>
              <a:cxnLst/>
              <a:rect l="l" t="t" r="r" b="b"/>
              <a:pathLst>
                <a:path w="2128" h="2128" extrusionOk="0">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4" name="Google Shape;294;p11"/>
            <p:cNvSpPr/>
            <p:nvPr/>
          </p:nvSpPr>
          <p:spPr>
            <a:xfrm>
              <a:off x="1090863"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5" name="Google Shape;295;p11"/>
            <p:cNvSpPr/>
            <p:nvPr/>
          </p:nvSpPr>
          <p:spPr>
            <a:xfrm>
              <a:off x="1280088" y="45462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6" name="Google Shape;296;p11"/>
            <p:cNvSpPr/>
            <p:nvPr/>
          </p:nvSpPr>
          <p:spPr>
            <a:xfrm>
              <a:off x="1468538" y="45462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7" name="Google Shape;297;p11"/>
            <p:cNvSpPr/>
            <p:nvPr/>
          </p:nvSpPr>
          <p:spPr>
            <a:xfrm>
              <a:off x="1657738"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8" name="Google Shape;298;p11"/>
            <p:cNvSpPr/>
            <p:nvPr/>
          </p:nvSpPr>
          <p:spPr>
            <a:xfrm>
              <a:off x="1846963" y="45462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299" name="Google Shape;299;p11"/>
            <p:cNvSpPr/>
            <p:nvPr/>
          </p:nvSpPr>
          <p:spPr>
            <a:xfrm>
              <a:off x="2036163" y="45462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0" name="Google Shape;300;p11"/>
            <p:cNvSpPr/>
            <p:nvPr/>
          </p:nvSpPr>
          <p:spPr>
            <a:xfrm>
              <a:off x="2223863"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1" name="Google Shape;301;p11"/>
            <p:cNvSpPr/>
            <p:nvPr/>
          </p:nvSpPr>
          <p:spPr>
            <a:xfrm>
              <a:off x="2413088" y="4546225"/>
              <a:ext cx="53200" cy="53200"/>
            </a:xfrm>
            <a:custGeom>
              <a:avLst/>
              <a:gdLst/>
              <a:ahLst/>
              <a:cxnLst/>
              <a:rect l="l" t="t" r="r" b="b"/>
              <a:pathLst>
                <a:path w="2128"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2" name="Google Shape;302;p11"/>
            <p:cNvSpPr/>
            <p:nvPr/>
          </p:nvSpPr>
          <p:spPr>
            <a:xfrm>
              <a:off x="2602288" y="45462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3" name="Google Shape;303;p11"/>
            <p:cNvSpPr/>
            <p:nvPr/>
          </p:nvSpPr>
          <p:spPr>
            <a:xfrm>
              <a:off x="2790738"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4" name="Google Shape;304;p11"/>
            <p:cNvSpPr/>
            <p:nvPr/>
          </p:nvSpPr>
          <p:spPr>
            <a:xfrm>
              <a:off x="2979963" y="45462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5" name="Google Shape;305;p11"/>
            <p:cNvSpPr/>
            <p:nvPr/>
          </p:nvSpPr>
          <p:spPr>
            <a:xfrm>
              <a:off x="3169163"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6" name="Google Shape;306;p11"/>
            <p:cNvSpPr/>
            <p:nvPr/>
          </p:nvSpPr>
          <p:spPr>
            <a:xfrm>
              <a:off x="1219213" y="44105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7" name="Google Shape;307;p11"/>
            <p:cNvSpPr/>
            <p:nvPr/>
          </p:nvSpPr>
          <p:spPr>
            <a:xfrm>
              <a:off x="1407663" y="4410525"/>
              <a:ext cx="53200" cy="53200"/>
            </a:xfrm>
            <a:custGeom>
              <a:avLst/>
              <a:gdLst/>
              <a:ahLst/>
              <a:cxnLst/>
              <a:rect l="l" t="t" r="r" b="b"/>
              <a:pathLst>
                <a:path w="2128" h="2128" extrusionOk="0">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8" name="Google Shape;308;p11"/>
            <p:cNvSpPr/>
            <p:nvPr/>
          </p:nvSpPr>
          <p:spPr>
            <a:xfrm>
              <a:off x="1596863"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09" name="Google Shape;309;p11"/>
            <p:cNvSpPr/>
            <p:nvPr/>
          </p:nvSpPr>
          <p:spPr>
            <a:xfrm>
              <a:off x="1786088" y="44105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0" name="Google Shape;310;p11"/>
            <p:cNvSpPr/>
            <p:nvPr/>
          </p:nvSpPr>
          <p:spPr>
            <a:xfrm>
              <a:off x="1974538" y="44105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1" name="Google Shape;311;p11"/>
            <p:cNvSpPr/>
            <p:nvPr/>
          </p:nvSpPr>
          <p:spPr>
            <a:xfrm>
              <a:off x="2163738"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2" name="Google Shape;312;p11"/>
            <p:cNvSpPr/>
            <p:nvPr/>
          </p:nvSpPr>
          <p:spPr>
            <a:xfrm>
              <a:off x="2352963" y="44105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3" name="Google Shape;313;p11"/>
            <p:cNvSpPr/>
            <p:nvPr/>
          </p:nvSpPr>
          <p:spPr>
            <a:xfrm>
              <a:off x="2542163" y="44105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4" name="Google Shape;314;p11"/>
            <p:cNvSpPr/>
            <p:nvPr/>
          </p:nvSpPr>
          <p:spPr>
            <a:xfrm>
              <a:off x="2729863"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5" name="Google Shape;315;p11"/>
            <p:cNvSpPr/>
            <p:nvPr/>
          </p:nvSpPr>
          <p:spPr>
            <a:xfrm>
              <a:off x="2919088" y="4410525"/>
              <a:ext cx="53200" cy="53200"/>
            </a:xfrm>
            <a:custGeom>
              <a:avLst/>
              <a:gdLst/>
              <a:ahLst/>
              <a:cxnLst/>
              <a:rect l="l" t="t" r="r" b="b"/>
              <a:pathLst>
                <a:path w="2128"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6" name="Google Shape;316;p11"/>
            <p:cNvSpPr/>
            <p:nvPr/>
          </p:nvSpPr>
          <p:spPr>
            <a:xfrm>
              <a:off x="3108288" y="44105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7" name="Google Shape;317;p11"/>
            <p:cNvSpPr/>
            <p:nvPr/>
          </p:nvSpPr>
          <p:spPr>
            <a:xfrm>
              <a:off x="3296738"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8" name="Google Shape;318;p11"/>
            <p:cNvSpPr/>
            <p:nvPr/>
          </p:nvSpPr>
          <p:spPr>
            <a:xfrm>
              <a:off x="3485963" y="44105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19" name="Google Shape;319;p11"/>
            <p:cNvSpPr/>
            <p:nvPr/>
          </p:nvSpPr>
          <p:spPr>
            <a:xfrm>
              <a:off x="3675163"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20" name="Google Shape;320;p11"/>
          <p:cNvGrpSpPr/>
          <p:nvPr/>
        </p:nvGrpSpPr>
        <p:grpSpPr>
          <a:xfrm>
            <a:off x="6128859" y="1622672"/>
            <a:ext cx="785800" cy="1352025"/>
            <a:chOff x="832925" y="1132500"/>
            <a:chExt cx="376125" cy="647150"/>
          </a:xfrm>
        </p:grpSpPr>
        <p:sp>
          <p:nvSpPr>
            <p:cNvPr id="321" name="Google Shape;321;p11"/>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2" name="Google Shape;322;p11"/>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3" name="Google Shape;323;p11"/>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4" name="Google Shape;324;p11"/>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5" name="Google Shape;325;p11"/>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6" name="Google Shape;326;p11"/>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7" name="Google Shape;327;p11"/>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8" name="Google Shape;328;p11"/>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29" name="Google Shape;329;p11"/>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0" name="Google Shape;330;p11"/>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31" name="Google Shape;331;p11"/>
          <p:cNvGrpSpPr/>
          <p:nvPr/>
        </p:nvGrpSpPr>
        <p:grpSpPr>
          <a:xfrm>
            <a:off x="-151166" y="3367665"/>
            <a:ext cx="1692396" cy="3191823"/>
            <a:chOff x="-93500" y="1849248"/>
            <a:chExt cx="1269297" cy="2393867"/>
          </a:xfrm>
        </p:grpSpPr>
        <p:sp>
          <p:nvSpPr>
            <p:cNvPr id="332" name="Google Shape;332;p11"/>
            <p:cNvSpPr/>
            <p:nvPr/>
          </p:nvSpPr>
          <p:spPr>
            <a:xfrm>
              <a:off x="-93500" y="1849248"/>
              <a:ext cx="1183896" cy="2369347"/>
            </a:xfrm>
            <a:custGeom>
              <a:avLst/>
              <a:gdLst/>
              <a:ahLst/>
              <a:cxnLst/>
              <a:rect l="l" t="t" r="r" b="b"/>
              <a:pathLst>
                <a:path w="21369" h="42768" extrusionOk="0">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3" name="Google Shape;333;p11"/>
            <p:cNvSpPr/>
            <p:nvPr/>
          </p:nvSpPr>
          <p:spPr>
            <a:xfrm>
              <a:off x="-9816" y="1873768"/>
              <a:ext cx="1185614" cy="2369347"/>
            </a:xfrm>
            <a:custGeom>
              <a:avLst/>
              <a:gdLst/>
              <a:ahLst/>
              <a:cxnLst/>
              <a:rect l="l" t="t" r="r" b="b"/>
              <a:pathLst>
                <a:path w="21400" h="42768" fill="none" extrusionOk="0">
                  <a:moveTo>
                    <a:pt x="0" y="1"/>
                  </a:moveTo>
                  <a:lnTo>
                    <a:pt x="0" y="42767"/>
                  </a:lnTo>
                  <a:cubicBezTo>
                    <a:pt x="11824" y="42767"/>
                    <a:pt x="21399" y="33193"/>
                    <a:pt x="21399" y="21399"/>
                  </a:cubicBezTo>
                  <a:cubicBezTo>
                    <a:pt x="21399" y="9575"/>
                    <a:pt x="11824" y="1"/>
                    <a:pt x="0" y="1"/>
                  </a:cubicBezTo>
                  <a:close/>
                </a:path>
              </a:pathLst>
            </a:custGeom>
            <a:noFill/>
            <a:ln w="19000"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334" name="Google Shape;334;p11"/>
            <p:cNvGrpSpPr/>
            <p:nvPr/>
          </p:nvGrpSpPr>
          <p:grpSpPr>
            <a:xfrm>
              <a:off x="238719" y="2478666"/>
              <a:ext cx="589350" cy="1014019"/>
              <a:chOff x="832925" y="1132500"/>
              <a:chExt cx="376125" cy="647150"/>
            </a:xfrm>
          </p:grpSpPr>
          <p:sp>
            <p:nvSpPr>
              <p:cNvPr id="335" name="Google Shape;335;p11"/>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6" name="Google Shape;336;p11"/>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7" name="Google Shape;337;p11"/>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8" name="Google Shape;338;p11"/>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39" name="Google Shape;339;p11"/>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0" name="Google Shape;340;p11"/>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1" name="Google Shape;341;p11"/>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2" name="Google Shape;342;p11"/>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3" name="Google Shape;343;p11"/>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44" name="Google Shape;344;p11"/>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155672812"/>
      </p:ext>
    </p:extLst>
  </p:cSld>
  <p:clrMapOvr>
    <a:masterClrMapping/>
  </p:clrMapOvr>
  <p:hf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45"/>
        <p:cNvGrpSpPr/>
        <p:nvPr/>
      </p:nvGrpSpPr>
      <p:grpSpPr>
        <a:xfrm>
          <a:off x="0" y="0"/>
          <a:ext cx="0" cy="0"/>
          <a:chOff x="0" y="0"/>
          <a:chExt cx="0" cy="0"/>
        </a:xfrm>
      </p:grpSpPr>
      <p:sp>
        <p:nvSpPr>
          <p:cNvPr id="346" name="Google Shape;346;p12"/>
          <p:cNvSpPr txBox="1">
            <a:spLocks noGrp="1"/>
          </p:cNvSpPr>
          <p:nvPr>
            <p:ph type="title" hasCustomPrompt="1"/>
          </p:nvPr>
        </p:nvSpPr>
        <p:spPr>
          <a:xfrm>
            <a:off x="3048000" y="1474833"/>
            <a:ext cx="6096000" cy="2618000"/>
          </a:xfrm>
          <a:prstGeom prst="rect">
            <a:avLst/>
          </a:prstGeom>
        </p:spPr>
        <p:txBody>
          <a:bodyPr spcFirstLastPara="1" wrap="square" lIns="0" tIns="0" rIns="0" bIns="0" anchor="b" anchorCtr="0">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347" name="Google Shape;347;p12"/>
          <p:cNvSpPr txBox="1">
            <a:spLocks noGrp="1"/>
          </p:cNvSpPr>
          <p:nvPr>
            <p:ph type="subTitle" idx="1"/>
          </p:nvPr>
        </p:nvSpPr>
        <p:spPr>
          <a:xfrm>
            <a:off x="3048000" y="3645404"/>
            <a:ext cx="6096000" cy="8892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grpSp>
        <p:nvGrpSpPr>
          <p:cNvPr id="348" name="Google Shape;348;p12"/>
          <p:cNvGrpSpPr/>
          <p:nvPr/>
        </p:nvGrpSpPr>
        <p:grpSpPr>
          <a:xfrm>
            <a:off x="460145" y="453498"/>
            <a:ext cx="907264" cy="1561012"/>
            <a:chOff x="832925" y="1132500"/>
            <a:chExt cx="376125" cy="647150"/>
          </a:xfrm>
        </p:grpSpPr>
        <p:sp>
          <p:nvSpPr>
            <p:cNvPr id="349" name="Google Shape;349;p12"/>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0" name="Google Shape;350;p12"/>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1" name="Google Shape;351;p12"/>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2" name="Google Shape;352;p12"/>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3" name="Google Shape;353;p12"/>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4" name="Google Shape;354;p12"/>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5" name="Google Shape;355;p12"/>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6" name="Google Shape;356;p12"/>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7" name="Google Shape;357;p12"/>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58" name="Google Shape;358;p12"/>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59" name="Google Shape;359;p12"/>
          <p:cNvGrpSpPr/>
          <p:nvPr/>
        </p:nvGrpSpPr>
        <p:grpSpPr>
          <a:xfrm>
            <a:off x="9861051" y="5624934"/>
            <a:ext cx="1379967" cy="507633"/>
            <a:chOff x="713225" y="4249875"/>
            <a:chExt cx="1034975" cy="380725"/>
          </a:xfrm>
        </p:grpSpPr>
        <p:grpSp>
          <p:nvGrpSpPr>
            <p:cNvPr id="360" name="Google Shape;360;p12"/>
            <p:cNvGrpSpPr/>
            <p:nvPr/>
          </p:nvGrpSpPr>
          <p:grpSpPr>
            <a:xfrm>
              <a:off x="713225" y="4577400"/>
              <a:ext cx="1034975" cy="53200"/>
              <a:chOff x="713225" y="4577400"/>
              <a:chExt cx="1034975" cy="53200"/>
            </a:xfrm>
          </p:grpSpPr>
          <p:sp>
            <p:nvSpPr>
              <p:cNvPr id="361" name="Google Shape;361;p12"/>
              <p:cNvSpPr/>
              <p:nvPr/>
            </p:nvSpPr>
            <p:spPr>
              <a:xfrm>
                <a:off x="1695000" y="4577400"/>
                <a:ext cx="53200" cy="53200"/>
              </a:xfrm>
              <a:custGeom>
                <a:avLst/>
                <a:gdLst/>
                <a:ahLst/>
                <a:cxnLst/>
                <a:rect l="l" t="t" r="r" b="b"/>
                <a:pathLst>
                  <a:path w="2128" h="2128" extrusionOk="0">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2" name="Google Shape;362;p12"/>
              <p:cNvSpPr/>
              <p:nvPr/>
            </p:nvSpPr>
            <p:spPr>
              <a:xfrm>
                <a:off x="1564300"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3" name="Google Shape;363;p12"/>
              <p:cNvSpPr/>
              <p:nvPr/>
            </p:nvSpPr>
            <p:spPr>
              <a:xfrm>
                <a:off x="1406225" y="4577400"/>
                <a:ext cx="53225" cy="53200"/>
              </a:xfrm>
              <a:custGeom>
                <a:avLst/>
                <a:gdLst/>
                <a:ahLst/>
                <a:cxnLst/>
                <a:rect l="l" t="t" r="r" b="b"/>
                <a:pathLst>
                  <a:path w="2129" h="2128" extrusionOk="0">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4" name="Google Shape;364;p12"/>
              <p:cNvSpPr/>
              <p:nvPr/>
            </p:nvSpPr>
            <p:spPr>
              <a:xfrm>
                <a:off x="12747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5" name="Google Shape;365;p12"/>
              <p:cNvSpPr/>
              <p:nvPr/>
            </p:nvSpPr>
            <p:spPr>
              <a:xfrm>
                <a:off x="1126600" y="4577400"/>
                <a:ext cx="52450" cy="53200"/>
              </a:xfrm>
              <a:custGeom>
                <a:avLst/>
                <a:gdLst/>
                <a:ahLst/>
                <a:cxnLst/>
                <a:rect l="l" t="t" r="r" b="b"/>
                <a:pathLst>
                  <a:path w="2098" h="2128" extrusionOk="0">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6" name="Google Shape;366;p12"/>
              <p:cNvSpPr/>
              <p:nvPr/>
            </p:nvSpPr>
            <p:spPr>
              <a:xfrm>
                <a:off x="9943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7" name="Google Shape;367;p12"/>
              <p:cNvSpPr/>
              <p:nvPr/>
            </p:nvSpPr>
            <p:spPr>
              <a:xfrm>
                <a:off x="843925" y="4577400"/>
                <a:ext cx="53200" cy="53200"/>
              </a:xfrm>
              <a:custGeom>
                <a:avLst/>
                <a:gdLst/>
                <a:ahLst/>
                <a:cxnLst/>
                <a:rect l="l" t="t" r="r" b="b"/>
                <a:pathLst>
                  <a:path w="2128" h="2128" extrusionOk="0">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68" name="Google Shape;368;p12"/>
              <p:cNvSpPr/>
              <p:nvPr/>
            </p:nvSpPr>
            <p:spPr>
              <a:xfrm>
                <a:off x="713225"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69" name="Google Shape;369;p12"/>
            <p:cNvGrpSpPr/>
            <p:nvPr/>
          </p:nvGrpSpPr>
          <p:grpSpPr>
            <a:xfrm>
              <a:off x="713225" y="4468725"/>
              <a:ext cx="1034975" cy="53225"/>
              <a:chOff x="713225" y="4468725"/>
              <a:chExt cx="1034975" cy="53225"/>
            </a:xfrm>
          </p:grpSpPr>
          <p:sp>
            <p:nvSpPr>
              <p:cNvPr id="370" name="Google Shape;370;p12"/>
              <p:cNvSpPr/>
              <p:nvPr/>
            </p:nvSpPr>
            <p:spPr>
              <a:xfrm>
                <a:off x="1695000" y="4468725"/>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1" name="Google Shape;371;p12"/>
              <p:cNvSpPr/>
              <p:nvPr/>
            </p:nvSpPr>
            <p:spPr>
              <a:xfrm>
                <a:off x="1564300"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2" name="Google Shape;372;p12"/>
              <p:cNvSpPr/>
              <p:nvPr/>
            </p:nvSpPr>
            <p:spPr>
              <a:xfrm>
                <a:off x="1406225" y="4468725"/>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3" name="Google Shape;373;p12"/>
              <p:cNvSpPr/>
              <p:nvPr/>
            </p:nvSpPr>
            <p:spPr>
              <a:xfrm>
                <a:off x="12747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4" name="Google Shape;374;p12"/>
              <p:cNvSpPr/>
              <p:nvPr/>
            </p:nvSpPr>
            <p:spPr>
              <a:xfrm>
                <a:off x="1126600" y="4468725"/>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5" name="Google Shape;375;p12"/>
              <p:cNvSpPr/>
              <p:nvPr/>
            </p:nvSpPr>
            <p:spPr>
              <a:xfrm>
                <a:off x="9943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6" name="Google Shape;376;p12"/>
              <p:cNvSpPr/>
              <p:nvPr/>
            </p:nvSpPr>
            <p:spPr>
              <a:xfrm>
                <a:off x="843925" y="4468725"/>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77" name="Google Shape;377;p12"/>
              <p:cNvSpPr/>
              <p:nvPr/>
            </p:nvSpPr>
            <p:spPr>
              <a:xfrm>
                <a:off x="713225"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78" name="Google Shape;378;p12"/>
            <p:cNvGrpSpPr/>
            <p:nvPr/>
          </p:nvGrpSpPr>
          <p:grpSpPr>
            <a:xfrm>
              <a:off x="713225" y="4359300"/>
              <a:ext cx="1034975" cy="53225"/>
              <a:chOff x="713225" y="4359300"/>
              <a:chExt cx="1034975" cy="53225"/>
            </a:xfrm>
          </p:grpSpPr>
          <p:sp>
            <p:nvSpPr>
              <p:cNvPr id="379" name="Google Shape;379;p12"/>
              <p:cNvSpPr/>
              <p:nvPr/>
            </p:nvSpPr>
            <p:spPr>
              <a:xfrm>
                <a:off x="1695000" y="4359300"/>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0" name="Google Shape;380;p12"/>
              <p:cNvSpPr/>
              <p:nvPr/>
            </p:nvSpPr>
            <p:spPr>
              <a:xfrm>
                <a:off x="1564300"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1" name="Google Shape;381;p12"/>
              <p:cNvSpPr/>
              <p:nvPr/>
            </p:nvSpPr>
            <p:spPr>
              <a:xfrm>
                <a:off x="1406225" y="435930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2" name="Google Shape;382;p12"/>
              <p:cNvSpPr/>
              <p:nvPr/>
            </p:nvSpPr>
            <p:spPr>
              <a:xfrm>
                <a:off x="12747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3" name="Google Shape;383;p12"/>
              <p:cNvSpPr/>
              <p:nvPr/>
            </p:nvSpPr>
            <p:spPr>
              <a:xfrm>
                <a:off x="1126600" y="4359300"/>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4" name="Google Shape;384;p12"/>
              <p:cNvSpPr/>
              <p:nvPr/>
            </p:nvSpPr>
            <p:spPr>
              <a:xfrm>
                <a:off x="9943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5" name="Google Shape;385;p12"/>
              <p:cNvSpPr/>
              <p:nvPr/>
            </p:nvSpPr>
            <p:spPr>
              <a:xfrm>
                <a:off x="843925" y="4359300"/>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6" name="Google Shape;386;p12"/>
              <p:cNvSpPr/>
              <p:nvPr/>
            </p:nvSpPr>
            <p:spPr>
              <a:xfrm>
                <a:off x="713225"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387" name="Google Shape;387;p12"/>
            <p:cNvGrpSpPr/>
            <p:nvPr/>
          </p:nvGrpSpPr>
          <p:grpSpPr>
            <a:xfrm>
              <a:off x="713225" y="4249875"/>
              <a:ext cx="1034975" cy="53225"/>
              <a:chOff x="713225" y="4249875"/>
              <a:chExt cx="1034975" cy="53225"/>
            </a:xfrm>
          </p:grpSpPr>
          <p:sp>
            <p:nvSpPr>
              <p:cNvPr id="388" name="Google Shape;388;p12"/>
              <p:cNvSpPr/>
              <p:nvPr/>
            </p:nvSpPr>
            <p:spPr>
              <a:xfrm>
                <a:off x="1695000" y="4249875"/>
                <a:ext cx="53200" cy="53225"/>
              </a:xfrm>
              <a:custGeom>
                <a:avLst/>
                <a:gdLst/>
                <a:ahLst/>
                <a:cxnLst/>
                <a:rect l="l" t="t" r="r" b="b"/>
                <a:pathLst>
                  <a:path w="2128" h="2129" extrusionOk="0">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89" name="Google Shape;389;p12"/>
              <p:cNvSpPr/>
              <p:nvPr/>
            </p:nvSpPr>
            <p:spPr>
              <a:xfrm>
                <a:off x="1564300"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0" name="Google Shape;390;p12"/>
              <p:cNvSpPr/>
              <p:nvPr/>
            </p:nvSpPr>
            <p:spPr>
              <a:xfrm>
                <a:off x="1406225" y="4249875"/>
                <a:ext cx="53225" cy="53225"/>
              </a:xfrm>
              <a:custGeom>
                <a:avLst/>
                <a:gdLst/>
                <a:ahLst/>
                <a:cxnLst/>
                <a:rect l="l" t="t" r="r" b="b"/>
                <a:pathLst>
                  <a:path w="2129" h="2129" extrusionOk="0">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1" name="Google Shape;391;p12"/>
              <p:cNvSpPr/>
              <p:nvPr/>
            </p:nvSpPr>
            <p:spPr>
              <a:xfrm>
                <a:off x="12747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2" name="Google Shape;392;p12"/>
              <p:cNvSpPr/>
              <p:nvPr/>
            </p:nvSpPr>
            <p:spPr>
              <a:xfrm>
                <a:off x="1126600" y="4249875"/>
                <a:ext cx="52450" cy="53225"/>
              </a:xfrm>
              <a:custGeom>
                <a:avLst/>
                <a:gdLst/>
                <a:ahLst/>
                <a:cxnLst/>
                <a:rect l="l" t="t" r="r" b="b"/>
                <a:pathLst>
                  <a:path w="2098" h="2129" extrusionOk="0">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3" name="Google Shape;393;p12"/>
              <p:cNvSpPr/>
              <p:nvPr/>
            </p:nvSpPr>
            <p:spPr>
              <a:xfrm>
                <a:off x="9943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4" name="Google Shape;394;p12"/>
              <p:cNvSpPr/>
              <p:nvPr/>
            </p:nvSpPr>
            <p:spPr>
              <a:xfrm>
                <a:off x="843925" y="4249875"/>
                <a:ext cx="53200" cy="53225"/>
              </a:xfrm>
              <a:custGeom>
                <a:avLst/>
                <a:gdLst/>
                <a:ahLst/>
                <a:cxnLst/>
                <a:rect l="l" t="t" r="r" b="b"/>
                <a:pathLst>
                  <a:path w="2128" h="2129" extrusionOk="0">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395" name="Google Shape;395;p12"/>
              <p:cNvSpPr/>
              <p:nvPr/>
            </p:nvSpPr>
            <p:spPr>
              <a:xfrm>
                <a:off x="713225"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396" name="Google Shape;396;p12"/>
          <p:cNvSpPr/>
          <p:nvPr/>
        </p:nvSpPr>
        <p:spPr>
          <a:xfrm>
            <a:off x="-124667" y="3182865"/>
            <a:ext cx="1578528" cy="3159129"/>
          </a:xfrm>
          <a:custGeom>
            <a:avLst/>
            <a:gdLst/>
            <a:ahLst/>
            <a:cxnLst/>
            <a:rect l="l" t="t" r="r" b="b"/>
            <a:pathLst>
              <a:path w="21369" h="42768" extrusionOk="0">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97" name="Google Shape;397;p12"/>
          <p:cNvSpPr/>
          <p:nvPr/>
        </p:nvSpPr>
        <p:spPr>
          <a:xfrm>
            <a:off x="-13088" y="3215558"/>
            <a:ext cx="1580819" cy="3159129"/>
          </a:xfrm>
          <a:custGeom>
            <a:avLst/>
            <a:gdLst/>
            <a:ahLst/>
            <a:cxnLst/>
            <a:rect l="l" t="t" r="r" b="b"/>
            <a:pathLst>
              <a:path w="21400" h="42768" fill="none" extrusionOk="0">
                <a:moveTo>
                  <a:pt x="0" y="1"/>
                </a:moveTo>
                <a:lnTo>
                  <a:pt x="0" y="42767"/>
                </a:lnTo>
                <a:cubicBezTo>
                  <a:pt x="11824" y="42767"/>
                  <a:pt x="21399" y="33193"/>
                  <a:pt x="21399" y="21399"/>
                </a:cubicBezTo>
                <a:cubicBezTo>
                  <a:pt x="21399" y="9575"/>
                  <a:pt x="11824" y="1"/>
                  <a:pt x="0" y="1"/>
                </a:cubicBezTo>
                <a:close/>
              </a:path>
            </a:pathLst>
          </a:custGeom>
          <a:noFill/>
          <a:ln w="19000" cap="flat" cmpd="sng">
            <a:solidFill>
              <a:schemeClr val="lt1"/>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398" name="Google Shape;398;p12"/>
          <p:cNvGrpSpPr/>
          <p:nvPr/>
        </p:nvGrpSpPr>
        <p:grpSpPr>
          <a:xfrm>
            <a:off x="318292" y="4022089"/>
            <a:ext cx="785800" cy="1352025"/>
            <a:chOff x="832925" y="1132500"/>
            <a:chExt cx="376125" cy="647150"/>
          </a:xfrm>
        </p:grpSpPr>
        <p:sp>
          <p:nvSpPr>
            <p:cNvPr id="399" name="Google Shape;399;p12"/>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0" name="Google Shape;400;p12"/>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1" name="Google Shape;401;p12"/>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2" name="Google Shape;402;p12"/>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3" name="Google Shape;403;p12"/>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4" name="Google Shape;404;p12"/>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5" name="Google Shape;405;p12"/>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6" name="Google Shape;406;p12"/>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7" name="Google Shape;407;p12"/>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08" name="Google Shape;408;p12"/>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341630914"/>
      </p:ext>
    </p:extLst>
  </p:cSld>
  <p:clrMapOvr>
    <a:masterClrMapping/>
  </p:clrMapOvr>
  <p:hf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409"/>
        <p:cNvGrpSpPr/>
        <p:nvPr/>
      </p:nvGrpSpPr>
      <p:grpSpPr>
        <a:xfrm>
          <a:off x="0" y="0"/>
          <a:ext cx="0" cy="0"/>
          <a:chOff x="0" y="0"/>
          <a:chExt cx="0" cy="0"/>
        </a:xfrm>
      </p:grpSpPr>
    </p:spTree>
    <p:extLst>
      <p:ext uri="{BB962C8B-B14F-4D97-AF65-F5344CB8AC3E}">
        <p14:creationId xmlns:p14="http://schemas.microsoft.com/office/powerpoint/2010/main" val="6476575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10"/>
        <p:cNvGrpSpPr/>
        <p:nvPr/>
      </p:nvGrpSpPr>
      <p:grpSpPr>
        <a:xfrm>
          <a:off x="0" y="0"/>
          <a:ext cx="0" cy="0"/>
          <a:chOff x="0" y="0"/>
          <a:chExt cx="0" cy="0"/>
        </a:xfrm>
      </p:grpSpPr>
      <p:grpSp>
        <p:nvGrpSpPr>
          <p:cNvPr id="411" name="Google Shape;411;p14"/>
          <p:cNvGrpSpPr/>
          <p:nvPr/>
        </p:nvGrpSpPr>
        <p:grpSpPr>
          <a:xfrm>
            <a:off x="1" y="2020421"/>
            <a:ext cx="2046700" cy="377967"/>
            <a:chOff x="0" y="539500"/>
            <a:chExt cx="1535025" cy="283475"/>
          </a:xfrm>
        </p:grpSpPr>
        <p:sp>
          <p:nvSpPr>
            <p:cNvPr id="412" name="Google Shape;412;p14"/>
            <p:cNvSpPr/>
            <p:nvPr/>
          </p:nvSpPr>
          <p:spPr>
            <a:xfrm>
              <a:off x="0" y="53950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3" name="Google Shape;413;p14"/>
            <p:cNvSpPr/>
            <p:nvPr/>
          </p:nvSpPr>
          <p:spPr>
            <a:xfrm>
              <a:off x="0" y="72415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14" name="Google Shape;414;p14"/>
          <p:cNvGrpSpPr/>
          <p:nvPr/>
        </p:nvGrpSpPr>
        <p:grpSpPr>
          <a:xfrm>
            <a:off x="10531893" y="731522"/>
            <a:ext cx="709127" cy="717849"/>
            <a:chOff x="418544" y="539491"/>
            <a:chExt cx="531845" cy="538387"/>
          </a:xfrm>
        </p:grpSpPr>
        <p:sp>
          <p:nvSpPr>
            <p:cNvPr id="415" name="Google Shape;415;p14"/>
            <p:cNvSpPr/>
            <p:nvPr/>
          </p:nvSpPr>
          <p:spPr>
            <a:xfrm>
              <a:off x="418544" y="904069"/>
              <a:ext cx="172516" cy="173808"/>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6" name="Google Shape;416;p14"/>
            <p:cNvSpPr/>
            <p:nvPr/>
          </p:nvSpPr>
          <p:spPr>
            <a:xfrm>
              <a:off x="839296" y="539491"/>
              <a:ext cx="26167" cy="86258"/>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7" name="Google Shape;417;p14"/>
            <p:cNvSpPr/>
            <p:nvPr/>
          </p:nvSpPr>
          <p:spPr>
            <a:xfrm>
              <a:off x="839296" y="644003"/>
              <a:ext cx="26167" cy="86297"/>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8" name="Google Shape;418;p14"/>
            <p:cNvSpPr/>
            <p:nvPr/>
          </p:nvSpPr>
          <p:spPr>
            <a:xfrm>
              <a:off x="870634" y="620500"/>
              <a:ext cx="79755" cy="26167"/>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19" name="Google Shape;419;p14"/>
            <p:cNvSpPr/>
            <p:nvPr/>
          </p:nvSpPr>
          <p:spPr>
            <a:xfrm>
              <a:off x="756955" y="622684"/>
              <a:ext cx="79755" cy="26167"/>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20" name="Google Shape;420;p14"/>
          <p:cNvSpPr txBox="1">
            <a:spLocks noGrp="1"/>
          </p:cNvSpPr>
          <p:nvPr>
            <p:ph type="title"/>
          </p:nvPr>
        </p:nvSpPr>
        <p:spPr>
          <a:xfrm>
            <a:off x="950967" y="609600"/>
            <a:ext cx="10290000" cy="763600"/>
          </a:xfrm>
          <a:prstGeom prst="rect">
            <a:avLst/>
          </a:prstGeom>
        </p:spPr>
        <p:txBody>
          <a:bodyPr spcFirstLastPara="1" wrap="square" lIns="0" tIns="0" rIns="0" bIns="0" anchor="t" anchorCtr="0">
            <a:noAutofit/>
          </a:bodyPr>
          <a:lstStyle>
            <a:lvl1pPr marR="853419"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421" name="Google Shape;421;p14"/>
          <p:cNvSpPr txBox="1">
            <a:spLocks noGrp="1"/>
          </p:cNvSpPr>
          <p:nvPr>
            <p:ph type="subTitle" idx="1"/>
          </p:nvPr>
        </p:nvSpPr>
        <p:spPr>
          <a:xfrm>
            <a:off x="1357367" y="3037500"/>
            <a:ext cx="1424000" cy="763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5333">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22" name="Google Shape;422;p14"/>
          <p:cNvSpPr txBox="1">
            <a:spLocks noGrp="1"/>
          </p:cNvSpPr>
          <p:nvPr>
            <p:ph type="subTitle" idx="2"/>
          </p:nvPr>
        </p:nvSpPr>
        <p:spPr>
          <a:xfrm>
            <a:off x="950967" y="5009412"/>
            <a:ext cx="2438400" cy="11968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423" name="Google Shape;423;p14"/>
          <p:cNvSpPr txBox="1">
            <a:spLocks noGrp="1"/>
          </p:cNvSpPr>
          <p:nvPr>
            <p:ph type="subTitle" idx="3"/>
          </p:nvPr>
        </p:nvSpPr>
        <p:spPr>
          <a:xfrm>
            <a:off x="918800" y="4242816"/>
            <a:ext cx="2438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24" name="Google Shape;424;p14"/>
          <p:cNvSpPr txBox="1">
            <a:spLocks noGrp="1"/>
          </p:cNvSpPr>
          <p:nvPr>
            <p:ph type="subTitle" idx="4"/>
          </p:nvPr>
        </p:nvSpPr>
        <p:spPr>
          <a:xfrm>
            <a:off x="3998967" y="3037500"/>
            <a:ext cx="1424000" cy="763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5333">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25" name="Google Shape;425;p14"/>
          <p:cNvSpPr txBox="1">
            <a:spLocks noGrp="1"/>
          </p:cNvSpPr>
          <p:nvPr>
            <p:ph type="subTitle" idx="5"/>
          </p:nvPr>
        </p:nvSpPr>
        <p:spPr>
          <a:xfrm>
            <a:off x="3592567" y="5009412"/>
            <a:ext cx="2438400" cy="11968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426" name="Google Shape;426;p14"/>
          <p:cNvSpPr txBox="1">
            <a:spLocks noGrp="1"/>
          </p:cNvSpPr>
          <p:nvPr>
            <p:ph type="subTitle" idx="6"/>
          </p:nvPr>
        </p:nvSpPr>
        <p:spPr>
          <a:xfrm>
            <a:off x="3560400" y="4242816"/>
            <a:ext cx="2438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27" name="Google Shape;427;p14"/>
          <p:cNvSpPr txBox="1">
            <a:spLocks noGrp="1"/>
          </p:cNvSpPr>
          <p:nvPr>
            <p:ph type="subTitle" idx="7"/>
          </p:nvPr>
        </p:nvSpPr>
        <p:spPr>
          <a:xfrm>
            <a:off x="6640567" y="3037500"/>
            <a:ext cx="1424000" cy="763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5333">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28" name="Google Shape;428;p14"/>
          <p:cNvSpPr txBox="1">
            <a:spLocks noGrp="1"/>
          </p:cNvSpPr>
          <p:nvPr>
            <p:ph type="subTitle" idx="8"/>
          </p:nvPr>
        </p:nvSpPr>
        <p:spPr>
          <a:xfrm>
            <a:off x="6234167" y="5009412"/>
            <a:ext cx="2438400" cy="11968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429" name="Google Shape;429;p14"/>
          <p:cNvSpPr txBox="1">
            <a:spLocks noGrp="1"/>
          </p:cNvSpPr>
          <p:nvPr>
            <p:ph type="subTitle" idx="9"/>
          </p:nvPr>
        </p:nvSpPr>
        <p:spPr>
          <a:xfrm>
            <a:off x="6416967" y="4242816"/>
            <a:ext cx="20728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30" name="Google Shape;430;p14"/>
          <p:cNvSpPr txBox="1">
            <a:spLocks noGrp="1"/>
          </p:cNvSpPr>
          <p:nvPr>
            <p:ph type="subTitle" idx="13"/>
          </p:nvPr>
        </p:nvSpPr>
        <p:spPr>
          <a:xfrm>
            <a:off x="9282167" y="3037500"/>
            <a:ext cx="1424000" cy="763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5333">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31" name="Google Shape;431;p14"/>
          <p:cNvSpPr txBox="1">
            <a:spLocks noGrp="1"/>
          </p:cNvSpPr>
          <p:nvPr>
            <p:ph type="subTitle" idx="14"/>
          </p:nvPr>
        </p:nvSpPr>
        <p:spPr>
          <a:xfrm>
            <a:off x="8875767" y="5009412"/>
            <a:ext cx="2438400" cy="11968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432" name="Google Shape;432;p14"/>
          <p:cNvSpPr txBox="1">
            <a:spLocks noGrp="1"/>
          </p:cNvSpPr>
          <p:nvPr>
            <p:ph type="subTitle" idx="15"/>
          </p:nvPr>
        </p:nvSpPr>
        <p:spPr>
          <a:xfrm>
            <a:off x="8843600" y="4242816"/>
            <a:ext cx="2438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4232649138"/>
      </p:ext>
    </p:extLst>
  </p:cSld>
  <p:clrMapOvr>
    <a:masterClrMapping/>
  </p:clrMapOvr>
  <p:hf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33"/>
        <p:cNvGrpSpPr/>
        <p:nvPr/>
      </p:nvGrpSpPr>
      <p:grpSpPr>
        <a:xfrm>
          <a:off x="0" y="0"/>
          <a:ext cx="0" cy="0"/>
          <a:chOff x="0" y="0"/>
          <a:chExt cx="0" cy="0"/>
        </a:xfrm>
      </p:grpSpPr>
      <p:sp>
        <p:nvSpPr>
          <p:cNvPr id="434" name="Google Shape;434;p15"/>
          <p:cNvSpPr txBox="1">
            <a:spLocks noGrp="1"/>
          </p:cNvSpPr>
          <p:nvPr>
            <p:ph type="subTitle" idx="1"/>
          </p:nvPr>
        </p:nvSpPr>
        <p:spPr>
          <a:xfrm>
            <a:off x="1828800" y="1658112"/>
            <a:ext cx="8534400" cy="19360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3600"/>
              <a:buNone/>
              <a:defRPr sz="3733">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grpSp>
        <p:nvGrpSpPr>
          <p:cNvPr id="435" name="Google Shape;435;p15"/>
          <p:cNvGrpSpPr/>
          <p:nvPr/>
        </p:nvGrpSpPr>
        <p:grpSpPr>
          <a:xfrm>
            <a:off x="995434" y="5710167"/>
            <a:ext cx="2046700" cy="377967"/>
            <a:chOff x="689100" y="4315950"/>
            <a:chExt cx="1535025" cy="283475"/>
          </a:xfrm>
        </p:grpSpPr>
        <p:sp>
          <p:nvSpPr>
            <p:cNvPr id="436" name="Google Shape;436;p15"/>
            <p:cNvSpPr/>
            <p:nvPr/>
          </p:nvSpPr>
          <p:spPr>
            <a:xfrm>
              <a:off x="689100" y="431595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37" name="Google Shape;437;p15"/>
            <p:cNvSpPr/>
            <p:nvPr/>
          </p:nvSpPr>
          <p:spPr>
            <a:xfrm>
              <a:off x="689100" y="450060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38" name="Google Shape;438;p15"/>
          <p:cNvSpPr/>
          <p:nvPr/>
        </p:nvSpPr>
        <p:spPr>
          <a:xfrm rot="-8567907">
            <a:off x="10037248" y="-1962554"/>
            <a:ext cx="3925105" cy="3925105"/>
          </a:xfrm>
          <a:prstGeom prst="blockArc">
            <a:avLst>
              <a:gd name="adj1" fmla="val 10800000"/>
              <a:gd name="adj2" fmla="val 0"/>
              <a:gd name="adj3" fmla="val 25000"/>
            </a:avLst>
          </a:prstGeom>
          <a:noFill/>
          <a:ln w="2857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439" name="Google Shape;439;p15"/>
          <p:cNvGrpSpPr/>
          <p:nvPr/>
        </p:nvGrpSpPr>
        <p:grpSpPr>
          <a:xfrm>
            <a:off x="10848125" y="4780556"/>
            <a:ext cx="785800" cy="1352025"/>
            <a:chOff x="832925" y="1132500"/>
            <a:chExt cx="376125" cy="647150"/>
          </a:xfrm>
        </p:grpSpPr>
        <p:sp>
          <p:nvSpPr>
            <p:cNvPr id="440" name="Google Shape;440;p15"/>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1" name="Google Shape;441;p15"/>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2" name="Google Shape;442;p15"/>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3" name="Google Shape;443;p15"/>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4" name="Google Shape;444;p15"/>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5" name="Google Shape;445;p15"/>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6" name="Google Shape;446;p15"/>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7" name="Google Shape;447;p15"/>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8" name="Google Shape;448;p15"/>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49" name="Google Shape;449;p15"/>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50" name="Google Shape;450;p15"/>
          <p:cNvGrpSpPr/>
          <p:nvPr/>
        </p:nvGrpSpPr>
        <p:grpSpPr>
          <a:xfrm>
            <a:off x="596393" y="719322"/>
            <a:ext cx="709127" cy="717849"/>
            <a:chOff x="418544" y="539491"/>
            <a:chExt cx="531845" cy="538387"/>
          </a:xfrm>
        </p:grpSpPr>
        <p:sp>
          <p:nvSpPr>
            <p:cNvPr id="451" name="Google Shape;451;p15"/>
            <p:cNvSpPr/>
            <p:nvPr/>
          </p:nvSpPr>
          <p:spPr>
            <a:xfrm>
              <a:off x="418544" y="904069"/>
              <a:ext cx="172516" cy="173808"/>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2" name="Google Shape;452;p15"/>
            <p:cNvSpPr/>
            <p:nvPr/>
          </p:nvSpPr>
          <p:spPr>
            <a:xfrm>
              <a:off x="839296" y="539491"/>
              <a:ext cx="26167" cy="86258"/>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3" name="Google Shape;453;p15"/>
            <p:cNvSpPr/>
            <p:nvPr/>
          </p:nvSpPr>
          <p:spPr>
            <a:xfrm>
              <a:off x="839296" y="644003"/>
              <a:ext cx="26167" cy="86297"/>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4" name="Google Shape;454;p15"/>
            <p:cNvSpPr/>
            <p:nvPr/>
          </p:nvSpPr>
          <p:spPr>
            <a:xfrm>
              <a:off x="870634" y="620500"/>
              <a:ext cx="79755" cy="26167"/>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55" name="Google Shape;455;p15"/>
            <p:cNvSpPr/>
            <p:nvPr/>
          </p:nvSpPr>
          <p:spPr>
            <a:xfrm>
              <a:off x="756955" y="622684"/>
              <a:ext cx="79755" cy="26167"/>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456" name="Google Shape;456;p15"/>
          <p:cNvSpPr txBox="1">
            <a:spLocks noGrp="1"/>
          </p:cNvSpPr>
          <p:nvPr>
            <p:ph type="title"/>
          </p:nvPr>
        </p:nvSpPr>
        <p:spPr>
          <a:xfrm>
            <a:off x="1828800" y="3612896"/>
            <a:ext cx="8534400" cy="451200"/>
          </a:xfrm>
          <a:prstGeom prst="rect">
            <a:avLst/>
          </a:prstGeom>
        </p:spPr>
        <p:txBody>
          <a:bodyPr spcFirstLastPara="1" wrap="square" lIns="0" tIns="0" rIns="0" bIns="0" anchor="b" anchorCtr="0">
            <a:noAutofit/>
          </a:bodyPr>
          <a:lstStyle>
            <a:lvl1pPr lvl="0" algn="ctr">
              <a:spcBef>
                <a:spcPts val="0"/>
              </a:spcBef>
              <a:spcAft>
                <a:spcPts val="0"/>
              </a:spcAft>
              <a:buSzPts val="1800"/>
              <a:buChar char="-"/>
              <a:defRPr sz="2400"/>
            </a:lvl1pPr>
            <a:lvl2pPr lvl="1">
              <a:spcBef>
                <a:spcPts val="0"/>
              </a:spcBef>
              <a:spcAft>
                <a:spcPts val="0"/>
              </a:spcAft>
              <a:buSzPts val="2800"/>
              <a:buChar char="-"/>
              <a:defRPr/>
            </a:lvl2pPr>
            <a:lvl3pPr lvl="2">
              <a:spcBef>
                <a:spcPts val="0"/>
              </a:spcBef>
              <a:spcAft>
                <a:spcPts val="0"/>
              </a:spcAft>
              <a:buSzPts val="2800"/>
              <a:buChar char="-"/>
              <a:defRPr/>
            </a:lvl3pPr>
            <a:lvl4pPr lvl="3">
              <a:spcBef>
                <a:spcPts val="0"/>
              </a:spcBef>
              <a:spcAft>
                <a:spcPts val="0"/>
              </a:spcAft>
              <a:buSzPts val="2800"/>
              <a:buChar char="-"/>
              <a:defRPr/>
            </a:lvl4pPr>
            <a:lvl5pPr lvl="4">
              <a:spcBef>
                <a:spcPts val="0"/>
              </a:spcBef>
              <a:spcAft>
                <a:spcPts val="0"/>
              </a:spcAft>
              <a:buSzPts val="2800"/>
              <a:buChar char="-"/>
              <a:defRPr/>
            </a:lvl5pPr>
            <a:lvl6pPr lvl="5">
              <a:spcBef>
                <a:spcPts val="0"/>
              </a:spcBef>
              <a:spcAft>
                <a:spcPts val="0"/>
              </a:spcAft>
              <a:buSzPts val="2800"/>
              <a:buChar char="-"/>
              <a:defRPr/>
            </a:lvl6pPr>
            <a:lvl7pPr lvl="6">
              <a:spcBef>
                <a:spcPts val="0"/>
              </a:spcBef>
              <a:spcAft>
                <a:spcPts val="0"/>
              </a:spcAft>
              <a:buSzPts val="2800"/>
              <a:buChar char="-"/>
              <a:defRPr/>
            </a:lvl7pPr>
            <a:lvl8pPr lvl="7">
              <a:spcBef>
                <a:spcPts val="0"/>
              </a:spcBef>
              <a:spcAft>
                <a:spcPts val="0"/>
              </a:spcAft>
              <a:buSzPts val="2800"/>
              <a:buChar char="-"/>
              <a:defRPr/>
            </a:lvl8pPr>
            <a:lvl9pPr lvl="8">
              <a:spcBef>
                <a:spcPts val="0"/>
              </a:spcBef>
              <a:spcAft>
                <a:spcPts val="0"/>
              </a:spcAft>
              <a:buSzPts val="2800"/>
              <a:buChar char="-"/>
              <a:defRPr/>
            </a:lvl9pPr>
          </a:lstStyle>
          <a:p>
            <a:r>
              <a:rPr lang="en-US"/>
              <a:t>Click to edit Master title style</a:t>
            </a:r>
            <a:endParaRPr/>
          </a:p>
        </p:txBody>
      </p:sp>
    </p:spTree>
    <p:extLst>
      <p:ext uri="{BB962C8B-B14F-4D97-AF65-F5344CB8AC3E}">
        <p14:creationId xmlns:p14="http://schemas.microsoft.com/office/powerpoint/2010/main" val="4112491457"/>
      </p:ext>
    </p:extLst>
  </p:cSld>
  <p:clrMapOvr>
    <a:masterClrMapping/>
  </p:clrMapOvr>
  <p:hf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457"/>
        <p:cNvGrpSpPr/>
        <p:nvPr/>
      </p:nvGrpSpPr>
      <p:grpSpPr>
        <a:xfrm>
          <a:off x="0" y="0"/>
          <a:ext cx="0" cy="0"/>
          <a:chOff x="0" y="0"/>
          <a:chExt cx="0" cy="0"/>
        </a:xfrm>
      </p:grpSpPr>
      <p:sp>
        <p:nvSpPr>
          <p:cNvPr id="458" name="Google Shape;458;p16"/>
          <p:cNvSpPr txBox="1">
            <a:spLocks noGrp="1"/>
          </p:cNvSpPr>
          <p:nvPr>
            <p:ph type="title"/>
          </p:nvPr>
        </p:nvSpPr>
        <p:spPr>
          <a:xfrm>
            <a:off x="918800" y="609600"/>
            <a:ext cx="10322400" cy="853600"/>
          </a:xfrm>
          <a:prstGeom prst="rect">
            <a:avLst/>
          </a:prstGeom>
        </p:spPr>
        <p:txBody>
          <a:bodyPr spcFirstLastPara="1" wrap="square" lIns="0" tIns="0" rIns="0" bIns="0" anchor="t" anchorCtr="0">
            <a:noAutofit/>
          </a:bodyPr>
          <a:lstStyle>
            <a:lvl1pPr lvl="0"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459" name="Google Shape;459;p16"/>
          <p:cNvSpPr txBox="1">
            <a:spLocks noGrp="1"/>
          </p:cNvSpPr>
          <p:nvPr>
            <p:ph type="subTitle" idx="1"/>
          </p:nvPr>
        </p:nvSpPr>
        <p:spPr>
          <a:xfrm>
            <a:off x="940967" y="1889760"/>
            <a:ext cx="2633600" cy="407200"/>
          </a:xfrm>
          <a:prstGeom prst="rect">
            <a:avLst/>
          </a:prstGeom>
        </p:spPr>
        <p:txBody>
          <a:bodyPr spcFirstLastPara="1" wrap="square" lIns="0" tIns="0" rIns="0" bIns="0" anchor="b" anchorCtr="0">
            <a:noAutofit/>
          </a:bodyPr>
          <a:lstStyle>
            <a:lvl1pPr lvl="0"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60" name="Google Shape;460;p16"/>
          <p:cNvSpPr txBox="1">
            <a:spLocks noGrp="1"/>
          </p:cNvSpPr>
          <p:nvPr>
            <p:ph type="subTitle" idx="2"/>
          </p:nvPr>
        </p:nvSpPr>
        <p:spPr>
          <a:xfrm>
            <a:off x="940967" y="2441177"/>
            <a:ext cx="2627600" cy="6760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461" name="Google Shape;461;p16"/>
          <p:cNvSpPr txBox="1">
            <a:spLocks noGrp="1"/>
          </p:cNvSpPr>
          <p:nvPr>
            <p:ph type="subTitle" idx="3"/>
          </p:nvPr>
        </p:nvSpPr>
        <p:spPr>
          <a:xfrm>
            <a:off x="940967" y="3123929"/>
            <a:ext cx="2633600" cy="407200"/>
          </a:xfrm>
          <a:prstGeom prst="rect">
            <a:avLst/>
          </a:prstGeom>
        </p:spPr>
        <p:txBody>
          <a:bodyPr spcFirstLastPara="1" wrap="square" lIns="0" tIns="0" rIns="0" bIns="0" anchor="b" anchorCtr="0">
            <a:noAutofit/>
          </a:bodyPr>
          <a:lstStyle>
            <a:lvl1pPr lvl="0"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62" name="Google Shape;462;p16"/>
          <p:cNvSpPr txBox="1">
            <a:spLocks noGrp="1"/>
          </p:cNvSpPr>
          <p:nvPr>
            <p:ph type="subTitle" idx="4"/>
          </p:nvPr>
        </p:nvSpPr>
        <p:spPr>
          <a:xfrm>
            <a:off x="940967" y="3684761"/>
            <a:ext cx="2633600" cy="6760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463" name="Google Shape;463;p16"/>
          <p:cNvSpPr txBox="1">
            <a:spLocks noGrp="1"/>
          </p:cNvSpPr>
          <p:nvPr>
            <p:ph type="subTitle" idx="5"/>
          </p:nvPr>
        </p:nvSpPr>
        <p:spPr>
          <a:xfrm>
            <a:off x="940967" y="4343129"/>
            <a:ext cx="2560400" cy="426800"/>
          </a:xfrm>
          <a:prstGeom prst="rect">
            <a:avLst/>
          </a:prstGeom>
        </p:spPr>
        <p:txBody>
          <a:bodyPr spcFirstLastPara="1" wrap="square" lIns="0" tIns="0" rIns="0" bIns="0" anchor="b" anchorCtr="0">
            <a:noAutofit/>
          </a:bodyPr>
          <a:lstStyle>
            <a:lvl1pPr lvl="0"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464" name="Google Shape;464;p16"/>
          <p:cNvSpPr txBox="1">
            <a:spLocks noGrp="1"/>
          </p:cNvSpPr>
          <p:nvPr>
            <p:ph type="subTitle" idx="6"/>
          </p:nvPr>
        </p:nvSpPr>
        <p:spPr>
          <a:xfrm>
            <a:off x="940967" y="4928345"/>
            <a:ext cx="2633600" cy="7088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grpSp>
        <p:nvGrpSpPr>
          <p:cNvPr id="465" name="Google Shape;465;p16"/>
          <p:cNvGrpSpPr/>
          <p:nvPr/>
        </p:nvGrpSpPr>
        <p:grpSpPr>
          <a:xfrm>
            <a:off x="10787412" y="350347"/>
            <a:ext cx="907264" cy="1561012"/>
            <a:chOff x="832925" y="1132500"/>
            <a:chExt cx="376125" cy="647150"/>
          </a:xfrm>
        </p:grpSpPr>
        <p:sp>
          <p:nvSpPr>
            <p:cNvPr id="466" name="Google Shape;466;p16"/>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7" name="Google Shape;467;p16"/>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8" name="Google Shape;468;p16"/>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69" name="Google Shape;469;p16"/>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0" name="Google Shape;470;p16"/>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1" name="Google Shape;471;p16"/>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2" name="Google Shape;472;p16"/>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3" name="Google Shape;473;p16"/>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4" name="Google Shape;474;p16"/>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5" name="Google Shape;475;p16"/>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76" name="Google Shape;476;p16"/>
          <p:cNvGrpSpPr/>
          <p:nvPr/>
        </p:nvGrpSpPr>
        <p:grpSpPr>
          <a:xfrm>
            <a:off x="9861067" y="5607801"/>
            <a:ext cx="1379967" cy="507633"/>
            <a:chOff x="713225" y="4249875"/>
            <a:chExt cx="1034975" cy="380725"/>
          </a:xfrm>
        </p:grpSpPr>
        <p:grpSp>
          <p:nvGrpSpPr>
            <p:cNvPr id="477" name="Google Shape;477;p16"/>
            <p:cNvGrpSpPr/>
            <p:nvPr/>
          </p:nvGrpSpPr>
          <p:grpSpPr>
            <a:xfrm>
              <a:off x="713225" y="4577400"/>
              <a:ext cx="1034975" cy="53200"/>
              <a:chOff x="713225" y="4577400"/>
              <a:chExt cx="1034975" cy="53200"/>
            </a:xfrm>
          </p:grpSpPr>
          <p:sp>
            <p:nvSpPr>
              <p:cNvPr id="478" name="Google Shape;478;p16"/>
              <p:cNvSpPr/>
              <p:nvPr/>
            </p:nvSpPr>
            <p:spPr>
              <a:xfrm>
                <a:off x="1695000" y="4577400"/>
                <a:ext cx="53200" cy="53200"/>
              </a:xfrm>
              <a:custGeom>
                <a:avLst/>
                <a:gdLst/>
                <a:ahLst/>
                <a:cxnLst/>
                <a:rect l="l" t="t" r="r" b="b"/>
                <a:pathLst>
                  <a:path w="2128" h="2128" extrusionOk="0">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79" name="Google Shape;479;p16"/>
              <p:cNvSpPr/>
              <p:nvPr/>
            </p:nvSpPr>
            <p:spPr>
              <a:xfrm>
                <a:off x="1564300"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0" name="Google Shape;480;p16"/>
              <p:cNvSpPr/>
              <p:nvPr/>
            </p:nvSpPr>
            <p:spPr>
              <a:xfrm>
                <a:off x="1406225" y="4577400"/>
                <a:ext cx="53225" cy="53200"/>
              </a:xfrm>
              <a:custGeom>
                <a:avLst/>
                <a:gdLst/>
                <a:ahLst/>
                <a:cxnLst/>
                <a:rect l="l" t="t" r="r" b="b"/>
                <a:pathLst>
                  <a:path w="2129" h="2128" extrusionOk="0">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1" name="Google Shape;481;p16"/>
              <p:cNvSpPr/>
              <p:nvPr/>
            </p:nvSpPr>
            <p:spPr>
              <a:xfrm>
                <a:off x="12747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2" name="Google Shape;482;p16"/>
              <p:cNvSpPr/>
              <p:nvPr/>
            </p:nvSpPr>
            <p:spPr>
              <a:xfrm>
                <a:off x="1126600" y="4577400"/>
                <a:ext cx="52450" cy="53200"/>
              </a:xfrm>
              <a:custGeom>
                <a:avLst/>
                <a:gdLst/>
                <a:ahLst/>
                <a:cxnLst/>
                <a:rect l="l" t="t" r="r" b="b"/>
                <a:pathLst>
                  <a:path w="2098" h="2128" extrusionOk="0">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3" name="Google Shape;483;p16"/>
              <p:cNvSpPr/>
              <p:nvPr/>
            </p:nvSpPr>
            <p:spPr>
              <a:xfrm>
                <a:off x="9943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4" name="Google Shape;484;p16"/>
              <p:cNvSpPr/>
              <p:nvPr/>
            </p:nvSpPr>
            <p:spPr>
              <a:xfrm>
                <a:off x="843925" y="4577400"/>
                <a:ext cx="53200" cy="53200"/>
              </a:xfrm>
              <a:custGeom>
                <a:avLst/>
                <a:gdLst/>
                <a:ahLst/>
                <a:cxnLst/>
                <a:rect l="l" t="t" r="r" b="b"/>
                <a:pathLst>
                  <a:path w="2128" h="2128" extrusionOk="0">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5" name="Google Shape;485;p16"/>
              <p:cNvSpPr/>
              <p:nvPr/>
            </p:nvSpPr>
            <p:spPr>
              <a:xfrm>
                <a:off x="713225"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86" name="Google Shape;486;p16"/>
            <p:cNvGrpSpPr/>
            <p:nvPr/>
          </p:nvGrpSpPr>
          <p:grpSpPr>
            <a:xfrm>
              <a:off x="713225" y="4468725"/>
              <a:ext cx="1034975" cy="53225"/>
              <a:chOff x="713225" y="4468725"/>
              <a:chExt cx="1034975" cy="53225"/>
            </a:xfrm>
          </p:grpSpPr>
          <p:sp>
            <p:nvSpPr>
              <p:cNvPr id="487" name="Google Shape;487;p16"/>
              <p:cNvSpPr/>
              <p:nvPr/>
            </p:nvSpPr>
            <p:spPr>
              <a:xfrm>
                <a:off x="1695000" y="4468725"/>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8" name="Google Shape;488;p16"/>
              <p:cNvSpPr/>
              <p:nvPr/>
            </p:nvSpPr>
            <p:spPr>
              <a:xfrm>
                <a:off x="1564300"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89" name="Google Shape;489;p16"/>
              <p:cNvSpPr/>
              <p:nvPr/>
            </p:nvSpPr>
            <p:spPr>
              <a:xfrm>
                <a:off x="1406225" y="4468725"/>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0" name="Google Shape;490;p16"/>
              <p:cNvSpPr/>
              <p:nvPr/>
            </p:nvSpPr>
            <p:spPr>
              <a:xfrm>
                <a:off x="12747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1" name="Google Shape;491;p16"/>
              <p:cNvSpPr/>
              <p:nvPr/>
            </p:nvSpPr>
            <p:spPr>
              <a:xfrm>
                <a:off x="1126600" y="4468725"/>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2" name="Google Shape;492;p16"/>
              <p:cNvSpPr/>
              <p:nvPr/>
            </p:nvSpPr>
            <p:spPr>
              <a:xfrm>
                <a:off x="9943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3" name="Google Shape;493;p16"/>
              <p:cNvSpPr/>
              <p:nvPr/>
            </p:nvSpPr>
            <p:spPr>
              <a:xfrm>
                <a:off x="843925" y="4468725"/>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4" name="Google Shape;494;p16"/>
              <p:cNvSpPr/>
              <p:nvPr/>
            </p:nvSpPr>
            <p:spPr>
              <a:xfrm>
                <a:off x="713225"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495" name="Google Shape;495;p16"/>
            <p:cNvGrpSpPr/>
            <p:nvPr/>
          </p:nvGrpSpPr>
          <p:grpSpPr>
            <a:xfrm>
              <a:off x="713225" y="4359300"/>
              <a:ext cx="1034975" cy="53225"/>
              <a:chOff x="713225" y="4359300"/>
              <a:chExt cx="1034975" cy="53225"/>
            </a:xfrm>
          </p:grpSpPr>
          <p:sp>
            <p:nvSpPr>
              <p:cNvPr id="496" name="Google Shape;496;p16"/>
              <p:cNvSpPr/>
              <p:nvPr/>
            </p:nvSpPr>
            <p:spPr>
              <a:xfrm>
                <a:off x="1695000" y="4359300"/>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7" name="Google Shape;497;p16"/>
              <p:cNvSpPr/>
              <p:nvPr/>
            </p:nvSpPr>
            <p:spPr>
              <a:xfrm>
                <a:off x="1564300"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8" name="Google Shape;498;p16"/>
              <p:cNvSpPr/>
              <p:nvPr/>
            </p:nvSpPr>
            <p:spPr>
              <a:xfrm>
                <a:off x="1406225" y="435930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499" name="Google Shape;499;p16"/>
              <p:cNvSpPr/>
              <p:nvPr/>
            </p:nvSpPr>
            <p:spPr>
              <a:xfrm>
                <a:off x="12747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0" name="Google Shape;500;p16"/>
              <p:cNvSpPr/>
              <p:nvPr/>
            </p:nvSpPr>
            <p:spPr>
              <a:xfrm>
                <a:off x="1126600" y="4359300"/>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1" name="Google Shape;501;p16"/>
              <p:cNvSpPr/>
              <p:nvPr/>
            </p:nvSpPr>
            <p:spPr>
              <a:xfrm>
                <a:off x="9943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2" name="Google Shape;502;p16"/>
              <p:cNvSpPr/>
              <p:nvPr/>
            </p:nvSpPr>
            <p:spPr>
              <a:xfrm>
                <a:off x="843925" y="4359300"/>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3" name="Google Shape;503;p16"/>
              <p:cNvSpPr/>
              <p:nvPr/>
            </p:nvSpPr>
            <p:spPr>
              <a:xfrm>
                <a:off x="713225"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04" name="Google Shape;504;p16"/>
            <p:cNvGrpSpPr/>
            <p:nvPr/>
          </p:nvGrpSpPr>
          <p:grpSpPr>
            <a:xfrm>
              <a:off x="713225" y="4249875"/>
              <a:ext cx="1034975" cy="53225"/>
              <a:chOff x="713225" y="4249875"/>
              <a:chExt cx="1034975" cy="53225"/>
            </a:xfrm>
          </p:grpSpPr>
          <p:sp>
            <p:nvSpPr>
              <p:cNvPr id="505" name="Google Shape;505;p16"/>
              <p:cNvSpPr/>
              <p:nvPr/>
            </p:nvSpPr>
            <p:spPr>
              <a:xfrm>
                <a:off x="1695000" y="4249875"/>
                <a:ext cx="53200" cy="53225"/>
              </a:xfrm>
              <a:custGeom>
                <a:avLst/>
                <a:gdLst/>
                <a:ahLst/>
                <a:cxnLst/>
                <a:rect l="l" t="t" r="r" b="b"/>
                <a:pathLst>
                  <a:path w="2128" h="2129" extrusionOk="0">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6" name="Google Shape;506;p16"/>
              <p:cNvSpPr/>
              <p:nvPr/>
            </p:nvSpPr>
            <p:spPr>
              <a:xfrm>
                <a:off x="1564300"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7" name="Google Shape;507;p16"/>
              <p:cNvSpPr/>
              <p:nvPr/>
            </p:nvSpPr>
            <p:spPr>
              <a:xfrm>
                <a:off x="1406225" y="4249875"/>
                <a:ext cx="53225" cy="53225"/>
              </a:xfrm>
              <a:custGeom>
                <a:avLst/>
                <a:gdLst/>
                <a:ahLst/>
                <a:cxnLst/>
                <a:rect l="l" t="t" r="r" b="b"/>
                <a:pathLst>
                  <a:path w="2129" h="2129" extrusionOk="0">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8" name="Google Shape;508;p16"/>
              <p:cNvSpPr/>
              <p:nvPr/>
            </p:nvSpPr>
            <p:spPr>
              <a:xfrm>
                <a:off x="12747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09" name="Google Shape;509;p16"/>
              <p:cNvSpPr/>
              <p:nvPr/>
            </p:nvSpPr>
            <p:spPr>
              <a:xfrm>
                <a:off x="1126600" y="4249875"/>
                <a:ext cx="52450" cy="53225"/>
              </a:xfrm>
              <a:custGeom>
                <a:avLst/>
                <a:gdLst/>
                <a:ahLst/>
                <a:cxnLst/>
                <a:rect l="l" t="t" r="r" b="b"/>
                <a:pathLst>
                  <a:path w="2098" h="2129" extrusionOk="0">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0" name="Google Shape;510;p16"/>
              <p:cNvSpPr/>
              <p:nvPr/>
            </p:nvSpPr>
            <p:spPr>
              <a:xfrm>
                <a:off x="9943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1" name="Google Shape;511;p16"/>
              <p:cNvSpPr/>
              <p:nvPr/>
            </p:nvSpPr>
            <p:spPr>
              <a:xfrm>
                <a:off x="843925" y="4249875"/>
                <a:ext cx="53200" cy="53225"/>
              </a:xfrm>
              <a:custGeom>
                <a:avLst/>
                <a:gdLst/>
                <a:ahLst/>
                <a:cxnLst/>
                <a:rect l="l" t="t" r="r" b="b"/>
                <a:pathLst>
                  <a:path w="2128" h="2129" extrusionOk="0">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12" name="Google Shape;512;p16"/>
              <p:cNvSpPr/>
              <p:nvPr/>
            </p:nvSpPr>
            <p:spPr>
              <a:xfrm>
                <a:off x="713225"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4051203524"/>
      </p:ext>
    </p:extLst>
  </p:cSld>
  <p:clrMapOvr>
    <a:masterClrMapping/>
  </p:clrMapOvr>
  <p:hf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itle and three columns 2">
  <p:cSld name="Title and three columns 2">
    <p:spTree>
      <p:nvGrpSpPr>
        <p:cNvPr id="1" name="Shape 513"/>
        <p:cNvGrpSpPr/>
        <p:nvPr/>
      </p:nvGrpSpPr>
      <p:grpSpPr>
        <a:xfrm>
          <a:off x="0" y="0"/>
          <a:ext cx="0" cy="0"/>
          <a:chOff x="0" y="0"/>
          <a:chExt cx="0" cy="0"/>
        </a:xfrm>
      </p:grpSpPr>
      <p:sp>
        <p:nvSpPr>
          <p:cNvPr id="514" name="Google Shape;514;p17"/>
          <p:cNvSpPr txBox="1">
            <a:spLocks noGrp="1"/>
          </p:cNvSpPr>
          <p:nvPr>
            <p:ph type="title"/>
          </p:nvPr>
        </p:nvSpPr>
        <p:spPr>
          <a:xfrm>
            <a:off x="940967" y="609600"/>
            <a:ext cx="10300000" cy="853600"/>
          </a:xfrm>
          <a:prstGeom prst="rect">
            <a:avLst/>
          </a:prstGeom>
        </p:spPr>
        <p:txBody>
          <a:bodyPr spcFirstLastPara="1" wrap="square" lIns="0" tIns="0" rIns="0" bIns="0" anchor="t" anchorCtr="0">
            <a:noAutofit/>
          </a:bodyPr>
          <a:lstStyle>
            <a:lvl1pPr lvl="0" algn="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515" name="Google Shape;515;p17"/>
          <p:cNvSpPr txBox="1">
            <a:spLocks noGrp="1"/>
          </p:cNvSpPr>
          <p:nvPr>
            <p:ph type="subTitle" idx="1"/>
          </p:nvPr>
        </p:nvSpPr>
        <p:spPr>
          <a:xfrm>
            <a:off x="3153300" y="2645664"/>
            <a:ext cx="22188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516" name="Google Shape;516;p17"/>
          <p:cNvSpPr txBox="1">
            <a:spLocks noGrp="1"/>
          </p:cNvSpPr>
          <p:nvPr>
            <p:ph type="subTitle" idx="2"/>
          </p:nvPr>
        </p:nvSpPr>
        <p:spPr>
          <a:xfrm>
            <a:off x="3153300" y="4328160"/>
            <a:ext cx="2218800" cy="975200"/>
          </a:xfrm>
          <a:prstGeom prst="rect">
            <a:avLst/>
          </a:prstGeom>
        </p:spPr>
        <p:txBody>
          <a:bodyPr spcFirstLastPara="1" wrap="square" lIns="0" tIns="0" rIns="0" bIns="0" anchor="t" anchorCtr="0">
            <a:noAutofit/>
          </a:bodyPr>
          <a:lstStyle>
            <a:lvl1pPr lvl="0" algn="ctr" rtl="0">
              <a:spcBef>
                <a:spcPts val="0"/>
              </a:spcBef>
              <a:spcAft>
                <a:spcPts val="0"/>
              </a:spcAft>
              <a:buSzPts val="1800"/>
              <a:buNone/>
              <a:defRPr/>
            </a:lvl1pPr>
            <a:lvl2pPr lvl="1"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2pPr>
            <a:lvl3pPr lvl="2"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3pPr>
            <a:lvl4pPr lvl="3"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4pPr>
            <a:lvl5pPr lvl="4"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5pPr>
            <a:lvl6pPr lvl="5"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6pPr>
            <a:lvl7pPr lvl="6"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7pPr>
            <a:lvl8pPr lvl="7"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8pPr>
            <a:lvl9pPr lvl="8" rtl="0">
              <a:spcBef>
                <a:spcPts val="0"/>
              </a:spcBef>
              <a:spcAft>
                <a:spcPts val="0"/>
              </a:spcAft>
              <a:buClr>
                <a:schemeClr val="accent4"/>
              </a:buClr>
              <a:buSzPts val="1400"/>
              <a:buFont typeface="Lato"/>
              <a:buNone/>
              <a:defRPr>
                <a:solidFill>
                  <a:schemeClr val="accent4"/>
                </a:solidFill>
                <a:latin typeface="Lato"/>
                <a:ea typeface="Lato"/>
                <a:cs typeface="Lato"/>
                <a:sym typeface="Lato"/>
              </a:defRPr>
            </a:lvl9pPr>
          </a:lstStyle>
          <a:p>
            <a:r>
              <a:rPr lang="en-US"/>
              <a:t>Click to edit Master subtitle style</a:t>
            </a:r>
            <a:endParaRPr/>
          </a:p>
        </p:txBody>
      </p:sp>
      <p:sp>
        <p:nvSpPr>
          <p:cNvPr id="517" name="Google Shape;517;p17"/>
          <p:cNvSpPr txBox="1">
            <a:spLocks noGrp="1"/>
          </p:cNvSpPr>
          <p:nvPr>
            <p:ph type="subTitle" idx="3"/>
          </p:nvPr>
        </p:nvSpPr>
        <p:spPr>
          <a:xfrm>
            <a:off x="6031300" y="2645664"/>
            <a:ext cx="22188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518" name="Google Shape;518;p17"/>
          <p:cNvSpPr txBox="1">
            <a:spLocks noGrp="1"/>
          </p:cNvSpPr>
          <p:nvPr>
            <p:ph type="subTitle" idx="4"/>
          </p:nvPr>
        </p:nvSpPr>
        <p:spPr>
          <a:xfrm>
            <a:off x="6031300" y="4328168"/>
            <a:ext cx="2218800" cy="9752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519" name="Google Shape;519;p17"/>
          <p:cNvSpPr txBox="1">
            <a:spLocks noGrp="1"/>
          </p:cNvSpPr>
          <p:nvPr>
            <p:ph type="subTitle" idx="5"/>
          </p:nvPr>
        </p:nvSpPr>
        <p:spPr>
          <a:xfrm>
            <a:off x="8863400" y="2645664"/>
            <a:ext cx="22188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520" name="Google Shape;520;p17"/>
          <p:cNvSpPr txBox="1">
            <a:spLocks noGrp="1"/>
          </p:cNvSpPr>
          <p:nvPr>
            <p:ph type="subTitle" idx="6"/>
          </p:nvPr>
        </p:nvSpPr>
        <p:spPr>
          <a:xfrm>
            <a:off x="8863400" y="4328168"/>
            <a:ext cx="2218800" cy="9752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grpSp>
        <p:nvGrpSpPr>
          <p:cNvPr id="521" name="Google Shape;521;p17"/>
          <p:cNvGrpSpPr/>
          <p:nvPr/>
        </p:nvGrpSpPr>
        <p:grpSpPr>
          <a:xfrm>
            <a:off x="9859001" y="5917734"/>
            <a:ext cx="1382033" cy="214833"/>
            <a:chOff x="713225" y="4468250"/>
            <a:chExt cx="1036525" cy="161125"/>
          </a:xfrm>
        </p:grpSpPr>
        <p:sp>
          <p:nvSpPr>
            <p:cNvPr id="522" name="Google Shape;522;p17"/>
            <p:cNvSpPr/>
            <p:nvPr/>
          </p:nvSpPr>
          <p:spPr>
            <a:xfrm>
              <a:off x="16965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3" name="Google Shape;523;p17"/>
            <p:cNvSpPr/>
            <p:nvPr/>
          </p:nvSpPr>
          <p:spPr>
            <a:xfrm>
              <a:off x="1565825" y="4576150"/>
              <a:ext cx="53225" cy="53225"/>
            </a:xfrm>
            <a:custGeom>
              <a:avLst/>
              <a:gdLst/>
              <a:ahLst/>
              <a:cxnLst/>
              <a:rect l="l" t="t" r="r" b="b"/>
              <a:pathLst>
                <a:path w="2129" h="2129" extrusionOk="0">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4" name="Google Shape;524;p17"/>
            <p:cNvSpPr/>
            <p:nvPr/>
          </p:nvSpPr>
          <p:spPr>
            <a:xfrm>
              <a:off x="14070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5" name="Google Shape;525;p17"/>
            <p:cNvSpPr/>
            <p:nvPr/>
          </p:nvSpPr>
          <p:spPr>
            <a:xfrm>
              <a:off x="12755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6" name="Google Shape;526;p17"/>
            <p:cNvSpPr/>
            <p:nvPr/>
          </p:nvSpPr>
          <p:spPr>
            <a:xfrm>
              <a:off x="1126600" y="4576150"/>
              <a:ext cx="53225" cy="53225"/>
            </a:xfrm>
            <a:custGeom>
              <a:avLst/>
              <a:gdLst/>
              <a:ahLst/>
              <a:cxnLst/>
              <a:rect l="l" t="t" r="r" b="b"/>
              <a:pathLst>
                <a:path w="2129" h="2129" extrusionOk="0">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7" name="Google Shape;527;p17"/>
            <p:cNvSpPr/>
            <p:nvPr/>
          </p:nvSpPr>
          <p:spPr>
            <a:xfrm>
              <a:off x="9959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8" name="Google Shape;528;p17"/>
            <p:cNvSpPr/>
            <p:nvPr/>
          </p:nvSpPr>
          <p:spPr>
            <a:xfrm>
              <a:off x="8454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29" name="Google Shape;529;p17"/>
            <p:cNvSpPr/>
            <p:nvPr/>
          </p:nvSpPr>
          <p:spPr>
            <a:xfrm>
              <a:off x="7132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0" name="Google Shape;530;p17"/>
            <p:cNvSpPr/>
            <p:nvPr/>
          </p:nvSpPr>
          <p:spPr>
            <a:xfrm>
              <a:off x="16965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1" name="Google Shape;531;p17"/>
            <p:cNvSpPr/>
            <p:nvPr/>
          </p:nvSpPr>
          <p:spPr>
            <a:xfrm>
              <a:off x="1565825" y="4468250"/>
              <a:ext cx="53225" cy="53225"/>
            </a:xfrm>
            <a:custGeom>
              <a:avLst/>
              <a:gdLst/>
              <a:ahLst/>
              <a:cxnLst/>
              <a:rect l="l" t="t" r="r" b="b"/>
              <a:pathLst>
                <a:path w="2129" h="2129" extrusionOk="0">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2" name="Google Shape;532;p17"/>
            <p:cNvSpPr/>
            <p:nvPr/>
          </p:nvSpPr>
          <p:spPr>
            <a:xfrm>
              <a:off x="14070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3" name="Google Shape;533;p17"/>
            <p:cNvSpPr/>
            <p:nvPr/>
          </p:nvSpPr>
          <p:spPr>
            <a:xfrm>
              <a:off x="12755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4" name="Google Shape;534;p17"/>
            <p:cNvSpPr/>
            <p:nvPr/>
          </p:nvSpPr>
          <p:spPr>
            <a:xfrm>
              <a:off x="1126600" y="446825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5" name="Google Shape;535;p17"/>
            <p:cNvSpPr/>
            <p:nvPr/>
          </p:nvSpPr>
          <p:spPr>
            <a:xfrm>
              <a:off x="9959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6" name="Google Shape;536;p17"/>
            <p:cNvSpPr/>
            <p:nvPr/>
          </p:nvSpPr>
          <p:spPr>
            <a:xfrm>
              <a:off x="8454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37" name="Google Shape;537;p17"/>
            <p:cNvSpPr/>
            <p:nvPr/>
          </p:nvSpPr>
          <p:spPr>
            <a:xfrm>
              <a:off x="7132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38" name="Google Shape;538;p17"/>
          <p:cNvGrpSpPr/>
          <p:nvPr/>
        </p:nvGrpSpPr>
        <p:grpSpPr>
          <a:xfrm>
            <a:off x="-72382" y="795534"/>
            <a:ext cx="2046700" cy="377967"/>
            <a:chOff x="689100" y="4315950"/>
            <a:chExt cx="1535025" cy="283475"/>
          </a:xfrm>
        </p:grpSpPr>
        <p:sp>
          <p:nvSpPr>
            <p:cNvPr id="539" name="Google Shape;539;p17"/>
            <p:cNvSpPr/>
            <p:nvPr/>
          </p:nvSpPr>
          <p:spPr>
            <a:xfrm>
              <a:off x="689100" y="431595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0" name="Google Shape;540;p17"/>
            <p:cNvSpPr/>
            <p:nvPr/>
          </p:nvSpPr>
          <p:spPr>
            <a:xfrm>
              <a:off x="689100" y="450060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169381217"/>
      </p:ext>
    </p:extLst>
  </p:cSld>
  <p:clrMapOvr>
    <a:masterClrMapping/>
  </p:clrMapOvr>
  <p:hf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541"/>
        <p:cNvGrpSpPr/>
        <p:nvPr/>
      </p:nvGrpSpPr>
      <p:grpSpPr>
        <a:xfrm>
          <a:off x="0" y="0"/>
          <a:ext cx="0" cy="0"/>
          <a:chOff x="0" y="0"/>
          <a:chExt cx="0" cy="0"/>
        </a:xfrm>
      </p:grpSpPr>
      <p:grpSp>
        <p:nvGrpSpPr>
          <p:cNvPr id="542" name="Google Shape;542;p18"/>
          <p:cNvGrpSpPr/>
          <p:nvPr/>
        </p:nvGrpSpPr>
        <p:grpSpPr>
          <a:xfrm>
            <a:off x="460145" y="453498"/>
            <a:ext cx="907264" cy="1561012"/>
            <a:chOff x="832925" y="1132500"/>
            <a:chExt cx="376125" cy="647150"/>
          </a:xfrm>
        </p:grpSpPr>
        <p:sp>
          <p:nvSpPr>
            <p:cNvPr id="543" name="Google Shape;543;p18"/>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4" name="Google Shape;544;p18"/>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5" name="Google Shape;545;p18"/>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6" name="Google Shape;546;p18"/>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7" name="Google Shape;547;p18"/>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8" name="Google Shape;548;p18"/>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49" name="Google Shape;549;p18"/>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0" name="Google Shape;550;p18"/>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1" name="Google Shape;551;p18"/>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2" name="Google Shape;552;p18"/>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53" name="Google Shape;553;p18"/>
          <p:cNvGrpSpPr/>
          <p:nvPr/>
        </p:nvGrpSpPr>
        <p:grpSpPr>
          <a:xfrm>
            <a:off x="-429016" y="4366901"/>
            <a:ext cx="1379967" cy="507633"/>
            <a:chOff x="713225" y="4249875"/>
            <a:chExt cx="1034975" cy="380725"/>
          </a:xfrm>
        </p:grpSpPr>
        <p:grpSp>
          <p:nvGrpSpPr>
            <p:cNvPr id="554" name="Google Shape;554;p18"/>
            <p:cNvGrpSpPr/>
            <p:nvPr/>
          </p:nvGrpSpPr>
          <p:grpSpPr>
            <a:xfrm>
              <a:off x="713225" y="4577400"/>
              <a:ext cx="1034975" cy="53200"/>
              <a:chOff x="713225" y="4577400"/>
              <a:chExt cx="1034975" cy="53200"/>
            </a:xfrm>
          </p:grpSpPr>
          <p:sp>
            <p:nvSpPr>
              <p:cNvPr id="555" name="Google Shape;555;p18"/>
              <p:cNvSpPr/>
              <p:nvPr/>
            </p:nvSpPr>
            <p:spPr>
              <a:xfrm>
                <a:off x="1695000" y="4577400"/>
                <a:ext cx="53200" cy="53200"/>
              </a:xfrm>
              <a:custGeom>
                <a:avLst/>
                <a:gdLst/>
                <a:ahLst/>
                <a:cxnLst/>
                <a:rect l="l" t="t" r="r" b="b"/>
                <a:pathLst>
                  <a:path w="2128" h="2128" extrusionOk="0">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6" name="Google Shape;556;p18"/>
              <p:cNvSpPr/>
              <p:nvPr/>
            </p:nvSpPr>
            <p:spPr>
              <a:xfrm>
                <a:off x="1564300"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7" name="Google Shape;557;p18"/>
              <p:cNvSpPr/>
              <p:nvPr/>
            </p:nvSpPr>
            <p:spPr>
              <a:xfrm>
                <a:off x="1406225" y="4577400"/>
                <a:ext cx="53225" cy="53200"/>
              </a:xfrm>
              <a:custGeom>
                <a:avLst/>
                <a:gdLst/>
                <a:ahLst/>
                <a:cxnLst/>
                <a:rect l="l" t="t" r="r" b="b"/>
                <a:pathLst>
                  <a:path w="2129" h="2128" extrusionOk="0">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8" name="Google Shape;558;p18"/>
              <p:cNvSpPr/>
              <p:nvPr/>
            </p:nvSpPr>
            <p:spPr>
              <a:xfrm>
                <a:off x="12747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59" name="Google Shape;559;p18"/>
              <p:cNvSpPr/>
              <p:nvPr/>
            </p:nvSpPr>
            <p:spPr>
              <a:xfrm>
                <a:off x="1126600" y="4577400"/>
                <a:ext cx="52450" cy="53200"/>
              </a:xfrm>
              <a:custGeom>
                <a:avLst/>
                <a:gdLst/>
                <a:ahLst/>
                <a:cxnLst/>
                <a:rect l="l" t="t" r="r" b="b"/>
                <a:pathLst>
                  <a:path w="2098" h="2128" extrusionOk="0">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0" name="Google Shape;560;p18"/>
              <p:cNvSpPr/>
              <p:nvPr/>
            </p:nvSpPr>
            <p:spPr>
              <a:xfrm>
                <a:off x="9943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1" name="Google Shape;561;p18"/>
              <p:cNvSpPr/>
              <p:nvPr/>
            </p:nvSpPr>
            <p:spPr>
              <a:xfrm>
                <a:off x="843925" y="4577400"/>
                <a:ext cx="53200" cy="53200"/>
              </a:xfrm>
              <a:custGeom>
                <a:avLst/>
                <a:gdLst/>
                <a:ahLst/>
                <a:cxnLst/>
                <a:rect l="l" t="t" r="r" b="b"/>
                <a:pathLst>
                  <a:path w="2128" h="2128" extrusionOk="0">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2" name="Google Shape;562;p18"/>
              <p:cNvSpPr/>
              <p:nvPr/>
            </p:nvSpPr>
            <p:spPr>
              <a:xfrm>
                <a:off x="713225"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63" name="Google Shape;563;p18"/>
            <p:cNvGrpSpPr/>
            <p:nvPr/>
          </p:nvGrpSpPr>
          <p:grpSpPr>
            <a:xfrm>
              <a:off x="713225" y="4468725"/>
              <a:ext cx="1034975" cy="53225"/>
              <a:chOff x="713225" y="4468725"/>
              <a:chExt cx="1034975" cy="53225"/>
            </a:xfrm>
          </p:grpSpPr>
          <p:sp>
            <p:nvSpPr>
              <p:cNvPr id="564" name="Google Shape;564;p18"/>
              <p:cNvSpPr/>
              <p:nvPr/>
            </p:nvSpPr>
            <p:spPr>
              <a:xfrm>
                <a:off x="1695000" y="4468725"/>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5" name="Google Shape;565;p18"/>
              <p:cNvSpPr/>
              <p:nvPr/>
            </p:nvSpPr>
            <p:spPr>
              <a:xfrm>
                <a:off x="1564300"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6" name="Google Shape;566;p18"/>
              <p:cNvSpPr/>
              <p:nvPr/>
            </p:nvSpPr>
            <p:spPr>
              <a:xfrm>
                <a:off x="1406225" y="4468725"/>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7" name="Google Shape;567;p18"/>
              <p:cNvSpPr/>
              <p:nvPr/>
            </p:nvSpPr>
            <p:spPr>
              <a:xfrm>
                <a:off x="12747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8" name="Google Shape;568;p18"/>
              <p:cNvSpPr/>
              <p:nvPr/>
            </p:nvSpPr>
            <p:spPr>
              <a:xfrm>
                <a:off x="1126600" y="4468725"/>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69" name="Google Shape;569;p18"/>
              <p:cNvSpPr/>
              <p:nvPr/>
            </p:nvSpPr>
            <p:spPr>
              <a:xfrm>
                <a:off x="9943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0" name="Google Shape;570;p18"/>
              <p:cNvSpPr/>
              <p:nvPr/>
            </p:nvSpPr>
            <p:spPr>
              <a:xfrm>
                <a:off x="843925" y="4468725"/>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1" name="Google Shape;571;p18"/>
              <p:cNvSpPr/>
              <p:nvPr/>
            </p:nvSpPr>
            <p:spPr>
              <a:xfrm>
                <a:off x="713225"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72" name="Google Shape;572;p18"/>
            <p:cNvGrpSpPr/>
            <p:nvPr/>
          </p:nvGrpSpPr>
          <p:grpSpPr>
            <a:xfrm>
              <a:off x="713225" y="4359300"/>
              <a:ext cx="1034975" cy="53225"/>
              <a:chOff x="713225" y="4359300"/>
              <a:chExt cx="1034975" cy="53225"/>
            </a:xfrm>
          </p:grpSpPr>
          <p:sp>
            <p:nvSpPr>
              <p:cNvPr id="573" name="Google Shape;573;p18"/>
              <p:cNvSpPr/>
              <p:nvPr/>
            </p:nvSpPr>
            <p:spPr>
              <a:xfrm>
                <a:off x="1695000" y="4359300"/>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4" name="Google Shape;574;p18"/>
              <p:cNvSpPr/>
              <p:nvPr/>
            </p:nvSpPr>
            <p:spPr>
              <a:xfrm>
                <a:off x="1564300"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5" name="Google Shape;575;p18"/>
              <p:cNvSpPr/>
              <p:nvPr/>
            </p:nvSpPr>
            <p:spPr>
              <a:xfrm>
                <a:off x="1406225" y="435930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6" name="Google Shape;576;p18"/>
              <p:cNvSpPr/>
              <p:nvPr/>
            </p:nvSpPr>
            <p:spPr>
              <a:xfrm>
                <a:off x="12747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7" name="Google Shape;577;p18"/>
              <p:cNvSpPr/>
              <p:nvPr/>
            </p:nvSpPr>
            <p:spPr>
              <a:xfrm>
                <a:off x="1126600" y="4359300"/>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8" name="Google Shape;578;p18"/>
              <p:cNvSpPr/>
              <p:nvPr/>
            </p:nvSpPr>
            <p:spPr>
              <a:xfrm>
                <a:off x="9943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79" name="Google Shape;579;p18"/>
              <p:cNvSpPr/>
              <p:nvPr/>
            </p:nvSpPr>
            <p:spPr>
              <a:xfrm>
                <a:off x="843925" y="4359300"/>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0" name="Google Shape;580;p18"/>
              <p:cNvSpPr/>
              <p:nvPr/>
            </p:nvSpPr>
            <p:spPr>
              <a:xfrm>
                <a:off x="713225"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581" name="Google Shape;581;p18"/>
            <p:cNvGrpSpPr/>
            <p:nvPr/>
          </p:nvGrpSpPr>
          <p:grpSpPr>
            <a:xfrm>
              <a:off x="713225" y="4249875"/>
              <a:ext cx="1034975" cy="53225"/>
              <a:chOff x="713225" y="4249875"/>
              <a:chExt cx="1034975" cy="53225"/>
            </a:xfrm>
          </p:grpSpPr>
          <p:sp>
            <p:nvSpPr>
              <p:cNvPr id="582" name="Google Shape;582;p18"/>
              <p:cNvSpPr/>
              <p:nvPr/>
            </p:nvSpPr>
            <p:spPr>
              <a:xfrm>
                <a:off x="1695000" y="4249875"/>
                <a:ext cx="53200" cy="53225"/>
              </a:xfrm>
              <a:custGeom>
                <a:avLst/>
                <a:gdLst/>
                <a:ahLst/>
                <a:cxnLst/>
                <a:rect l="l" t="t" r="r" b="b"/>
                <a:pathLst>
                  <a:path w="2128" h="2129" extrusionOk="0">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3" name="Google Shape;583;p18"/>
              <p:cNvSpPr/>
              <p:nvPr/>
            </p:nvSpPr>
            <p:spPr>
              <a:xfrm>
                <a:off x="1564300"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4" name="Google Shape;584;p18"/>
              <p:cNvSpPr/>
              <p:nvPr/>
            </p:nvSpPr>
            <p:spPr>
              <a:xfrm>
                <a:off x="1406225" y="4249875"/>
                <a:ext cx="53225" cy="53225"/>
              </a:xfrm>
              <a:custGeom>
                <a:avLst/>
                <a:gdLst/>
                <a:ahLst/>
                <a:cxnLst/>
                <a:rect l="l" t="t" r="r" b="b"/>
                <a:pathLst>
                  <a:path w="2129" h="2129" extrusionOk="0">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5" name="Google Shape;585;p18"/>
              <p:cNvSpPr/>
              <p:nvPr/>
            </p:nvSpPr>
            <p:spPr>
              <a:xfrm>
                <a:off x="12747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6" name="Google Shape;586;p18"/>
              <p:cNvSpPr/>
              <p:nvPr/>
            </p:nvSpPr>
            <p:spPr>
              <a:xfrm>
                <a:off x="1126600" y="4249875"/>
                <a:ext cx="52450" cy="53225"/>
              </a:xfrm>
              <a:custGeom>
                <a:avLst/>
                <a:gdLst/>
                <a:ahLst/>
                <a:cxnLst/>
                <a:rect l="l" t="t" r="r" b="b"/>
                <a:pathLst>
                  <a:path w="2098" h="2129" extrusionOk="0">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7" name="Google Shape;587;p18"/>
              <p:cNvSpPr/>
              <p:nvPr/>
            </p:nvSpPr>
            <p:spPr>
              <a:xfrm>
                <a:off x="9943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8" name="Google Shape;588;p18"/>
              <p:cNvSpPr/>
              <p:nvPr/>
            </p:nvSpPr>
            <p:spPr>
              <a:xfrm>
                <a:off x="843925" y="4249875"/>
                <a:ext cx="53200" cy="53225"/>
              </a:xfrm>
              <a:custGeom>
                <a:avLst/>
                <a:gdLst/>
                <a:ahLst/>
                <a:cxnLst/>
                <a:rect l="l" t="t" r="r" b="b"/>
                <a:pathLst>
                  <a:path w="2128" h="2129" extrusionOk="0">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89" name="Google Shape;589;p18"/>
              <p:cNvSpPr/>
              <p:nvPr/>
            </p:nvSpPr>
            <p:spPr>
              <a:xfrm>
                <a:off x="713225"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590" name="Google Shape;590;p18"/>
          <p:cNvGrpSpPr/>
          <p:nvPr/>
        </p:nvGrpSpPr>
        <p:grpSpPr>
          <a:xfrm>
            <a:off x="11196136" y="719336"/>
            <a:ext cx="995856" cy="1991389"/>
            <a:chOff x="8397102" y="539502"/>
            <a:chExt cx="746892" cy="1493542"/>
          </a:xfrm>
        </p:grpSpPr>
        <p:sp>
          <p:nvSpPr>
            <p:cNvPr id="591" name="Google Shape;591;p18"/>
            <p:cNvSpPr/>
            <p:nvPr/>
          </p:nvSpPr>
          <p:spPr>
            <a:xfrm rot="10800000" flipH="1">
              <a:off x="8397102" y="539502"/>
              <a:ext cx="746892" cy="1493542"/>
            </a:xfrm>
            <a:custGeom>
              <a:avLst/>
              <a:gdLst/>
              <a:ahLst/>
              <a:cxnLst/>
              <a:rect l="l" t="t" r="r" b="b"/>
              <a:pathLst>
                <a:path w="7296" h="14590" fill="none" extrusionOk="0">
                  <a:moveTo>
                    <a:pt x="7295" y="14590"/>
                  </a:moveTo>
                  <a:cubicBezTo>
                    <a:pt x="3283" y="14590"/>
                    <a:pt x="0" y="11338"/>
                    <a:pt x="0" y="7295"/>
                  </a:cubicBezTo>
                  <a:cubicBezTo>
                    <a:pt x="0" y="3283"/>
                    <a:pt x="3283" y="0"/>
                    <a:pt x="7295" y="0"/>
                  </a:cubicBezTo>
                </a:path>
              </a:pathLst>
            </a:custGeom>
            <a:noFill/>
            <a:ln w="190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592" name="Google Shape;592;p18"/>
            <p:cNvSpPr/>
            <p:nvPr/>
          </p:nvSpPr>
          <p:spPr>
            <a:xfrm rot="10800000" flipH="1">
              <a:off x="8577583" y="754163"/>
              <a:ext cx="538364" cy="1073528"/>
            </a:xfrm>
            <a:custGeom>
              <a:avLst/>
              <a:gdLst/>
              <a:ahLst/>
              <a:cxnLst/>
              <a:rect l="l" t="t" r="r" b="b"/>
              <a:pathLst>
                <a:path w="5259" h="10487" fill="none" extrusionOk="0">
                  <a:moveTo>
                    <a:pt x="5259" y="10487"/>
                  </a:moveTo>
                  <a:cubicBezTo>
                    <a:pt x="2371" y="10487"/>
                    <a:pt x="0" y="8146"/>
                    <a:pt x="0" y="5259"/>
                  </a:cubicBezTo>
                  <a:cubicBezTo>
                    <a:pt x="0" y="2371"/>
                    <a:pt x="2371" y="0"/>
                    <a:pt x="5259" y="0"/>
                  </a:cubicBezTo>
                </a:path>
              </a:pathLst>
            </a:custGeom>
            <a:noFill/>
            <a:ln w="190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593" name="Google Shape;593;p18"/>
          <p:cNvSpPr txBox="1">
            <a:spLocks noGrp="1"/>
          </p:cNvSpPr>
          <p:nvPr>
            <p:ph type="subTitle" idx="1"/>
          </p:nvPr>
        </p:nvSpPr>
        <p:spPr>
          <a:xfrm>
            <a:off x="1357367" y="2557500"/>
            <a:ext cx="2694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594" name="Google Shape;594;p18"/>
          <p:cNvSpPr txBox="1">
            <a:spLocks noGrp="1"/>
          </p:cNvSpPr>
          <p:nvPr>
            <p:ph type="subTitle" idx="2"/>
          </p:nvPr>
        </p:nvSpPr>
        <p:spPr>
          <a:xfrm>
            <a:off x="1357367" y="3325596"/>
            <a:ext cx="2694400" cy="6096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595" name="Google Shape;595;p18"/>
          <p:cNvSpPr txBox="1">
            <a:spLocks noGrp="1"/>
          </p:cNvSpPr>
          <p:nvPr>
            <p:ph type="subTitle" idx="3"/>
          </p:nvPr>
        </p:nvSpPr>
        <p:spPr>
          <a:xfrm>
            <a:off x="4748800" y="2557500"/>
            <a:ext cx="2694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596" name="Google Shape;596;p18"/>
          <p:cNvSpPr txBox="1">
            <a:spLocks noGrp="1"/>
          </p:cNvSpPr>
          <p:nvPr>
            <p:ph type="subTitle" idx="4"/>
          </p:nvPr>
        </p:nvSpPr>
        <p:spPr>
          <a:xfrm>
            <a:off x="4748800" y="3325596"/>
            <a:ext cx="2694400" cy="6096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597" name="Google Shape;597;p18"/>
          <p:cNvSpPr txBox="1">
            <a:spLocks noGrp="1"/>
          </p:cNvSpPr>
          <p:nvPr>
            <p:ph type="subTitle" idx="5"/>
          </p:nvPr>
        </p:nvSpPr>
        <p:spPr>
          <a:xfrm>
            <a:off x="8140223" y="2557500"/>
            <a:ext cx="2694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598" name="Google Shape;598;p18"/>
          <p:cNvSpPr txBox="1">
            <a:spLocks noGrp="1"/>
          </p:cNvSpPr>
          <p:nvPr>
            <p:ph type="subTitle" idx="6"/>
          </p:nvPr>
        </p:nvSpPr>
        <p:spPr>
          <a:xfrm>
            <a:off x="8140223" y="3325596"/>
            <a:ext cx="2694400" cy="6096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599" name="Google Shape;599;p18"/>
          <p:cNvSpPr txBox="1">
            <a:spLocks noGrp="1"/>
          </p:cNvSpPr>
          <p:nvPr>
            <p:ph type="subTitle" idx="7"/>
          </p:nvPr>
        </p:nvSpPr>
        <p:spPr>
          <a:xfrm>
            <a:off x="1357367" y="4752060"/>
            <a:ext cx="2694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600" name="Google Shape;600;p18"/>
          <p:cNvSpPr txBox="1">
            <a:spLocks noGrp="1"/>
          </p:cNvSpPr>
          <p:nvPr>
            <p:ph type="subTitle" idx="8"/>
          </p:nvPr>
        </p:nvSpPr>
        <p:spPr>
          <a:xfrm>
            <a:off x="1357367" y="5507964"/>
            <a:ext cx="2694400" cy="6096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601" name="Google Shape;601;p18"/>
          <p:cNvSpPr txBox="1">
            <a:spLocks noGrp="1"/>
          </p:cNvSpPr>
          <p:nvPr>
            <p:ph type="subTitle" idx="9"/>
          </p:nvPr>
        </p:nvSpPr>
        <p:spPr>
          <a:xfrm>
            <a:off x="4748800" y="4752060"/>
            <a:ext cx="2694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602" name="Google Shape;602;p18"/>
          <p:cNvSpPr txBox="1">
            <a:spLocks noGrp="1"/>
          </p:cNvSpPr>
          <p:nvPr>
            <p:ph type="subTitle" idx="13"/>
          </p:nvPr>
        </p:nvSpPr>
        <p:spPr>
          <a:xfrm>
            <a:off x="4748800" y="5507964"/>
            <a:ext cx="2694400" cy="6096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603" name="Google Shape;603;p18"/>
          <p:cNvSpPr txBox="1">
            <a:spLocks noGrp="1"/>
          </p:cNvSpPr>
          <p:nvPr>
            <p:ph type="subTitle" idx="14"/>
          </p:nvPr>
        </p:nvSpPr>
        <p:spPr>
          <a:xfrm>
            <a:off x="8140223" y="4752060"/>
            <a:ext cx="2694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604" name="Google Shape;604;p18"/>
          <p:cNvSpPr txBox="1">
            <a:spLocks noGrp="1"/>
          </p:cNvSpPr>
          <p:nvPr>
            <p:ph type="subTitle" idx="15"/>
          </p:nvPr>
        </p:nvSpPr>
        <p:spPr>
          <a:xfrm>
            <a:off x="8140223" y="5507964"/>
            <a:ext cx="2694400" cy="6096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605" name="Google Shape;605;p18"/>
          <p:cNvSpPr txBox="1">
            <a:spLocks noGrp="1"/>
          </p:cNvSpPr>
          <p:nvPr>
            <p:ph type="title"/>
          </p:nvPr>
        </p:nvSpPr>
        <p:spPr>
          <a:xfrm>
            <a:off x="950967" y="609600"/>
            <a:ext cx="10290000" cy="853600"/>
          </a:xfrm>
          <a:prstGeom prst="rect">
            <a:avLst/>
          </a:prstGeom>
        </p:spPr>
        <p:txBody>
          <a:bodyPr spcFirstLastPara="1" wrap="square" lIns="0" tIns="0" rIns="0" bIns="0" anchor="t" anchorCtr="0">
            <a:noAutofit/>
          </a:bodyPr>
          <a:lstStyle>
            <a:lvl1pPr lvl="0" algn="ctr" rtl="0">
              <a:spcBef>
                <a:spcPts val="0"/>
              </a:spcBef>
              <a:spcAft>
                <a:spcPts val="0"/>
              </a:spcAft>
              <a:buSzPts val="35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856499034"/>
      </p:ext>
    </p:extLst>
  </p:cSld>
  <p:clrMapOvr>
    <a:masterClrMapping/>
  </p:clrMapOvr>
  <p:hf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606"/>
        <p:cNvGrpSpPr/>
        <p:nvPr/>
      </p:nvGrpSpPr>
      <p:grpSpPr>
        <a:xfrm>
          <a:off x="0" y="0"/>
          <a:ext cx="0" cy="0"/>
          <a:chOff x="0" y="0"/>
          <a:chExt cx="0" cy="0"/>
        </a:xfrm>
      </p:grpSpPr>
      <p:grpSp>
        <p:nvGrpSpPr>
          <p:cNvPr id="607" name="Google Shape;607;p19"/>
          <p:cNvGrpSpPr/>
          <p:nvPr/>
        </p:nvGrpSpPr>
        <p:grpSpPr>
          <a:xfrm>
            <a:off x="602079" y="462865"/>
            <a:ext cx="907264" cy="1561012"/>
            <a:chOff x="832925" y="1132500"/>
            <a:chExt cx="376125" cy="647150"/>
          </a:xfrm>
        </p:grpSpPr>
        <p:sp>
          <p:nvSpPr>
            <p:cNvPr id="608" name="Google Shape;608;p19"/>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09" name="Google Shape;609;p19"/>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0" name="Google Shape;610;p19"/>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1" name="Google Shape;611;p19"/>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2" name="Google Shape;612;p19"/>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3" name="Google Shape;613;p19"/>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4" name="Google Shape;614;p19"/>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5" name="Google Shape;615;p19"/>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6" name="Google Shape;616;p19"/>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17" name="Google Shape;617;p19"/>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18" name="Google Shape;618;p19"/>
          <p:cNvGrpSpPr/>
          <p:nvPr/>
        </p:nvGrpSpPr>
        <p:grpSpPr>
          <a:xfrm>
            <a:off x="9858934" y="2023852"/>
            <a:ext cx="1382033" cy="214833"/>
            <a:chOff x="7394200" y="556313"/>
            <a:chExt cx="1036525" cy="161125"/>
          </a:xfrm>
        </p:grpSpPr>
        <p:sp>
          <p:nvSpPr>
            <p:cNvPr id="619" name="Google Shape;619;p19"/>
            <p:cNvSpPr/>
            <p:nvPr/>
          </p:nvSpPr>
          <p:spPr>
            <a:xfrm>
              <a:off x="8377500" y="664213"/>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0" name="Google Shape;620;p19"/>
            <p:cNvSpPr/>
            <p:nvPr/>
          </p:nvSpPr>
          <p:spPr>
            <a:xfrm>
              <a:off x="8246800" y="664213"/>
              <a:ext cx="53225" cy="53225"/>
            </a:xfrm>
            <a:custGeom>
              <a:avLst/>
              <a:gdLst/>
              <a:ahLst/>
              <a:cxnLst/>
              <a:rect l="l" t="t" r="r" b="b"/>
              <a:pathLst>
                <a:path w="2129" h="2129" extrusionOk="0">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1" name="Google Shape;621;p19"/>
            <p:cNvSpPr/>
            <p:nvPr/>
          </p:nvSpPr>
          <p:spPr>
            <a:xfrm>
              <a:off x="8087975" y="664213"/>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2" name="Google Shape;622;p19"/>
            <p:cNvSpPr/>
            <p:nvPr/>
          </p:nvSpPr>
          <p:spPr>
            <a:xfrm>
              <a:off x="7956525" y="664213"/>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3" name="Google Shape;623;p19"/>
            <p:cNvSpPr/>
            <p:nvPr/>
          </p:nvSpPr>
          <p:spPr>
            <a:xfrm>
              <a:off x="7807575" y="664213"/>
              <a:ext cx="53225" cy="53225"/>
            </a:xfrm>
            <a:custGeom>
              <a:avLst/>
              <a:gdLst/>
              <a:ahLst/>
              <a:cxnLst/>
              <a:rect l="l" t="t" r="r" b="b"/>
              <a:pathLst>
                <a:path w="2129" h="2129" extrusionOk="0">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4" name="Google Shape;624;p19"/>
            <p:cNvSpPr/>
            <p:nvPr/>
          </p:nvSpPr>
          <p:spPr>
            <a:xfrm>
              <a:off x="7676875" y="664213"/>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5" name="Google Shape;625;p19"/>
            <p:cNvSpPr/>
            <p:nvPr/>
          </p:nvSpPr>
          <p:spPr>
            <a:xfrm>
              <a:off x="7526425" y="664213"/>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6" name="Google Shape;626;p19"/>
            <p:cNvSpPr/>
            <p:nvPr/>
          </p:nvSpPr>
          <p:spPr>
            <a:xfrm>
              <a:off x="7394200" y="664213"/>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7" name="Google Shape;627;p19"/>
            <p:cNvSpPr/>
            <p:nvPr/>
          </p:nvSpPr>
          <p:spPr>
            <a:xfrm>
              <a:off x="8377500" y="556313"/>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8" name="Google Shape;628;p19"/>
            <p:cNvSpPr/>
            <p:nvPr/>
          </p:nvSpPr>
          <p:spPr>
            <a:xfrm>
              <a:off x="8246800" y="556313"/>
              <a:ext cx="53225" cy="53225"/>
            </a:xfrm>
            <a:custGeom>
              <a:avLst/>
              <a:gdLst/>
              <a:ahLst/>
              <a:cxnLst/>
              <a:rect l="l" t="t" r="r" b="b"/>
              <a:pathLst>
                <a:path w="2129" h="2129" extrusionOk="0">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29" name="Google Shape;629;p19"/>
            <p:cNvSpPr/>
            <p:nvPr/>
          </p:nvSpPr>
          <p:spPr>
            <a:xfrm>
              <a:off x="8087975" y="556313"/>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0" name="Google Shape;630;p19"/>
            <p:cNvSpPr/>
            <p:nvPr/>
          </p:nvSpPr>
          <p:spPr>
            <a:xfrm>
              <a:off x="7956525" y="556313"/>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1" name="Google Shape;631;p19"/>
            <p:cNvSpPr/>
            <p:nvPr/>
          </p:nvSpPr>
          <p:spPr>
            <a:xfrm>
              <a:off x="7807575" y="556313"/>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2" name="Google Shape;632;p19"/>
            <p:cNvSpPr/>
            <p:nvPr/>
          </p:nvSpPr>
          <p:spPr>
            <a:xfrm>
              <a:off x="7676875" y="556313"/>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3" name="Google Shape;633;p19"/>
            <p:cNvSpPr/>
            <p:nvPr/>
          </p:nvSpPr>
          <p:spPr>
            <a:xfrm>
              <a:off x="7526425" y="556313"/>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34" name="Google Shape;634;p19"/>
            <p:cNvSpPr/>
            <p:nvPr/>
          </p:nvSpPr>
          <p:spPr>
            <a:xfrm>
              <a:off x="7394200" y="556313"/>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35" name="Google Shape;635;p19"/>
          <p:cNvSpPr txBox="1">
            <a:spLocks noGrp="1"/>
          </p:cNvSpPr>
          <p:nvPr>
            <p:ph type="title"/>
          </p:nvPr>
        </p:nvSpPr>
        <p:spPr>
          <a:xfrm>
            <a:off x="950967" y="609600"/>
            <a:ext cx="10290000" cy="853600"/>
          </a:xfrm>
          <a:prstGeom prst="rect">
            <a:avLst/>
          </a:prstGeom>
        </p:spPr>
        <p:txBody>
          <a:bodyPr spcFirstLastPara="1" wrap="square" lIns="0" tIns="0" rIns="0" bIns="0" anchor="t" anchorCtr="0">
            <a:noAutofit/>
          </a:bodyPr>
          <a:lstStyle>
            <a:lvl1pPr lvl="0" algn="ctr"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636" name="Google Shape;636;p19"/>
          <p:cNvSpPr txBox="1">
            <a:spLocks noGrp="1"/>
          </p:cNvSpPr>
          <p:nvPr>
            <p:ph type="subTitle" idx="1"/>
          </p:nvPr>
        </p:nvSpPr>
        <p:spPr>
          <a:xfrm>
            <a:off x="950967" y="3401568"/>
            <a:ext cx="2438400" cy="8536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637" name="Google Shape;637;p19"/>
          <p:cNvSpPr txBox="1">
            <a:spLocks noGrp="1"/>
          </p:cNvSpPr>
          <p:nvPr>
            <p:ph type="subTitle" idx="2"/>
          </p:nvPr>
        </p:nvSpPr>
        <p:spPr>
          <a:xfrm>
            <a:off x="950967" y="2633472"/>
            <a:ext cx="2438400" cy="609600"/>
          </a:xfrm>
          <a:prstGeom prst="rect">
            <a:avLst/>
          </a:prstGeom>
        </p:spPr>
        <p:txBody>
          <a:bodyPr spcFirstLastPara="1" wrap="square" lIns="0" tIns="0" rIns="0" bIns="0" anchor="b" anchorCtr="0">
            <a:noAutofit/>
          </a:bodyPr>
          <a:lstStyle>
            <a:lvl1pPr lvl="0"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638" name="Google Shape;638;p19"/>
          <p:cNvSpPr txBox="1">
            <a:spLocks noGrp="1"/>
          </p:cNvSpPr>
          <p:nvPr>
            <p:ph type="subTitle" idx="3"/>
          </p:nvPr>
        </p:nvSpPr>
        <p:spPr>
          <a:xfrm>
            <a:off x="950967" y="5218136"/>
            <a:ext cx="2438400" cy="8536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639" name="Google Shape;639;p19"/>
          <p:cNvSpPr txBox="1">
            <a:spLocks noGrp="1"/>
          </p:cNvSpPr>
          <p:nvPr>
            <p:ph type="subTitle" idx="4"/>
          </p:nvPr>
        </p:nvSpPr>
        <p:spPr>
          <a:xfrm>
            <a:off x="950967" y="4451567"/>
            <a:ext cx="2438400" cy="609600"/>
          </a:xfrm>
          <a:prstGeom prst="rect">
            <a:avLst/>
          </a:prstGeom>
        </p:spPr>
        <p:txBody>
          <a:bodyPr spcFirstLastPara="1" wrap="square" lIns="0" tIns="0" rIns="0" bIns="0" anchor="b" anchorCtr="0">
            <a:noAutofit/>
          </a:bodyPr>
          <a:lstStyle>
            <a:lvl1pPr lvl="0"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640" name="Google Shape;640;p19"/>
          <p:cNvSpPr txBox="1">
            <a:spLocks noGrp="1"/>
          </p:cNvSpPr>
          <p:nvPr>
            <p:ph type="subTitle" idx="5"/>
          </p:nvPr>
        </p:nvSpPr>
        <p:spPr>
          <a:xfrm>
            <a:off x="8802625" y="3401568"/>
            <a:ext cx="2438400" cy="853600"/>
          </a:xfrm>
          <a:prstGeom prst="rect">
            <a:avLst/>
          </a:prstGeom>
        </p:spPr>
        <p:txBody>
          <a:bodyPr spcFirstLastPara="1" wrap="square" lIns="0" tIns="0" rIns="0" bIns="0" anchor="t" anchorCtr="0">
            <a:noAutofit/>
          </a:bodyPr>
          <a:lstStyle>
            <a:lvl1pPr lvl="0" algn="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641" name="Google Shape;641;p19"/>
          <p:cNvSpPr txBox="1">
            <a:spLocks noGrp="1"/>
          </p:cNvSpPr>
          <p:nvPr>
            <p:ph type="subTitle" idx="6"/>
          </p:nvPr>
        </p:nvSpPr>
        <p:spPr>
          <a:xfrm>
            <a:off x="8802625" y="2621280"/>
            <a:ext cx="2438400" cy="609600"/>
          </a:xfrm>
          <a:prstGeom prst="rect">
            <a:avLst/>
          </a:prstGeom>
        </p:spPr>
        <p:txBody>
          <a:bodyPr spcFirstLastPara="1" wrap="square" lIns="0" tIns="0" rIns="0" bIns="0" anchor="b" anchorCtr="0">
            <a:noAutofit/>
          </a:bodyPr>
          <a:lstStyle>
            <a:lvl1pPr lvl="0" algn="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642" name="Google Shape;642;p19"/>
          <p:cNvSpPr txBox="1">
            <a:spLocks noGrp="1"/>
          </p:cNvSpPr>
          <p:nvPr>
            <p:ph type="subTitle" idx="7"/>
          </p:nvPr>
        </p:nvSpPr>
        <p:spPr>
          <a:xfrm>
            <a:off x="8802625" y="5218161"/>
            <a:ext cx="2438400" cy="853600"/>
          </a:xfrm>
          <a:prstGeom prst="rect">
            <a:avLst/>
          </a:prstGeom>
        </p:spPr>
        <p:txBody>
          <a:bodyPr spcFirstLastPara="1" wrap="square" lIns="0" tIns="0" rIns="0" bIns="0" anchor="t" anchorCtr="0">
            <a:noAutofit/>
          </a:bodyPr>
          <a:lstStyle>
            <a:lvl1pPr lvl="0" algn="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643" name="Google Shape;643;p19"/>
          <p:cNvSpPr txBox="1">
            <a:spLocks noGrp="1"/>
          </p:cNvSpPr>
          <p:nvPr>
            <p:ph type="subTitle" idx="8"/>
          </p:nvPr>
        </p:nvSpPr>
        <p:spPr>
          <a:xfrm>
            <a:off x="8802625" y="4451567"/>
            <a:ext cx="2438400" cy="609600"/>
          </a:xfrm>
          <a:prstGeom prst="rect">
            <a:avLst/>
          </a:prstGeom>
        </p:spPr>
        <p:txBody>
          <a:bodyPr spcFirstLastPara="1" wrap="square" lIns="0" tIns="0" rIns="0" bIns="0" anchor="b" anchorCtr="0">
            <a:noAutofit/>
          </a:bodyPr>
          <a:lstStyle>
            <a:lvl1pPr lvl="0" algn="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541386394"/>
      </p:ext>
    </p:extLst>
  </p:cSld>
  <p:clrMapOvr>
    <a:masterClrMapping/>
  </p:clrMapOvr>
  <p:hf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644"/>
        <p:cNvGrpSpPr/>
        <p:nvPr/>
      </p:nvGrpSpPr>
      <p:grpSpPr>
        <a:xfrm>
          <a:off x="0" y="0"/>
          <a:ext cx="0" cy="0"/>
          <a:chOff x="0" y="0"/>
          <a:chExt cx="0" cy="0"/>
        </a:xfrm>
      </p:grpSpPr>
      <p:grpSp>
        <p:nvGrpSpPr>
          <p:cNvPr id="645" name="Google Shape;645;p20"/>
          <p:cNvGrpSpPr/>
          <p:nvPr/>
        </p:nvGrpSpPr>
        <p:grpSpPr>
          <a:xfrm>
            <a:off x="596393" y="719322"/>
            <a:ext cx="709127" cy="717849"/>
            <a:chOff x="418544" y="539491"/>
            <a:chExt cx="531845" cy="538387"/>
          </a:xfrm>
        </p:grpSpPr>
        <p:sp>
          <p:nvSpPr>
            <p:cNvPr id="646" name="Google Shape;646;p20"/>
            <p:cNvSpPr/>
            <p:nvPr/>
          </p:nvSpPr>
          <p:spPr>
            <a:xfrm>
              <a:off x="418544" y="904069"/>
              <a:ext cx="172516" cy="173808"/>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7" name="Google Shape;647;p20"/>
            <p:cNvSpPr/>
            <p:nvPr/>
          </p:nvSpPr>
          <p:spPr>
            <a:xfrm>
              <a:off x="839296" y="539491"/>
              <a:ext cx="26167" cy="86258"/>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8" name="Google Shape;648;p20"/>
            <p:cNvSpPr/>
            <p:nvPr/>
          </p:nvSpPr>
          <p:spPr>
            <a:xfrm>
              <a:off x="839296" y="644003"/>
              <a:ext cx="26167" cy="86297"/>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49" name="Google Shape;649;p20"/>
            <p:cNvSpPr/>
            <p:nvPr/>
          </p:nvSpPr>
          <p:spPr>
            <a:xfrm>
              <a:off x="870634" y="620500"/>
              <a:ext cx="79755" cy="26167"/>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0" name="Google Shape;650;p20"/>
            <p:cNvSpPr/>
            <p:nvPr/>
          </p:nvSpPr>
          <p:spPr>
            <a:xfrm>
              <a:off x="756955" y="622684"/>
              <a:ext cx="79755" cy="26167"/>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51" name="Google Shape;651;p20"/>
          <p:cNvGrpSpPr/>
          <p:nvPr/>
        </p:nvGrpSpPr>
        <p:grpSpPr>
          <a:xfrm>
            <a:off x="9859168" y="719334"/>
            <a:ext cx="1382033" cy="214833"/>
            <a:chOff x="713225" y="4468250"/>
            <a:chExt cx="1036525" cy="161125"/>
          </a:xfrm>
        </p:grpSpPr>
        <p:sp>
          <p:nvSpPr>
            <p:cNvPr id="652" name="Google Shape;652;p20"/>
            <p:cNvSpPr/>
            <p:nvPr/>
          </p:nvSpPr>
          <p:spPr>
            <a:xfrm>
              <a:off x="16965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3" name="Google Shape;653;p20"/>
            <p:cNvSpPr/>
            <p:nvPr/>
          </p:nvSpPr>
          <p:spPr>
            <a:xfrm>
              <a:off x="1565825" y="4576150"/>
              <a:ext cx="53225" cy="53225"/>
            </a:xfrm>
            <a:custGeom>
              <a:avLst/>
              <a:gdLst/>
              <a:ahLst/>
              <a:cxnLst/>
              <a:rect l="l" t="t" r="r" b="b"/>
              <a:pathLst>
                <a:path w="2129" h="2129" extrusionOk="0">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4" name="Google Shape;654;p20"/>
            <p:cNvSpPr/>
            <p:nvPr/>
          </p:nvSpPr>
          <p:spPr>
            <a:xfrm>
              <a:off x="14070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5" name="Google Shape;655;p20"/>
            <p:cNvSpPr/>
            <p:nvPr/>
          </p:nvSpPr>
          <p:spPr>
            <a:xfrm>
              <a:off x="12755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6" name="Google Shape;656;p20"/>
            <p:cNvSpPr/>
            <p:nvPr/>
          </p:nvSpPr>
          <p:spPr>
            <a:xfrm>
              <a:off x="1126600" y="4576150"/>
              <a:ext cx="53225" cy="53225"/>
            </a:xfrm>
            <a:custGeom>
              <a:avLst/>
              <a:gdLst/>
              <a:ahLst/>
              <a:cxnLst/>
              <a:rect l="l" t="t" r="r" b="b"/>
              <a:pathLst>
                <a:path w="2129" h="2129" extrusionOk="0">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7" name="Google Shape;657;p20"/>
            <p:cNvSpPr/>
            <p:nvPr/>
          </p:nvSpPr>
          <p:spPr>
            <a:xfrm>
              <a:off x="9959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8" name="Google Shape;658;p20"/>
            <p:cNvSpPr/>
            <p:nvPr/>
          </p:nvSpPr>
          <p:spPr>
            <a:xfrm>
              <a:off x="8454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59" name="Google Shape;659;p20"/>
            <p:cNvSpPr/>
            <p:nvPr/>
          </p:nvSpPr>
          <p:spPr>
            <a:xfrm>
              <a:off x="7132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0" name="Google Shape;660;p20"/>
            <p:cNvSpPr/>
            <p:nvPr/>
          </p:nvSpPr>
          <p:spPr>
            <a:xfrm>
              <a:off x="16965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1" name="Google Shape;661;p20"/>
            <p:cNvSpPr/>
            <p:nvPr/>
          </p:nvSpPr>
          <p:spPr>
            <a:xfrm>
              <a:off x="1565825" y="4468250"/>
              <a:ext cx="53225" cy="53225"/>
            </a:xfrm>
            <a:custGeom>
              <a:avLst/>
              <a:gdLst/>
              <a:ahLst/>
              <a:cxnLst/>
              <a:rect l="l" t="t" r="r" b="b"/>
              <a:pathLst>
                <a:path w="2129" h="2129" extrusionOk="0">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2" name="Google Shape;662;p20"/>
            <p:cNvSpPr/>
            <p:nvPr/>
          </p:nvSpPr>
          <p:spPr>
            <a:xfrm>
              <a:off x="14070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3" name="Google Shape;663;p20"/>
            <p:cNvSpPr/>
            <p:nvPr/>
          </p:nvSpPr>
          <p:spPr>
            <a:xfrm>
              <a:off x="12755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4" name="Google Shape;664;p20"/>
            <p:cNvSpPr/>
            <p:nvPr/>
          </p:nvSpPr>
          <p:spPr>
            <a:xfrm>
              <a:off x="1126600" y="446825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5" name="Google Shape;665;p20"/>
            <p:cNvSpPr/>
            <p:nvPr/>
          </p:nvSpPr>
          <p:spPr>
            <a:xfrm>
              <a:off x="9959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6" name="Google Shape;666;p20"/>
            <p:cNvSpPr/>
            <p:nvPr/>
          </p:nvSpPr>
          <p:spPr>
            <a:xfrm>
              <a:off x="8454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67" name="Google Shape;667;p20"/>
            <p:cNvSpPr/>
            <p:nvPr/>
          </p:nvSpPr>
          <p:spPr>
            <a:xfrm>
              <a:off x="7132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68" name="Google Shape;668;p20"/>
          <p:cNvSpPr txBox="1">
            <a:spLocks noGrp="1"/>
          </p:cNvSpPr>
          <p:nvPr>
            <p:ph type="title" hasCustomPrompt="1"/>
          </p:nvPr>
        </p:nvSpPr>
        <p:spPr>
          <a:xfrm>
            <a:off x="902208" y="1609344"/>
            <a:ext cx="3888000" cy="1420000"/>
          </a:xfrm>
          <a:prstGeom prst="rect">
            <a:avLst/>
          </a:prstGeom>
        </p:spPr>
        <p:txBody>
          <a:bodyPr spcFirstLastPara="1" wrap="square" lIns="0" tIns="0" rIns="0" bIns="0" anchor="b" anchorCtr="0">
            <a:noAutofit/>
          </a:bodyPr>
          <a:lstStyle>
            <a:lvl1pPr lvl="0" rtl="0">
              <a:spcBef>
                <a:spcPts val="0"/>
              </a:spcBef>
              <a:spcAft>
                <a:spcPts val="0"/>
              </a:spcAft>
              <a:buSzPts val="10000"/>
              <a:buNone/>
              <a:defRPr sz="9333"/>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669" name="Google Shape;669;p20"/>
          <p:cNvSpPr txBox="1">
            <a:spLocks noGrp="1"/>
          </p:cNvSpPr>
          <p:nvPr>
            <p:ph type="title" idx="2" hasCustomPrompt="1"/>
          </p:nvPr>
        </p:nvSpPr>
        <p:spPr>
          <a:xfrm>
            <a:off x="7949184" y="1694688"/>
            <a:ext cx="3286800" cy="1049600"/>
          </a:xfrm>
          <a:prstGeom prst="rect">
            <a:avLst/>
          </a:prstGeom>
        </p:spPr>
        <p:txBody>
          <a:bodyPr spcFirstLastPara="1" wrap="square" lIns="0" tIns="0" rIns="0" bIns="0" anchor="b" anchorCtr="0">
            <a:noAutofit/>
          </a:bodyPr>
          <a:lstStyle>
            <a:lvl1pPr lvl="0" algn="r" rtl="0">
              <a:spcBef>
                <a:spcPts val="0"/>
              </a:spcBef>
              <a:spcAft>
                <a:spcPts val="0"/>
              </a:spcAft>
              <a:buSzPts val="10000"/>
              <a:buNone/>
              <a:defRPr sz="6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670" name="Google Shape;670;p20"/>
          <p:cNvSpPr txBox="1">
            <a:spLocks noGrp="1"/>
          </p:cNvSpPr>
          <p:nvPr>
            <p:ph type="subTitle" idx="1"/>
          </p:nvPr>
        </p:nvSpPr>
        <p:spPr>
          <a:xfrm>
            <a:off x="7949184" y="2800899"/>
            <a:ext cx="3292000" cy="609600"/>
          </a:xfrm>
          <a:prstGeom prst="rect">
            <a:avLst/>
          </a:prstGeom>
        </p:spPr>
        <p:txBody>
          <a:bodyPr spcFirstLastPara="1" wrap="square" lIns="0" tIns="0" rIns="0" bIns="0" anchor="t" anchorCtr="0">
            <a:noAutofit/>
          </a:bodyPr>
          <a:lstStyle>
            <a:lvl1pPr lvl="0" algn="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671" name="Google Shape;671;p20"/>
          <p:cNvSpPr txBox="1">
            <a:spLocks noGrp="1"/>
          </p:cNvSpPr>
          <p:nvPr>
            <p:ph type="title" idx="3" hasCustomPrompt="1"/>
          </p:nvPr>
        </p:nvSpPr>
        <p:spPr>
          <a:xfrm>
            <a:off x="7949184" y="4181856"/>
            <a:ext cx="3292000" cy="1048400"/>
          </a:xfrm>
          <a:prstGeom prst="rect">
            <a:avLst/>
          </a:prstGeom>
        </p:spPr>
        <p:txBody>
          <a:bodyPr spcFirstLastPara="1" wrap="square" lIns="0" tIns="0" rIns="0" bIns="0" anchor="b" anchorCtr="0">
            <a:noAutofit/>
          </a:bodyPr>
          <a:lstStyle>
            <a:lvl1pPr lvl="0" algn="r" rtl="0">
              <a:spcBef>
                <a:spcPts val="0"/>
              </a:spcBef>
              <a:spcAft>
                <a:spcPts val="0"/>
              </a:spcAft>
              <a:buSzPts val="10000"/>
              <a:buNone/>
              <a:defRPr sz="6667"/>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672" name="Google Shape;672;p20"/>
          <p:cNvSpPr txBox="1">
            <a:spLocks noGrp="1"/>
          </p:cNvSpPr>
          <p:nvPr>
            <p:ph type="subTitle" idx="4"/>
          </p:nvPr>
        </p:nvSpPr>
        <p:spPr>
          <a:xfrm>
            <a:off x="7949184" y="5483689"/>
            <a:ext cx="3292000" cy="609600"/>
          </a:xfrm>
          <a:prstGeom prst="rect">
            <a:avLst/>
          </a:prstGeom>
        </p:spPr>
        <p:txBody>
          <a:bodyPr spcFirstLastPara="1" wrap="square" lIns="0" tIns="0" rIns="0" bIns="0" anchor="t" anchorCtr="0">
            <a:noAutofit/>
          </a:bodyPr>
          <a:lstStyle>
            <a:lvl1pPr lvl="0" algn="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673" name="Google Shape;673;p20"/>
          <p:cNvSpPr txBox="1">
            <a:spLocks noGrp="1"/>
          </p:cNvSpPr>
          <p:nvPr>
            <p:ph type="title" idx="5"/>
          </p:nvPr>
        </p:nvSpPr>
        <p:spPr>
          <a:xfrm>
            <a:off x="940967" y="589280"/>
            <a:ext cx="10300000" cy="853600"/>
          </a:xfrm>
          <a:prstGeom prst="rect">
            <a:avLst/>
          </a:prstGeom>
        </p:spPr>
        <p:txBody>
          <a:bodyPr spcFirstLastPara="1" wrap="square" lIns="0" tIns="0" rIns="0" bIns="0" anchor="t" anchorCtr="0">
            <a:noAutofit/>
          </a:bodyPr>
          <a:lstStyle>
            <a:lvl1pPr lvl="0" algn="ctr"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674" name="Google Shape;674;p20"/>
          <p:cNvSpPr txBox="1">
            <a:spLocks noGrp="1"/>
          </p:cNvSpPr>
          <p:nvPr>
            <p:ph type="subTitle" idx="6"/>
          </p:nvPr>
        </p:nvSpPr>
        <p:spPr>
          <a:xfrm>
            <a:off x="950967" y="4924057"/>
            <a:ext cx="2770000" cy="12192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675" name="Google Shape;675;p20"/>
          <p:cNvSpPr txBox="1">
            <a:spLocks noGrp="1"/>
          </p:cNvSpPr>
          <p:nvPr>
            <p:ph type="subTitle" idx="7"/>
          </p:nvPr>
        </p:nvSpPr>
        <p:spPr>
          <a:xfrm>
            <a:off x="950967" y="4157472"/>
            <a:ext cx="2767600" cy="609600"/>
          </a:xfrm>
          <a:prstGeom prst="rect">
            <a:avLst/>
          </a:prstGeom>
        </p:spPr>
        <p:txBody>
          <a:bodyPr spcFirstLastPara="1" wrap="square" lIns="0" tIns="0" rIns="0" bIns="0" anchor="b" anchorCtr="0">
            <a:noAutofit/>
          </a:bodyPr>
          <a:lstStyle>
            <a:lvl1pPr lvl="0"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grpSp>
        <p:nvGrpSpPr>
          <p:cNvPr id="676" name="Google Shape;676;p20"/>
          <p:cNvGrpSpPr/>
          <p:nvPr/>
        </p:nvGrpSpPr>
        <p:grpSpPr>
          <a:xfrm>
            <a:off x="10145301" y="3840480"/>
            <a:ext cx="2046700" cy="377967"/>
            <a:chOff x="7608975" y="2874025"/>
            <a:chExt cx="1535025" cy="283475"/>
          </a:xfrm>
        </p:grpSpPr>
        <p:sp>
          <p:nvSpPr>
            <p:cNvPr id="677" name="Google Shape;677;p20"/>
            <p:cNvSpPr/>
            <p:nvPr/>
          </p:nvSpPr>
          <p:spPr>
            <a:xfrm>
              <a:off x="7608975" y="2874025"/>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78" name="Google Shape;678;p20"/>
            <p:cNvSpPr/>
            <p:nvPr/>
          </p:nvSpPr>
          <p:spPr>
            <a:xfrm>
              <a:off x="7608975" y="3058675"/>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485401373"/>
      </p:ext>
    </p:extLst>
  </p:cSld>
  <p:clrMapOvr>
    <a:masterClrMapping/>
  </p:clrMapOvr>
  <p:hf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679"/>
        <p:cNvGrpSpPr/>
        <p:nvPr/>
      </p:nvGrpSpPr>
      <p:grpSpPr>
        <a:xfrm>
          <a:off x="0" y="0"/>
          <a:ext cx="0" cy="0"/>
          <a:chOff x="0" y="0"/>
          <a:chExt cx="0" cy="0"/>
        </a:xfrm>
      </p:grpSpPr>
      <p:grpSp>
        <p:nvGrpSpPr>
          <p:cNvPr id="680" name="Google Shape;680;p21"/>
          <p:cNvGrpSpPr/>
          <p:nvPr/>
        </p:nvGrpSpPr>
        <p:grpSpPr>
          <a:xfrm>
            <a:off x="10473851" y="719334"/>
            <a:ext cx="2046700" cy="377967"/>
            <a:chOff x="-112475" y="4315950"/>
            <a:chExt cx="1535025" cy="283475"/>
          </a:xfrm>
        </p:grpSpPr>
        <p:sp>
          <p:nvSpPr>
            <p:cNvPr id="681" name="Google Shape;681;p21"/>
            <p:cNvSpPr/>
            <p:nvPr/>
          </p:nvSpPr>
          <p:spPr>
            <a:xfrm>
              <a:off x="-112475" y="431595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2" name="Google Shape;682;p21"/>
            <p:cNvSpPr/>
            <p:nvPr/>
          </p:nvSpPr>
          <p:spPr>
            <a:xfrm>
              <a:off x="-112475" y="450060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683" name="Google Shape;683;p21"/>
          <p:cNvSpPr txBox="1">
            <a:spLocks noGrp="1"/>
          </p:cNvSpPr>
          <p:nvPr>
            <p:ph type="title"/>
          </p:nvPr>
        </p:nvSpPr>
        <p:spPr>
          <a:xfrm>
            <a:off x="950967" y="593367"/>
            <a:ext cx="10290000" cy="763600"/>
          </a:xfrm>
          <a:prstGeom prst="rect">
            <a:avLst/>
          </a:prstGeom>
        </p:spPr>
        <p:txBody>
          <a:bodyPr spcFirstLastPara="1" wrap="square" lIns="0" tIns="0" rIns="0" bIns="0" anchor="t" anchorCtr="0">
            <a:noAutofit/>
          </a:bodyPr>
          <a:lstStyle>
            <a:lvl1pPr lvl="0">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35882199"/>
      </p:ext>
    </p:extLst>
  </p:cSld>
  <p:clrMapOvr>
    <a:masterClrMapping/>
  </p:clrMapOvr>
  <p:hf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bg>
      <p:bgPr>
        <a:solidFill>
          <a:schemeClr val="accent1"/>
        </a:solidFill>
        <a:effectLst/>
      </p:bgPr>
    </p:bg>
    <p:spTree>
      <p:nvGrpSpPr>
        <p:cNvPr id="1" name="Shape 684"/>
        <p:cNvGrpSpPr/>
        <p:nvPr/>
      </p:nvGrpSpPr>
      <p:grpSpPr>
        <a:xfrm>
          <a:off x="0" y="0"/>
          <a:ext cx="0" cy="0"/>
          <a:chOff x="0" y="0"/>
          <a:chExt cx="0" cy="0"/>
        </a:xfrm>
      </p:grpSpPr>
      <p:grpSp>
        <p:nvGrpSpPr>
          <p:cNvPr id="685" name="Google Shape;685;p22"/>
          <p:cNvGrpSpPr/>
          <p:nvPr/>
        </p:nvGrpSpPr>
        <p:grpSpPr>
          <a:xfrm>
            <a:off x="-17849" y="2033234"/>
            <a:ext cx="1379967" cy="507633"/>
            <a:chOff x="713225" y="4249875"/>
            <a:chExt cx="1034975" cy="380725"/>
          </a:xfrm>
        </p:grpSpPr>
        <p:grpSp>
          <p:nvGrpSpPr>
            <p:cNvPr id="686" name="Google Shape;686;p22"/>
            <p:cNvGrpSpPr/>
            <p:nvPr/>
          </p:nvGrpSpPr>
          <p:grpSpPr>
            <a:xfrm>
              <a:off x="713225" y="4577400"/>
              <a:ext cx="1034975" cy="53200"/>
              <a:chOff x="713225" y="4577400"/>
              <a:chExt cx="1034975" cy="53200"/>
            </a:xfrm>
          </p:grpSpPr>
          <p:sp>
            <p:nvSpPr>
              <p:cNvPr id="687" name="Google Shape;687;p22"/>
              <p:cNvSpPr/>
              <p:nvPr/>
            </p:nvSpPr>
            <p:spPr>
              <a:xfrm>
                <a:off x="1695000" y="4577400"/>
                <a:ext cx="53200" cy="53200"/>
              </a:xfrm>
              <a:custGeom>
                <a:avLst/>
                <a:gdLst/>
                <a:ahLst/>
                <a:cxnLst/>
                <a:rect l="l" t="t" r="r" b="b"/>
                <a:pathLst>
                  <a:path w="2128" h="2128" extrusionOk="0">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8" name="Google Shape;688;p22"/>
              <p:cNvSpPr/>
              <p:nvPr/>
            </p:nvSpPr>
            <p:spPr>
              <a:xfrm>
                <a:off x="1564300"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89" name="Google Shape;689;p22"/>
              <p:cNvSpPr/>
              <p:nvPr/>
            </p:nvSpPr>
            <p:spPr>
              <a:xfrm>
                <a:off x="1406225" y="4577400"/>
                <a:ext cx="53225" cy="53200"/>
              </a:xfrm>
              <a:custGeom>
                <a:avLst/>
                <a:gdLst/>
                <a:ahLst/>
                <a:cxnLst/>
                <a:rect l="l" t="t" r="r" b="b"/>
                <a:pathLst>
                  <a:path w="2129" h="2128" extrusionOk="0">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0" name="Google Shape;690;p22"/>
              <p:cNvSpPr/>
              <p:nvPr/>
            </p:nvSpPr>
            <p:spPr>
              <a:xfrm>
                <a:off x="12747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1" name="Google Shape;691;p22"/>
              <p:cNvSpPr/>
              <p:nvPr/>
            </p:nvSpPr>
            <p:spPr>
              <a:xfrm>
                <a:off x="1126600" y="4577400"/>
                <a:ext cx="52450" cy="53200"/>
              </a:xfrm>
              <a:custGeom>
                <a:avLst/>
                <a:gdLst/>
                <a:ahLst/>
                <a:cxnLst/>
                <a:rect l="l" t="t" r="r" b="b"/>
                <a:pathLst>
                  <a:path w="2098" h="2128" extrusionOk="0">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2" name="Google Shape;692;p22"/>
              <p:cNvSpPr/>
              <p:nvPr/>
            </p:nvSpPr>
            <p:spPr>
              <a:xfrm>
                <a:off x="9943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3" name="Google Shape;693;p22"/>
              <p:cNvSpPr/>
              <p:nvPr/>
            </p:nvSpPr>
            <p:spPr>
              <a:xfrm>
                <a:off x="843925" y="4577400"/>
                <a:ext cx="53200" cy="53200"/>
              </a:xfrm>
              <a:custGeom>
                <a:avLst/>
                <a:gdLst/>
                <a:ahLst/>
                <a:cxnLst/>
                <a:rect l="l" t="t" r="r" b="b"/>
                <a:pathLst>
                  <a:path w="2128" h="2128" extrusionOk="0">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4" name="Google Shape;694;p22"/>
              <p:cNvSpPr/>
              <p:nvPr/>
            </p:nvSpPr>
            <p:spPr>
              <a:xfrm>
                <a:off x="713225"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695" name="Google Shape;695;p22"/>
            <p:cNvGrpSpPr/>
            <p:nvPr/>
          </p:nvGrpSpPr>
          <p:grpSpPr>
            <a:xfrm>
              <a:off x="713225" y="4468725"/>
              <a:ext cx="1034975" cy="53225"/>
              <a:chOff x="713225" y="4468725"/>
              <a:chExt cx="1034975" cy="53225"/>
            </a:xfrm>
          </p:grpSpPr>
          <p:sp>
            <p:nvSpPr>
              <p:cNvPr id="696" name="Google Shape;696;p22"/>
              <p:cNvSpPr/>
              <p:nvPr/>
            </p:nvSpPr>
            <p:spPr>
              <a:xfrm>
                <a:off x="1695000" y="4468725"/>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7" name="Google Shape;697;p22"/>
              <p:cNvSpPr/>
              <p:nvPr/>
            </p:nvSpPr>
            <p:spPr>
              <a:xfrm>
                <a:off x="1564300"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8" name="Google Shape;698;p22"/>
              <p:cNvSpPr/>
              <p:nvPr/>
            </p:nvSpPr>
            <p:spPr>
              <a:xfrm>
                <a:off x="1406225" y="4468725"/>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699" name="Google Shape;699;p22"/>
              <p:cNvSpPr/>
              <p:nvPr/>
            </p:nvSpPr>
            <p:spPr>
              <a:xfrm>
                <a:off x="12747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0" name="Google Shape;700;p22"/>
              <p:cNvSpPr/>
              <p:nvPr/>
            </p:nvSpPr>
            <p:spPr>
              <a:xfrm>
                <a:off x="1126600" y="4468725"/>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1" name="Google Shape;701;p22"/>
              <p:cNvSpPr/>
              <p:nvPr/>
            </p:nvSpPr>
            <p:spPr>
              <a:xfrm>
                <a:off x="9943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2" name="Google Shape;702;p22"/>
              <p:cNvSpPr/>
              <p:nvPr/>
            </p:nvSpPr>
            <p:spPr>
              <a:xfrm>
                <a:off x="843925" y="4468725"/>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3" name="Google Shape;703;p22"/>
              <p:cNvSpPr/>
              <p:nvPr/>
            </p:nvSpPr>
            <p:spPr>
              <a:xfrm>
                <a:off x="713225"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04" name="Google Shape;704;p22"/>
            <p:cNvGrpSpPr/>
            <p:nvPr/>
          </p:nvGrpSpPr>
          <p:grpSpPr>
            <a:xfrm>
              <a:off x="713225" y="4359300"/>
              <a:ext cx="1034975" cy="53225"/>
              <a:chOff x="713225" y="4359300"/>
              <a:chExt cx="1034975" cy="53225"/>
            </a:xfrm>
          </p:grpSpPr>
          <p:sp>
            <p:nvSpPr>
              <p:cNvPr id="705" name="Google Shape;705;p22"/>
              <p:cNvSpPr/>
              <p:nvPr/>
            </p:nvSpPr>
            <p:spPr>
              <a:xfrm>
                <a:off x="1695000" y="4359300"/>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6" name="Google Shape;706;p22"/>
              <p:cNvSpPr/>
              <p:nvPr/>
            </p:nvSpPr>
            <p:spPr>
              <a:xfrm>
                <a:off x="1564300"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7" name="Google Shape;707;p22"/>
              <p:cNvSpPr/>
              <p:nvPr/>
            </p:nvSpPr>
            <p:spPr>
              <a:xfrm>
                <a:off x="1406225" y="435930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8" name="Google Shape;708;p22"/>
              <p:cNvSpPr/>
              <p:nvPr/>
            </p:nvSpPr>
            <p:spPr>
              <a:xfrm>
                <a:off x="12747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09" name="Google Shape;709;p22"/>
              <p:cNvSpPr/>
              <p:nvPr/>
            </p:nvSpPr>
            <p:spPr>
              <a:xfrm>
                <a:off x="1126600" y="4359300"/>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0" name="Google Shape;710;p22"/>
              <p:cNvSpPr/>
              <p:nvPr/>
            </p:nvSpPr>
            <p:spPr>
              <a:xfrm>
                <a:off x="9943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1" name="Google Shape;711;p22"/>
              <p:cNvSpPr/>
              <p:nvPr/>
            </p:nvSpPr>
            <p:spPr>
              <a:xfrm>
                <a:off x="843925" y="4359300"/>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2" name="Google Shape;712;p22"/>
              <p:cNvSpPr/>
              <p:nvPr/>
            </p:nvSpPr>
            <p:spPr>
              <a:xfrm>
                <a:off x="713225"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13" name="Google Shape;713;p22"/>
            <p:cNvGrpSpPr/>
            <p:nvPr/>
          </p:nvGrpSpPr>
          <p:grpSpPr>
            <a:xfrm>
              <a:off x="713225" y="4249875"/>
              <a:ext cx="1034975" cy="53225"/>
              <a:chOff x="713225" y="4249875"/>
              <a:chExt cx="1034975" cy="53225"/>
            </a:xfrm>
          </p:grpSpPr>
          <p:sp>
            <p:nvSpPr>
              <p:cNvPr id="714" name="Google Shape;714;p22"/>
              <p:cNvSpPr/>
              <p:nvPr/>
            </p:nvSpPr>
            <p:spPr>
              <a:xfrm>
                <a:off x="1695000" y="4249875"/>
                <a:ext cx="53200" cy="53225"/>
              </a:xfrm>
              <a:custGeom>
                <a:avLst/>
                <a:gdLst/>
                <a:ahLst/>
                <a:cxnLst/>
                <a:rect l="l" t="t" r="r" b="b"/>
                <a:pathLst>
                  <a:path w="2128" h="2129" extrusionOk="0">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5" name="Google Shape;715;p22"/>
              <p:cNvSpPr/>
              <p:nvPr/>
            </p:nvSpPr>
            <p:spPr>
              <a:xfrm>
                <a:off x="1564300"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6" name="Google Shape;716;p22"/>
              <p:cNvSpPr/>
              <p:nvPr/>
            </p:nvSpPr>
            <p:spPr>
              <a:xfrm>
                <a:off x="1406225" y="4249875"/>
                <a:ext cx="53225" cy="53225"/>
              </a:xfrm>
              <a:custGeom>
                <a:avLst/>
                <a:gdLst/>
                <a:ahLst/>
                <a:cxnLst/>
                <a:rect l="l" t="t" r="r" b="b"/>
                <a:pathLst>
                  <a:path w="2129" h="2129" extrusionOk="0">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7" name="Google Shape;717;p22"/>
              <p:cNvSpPr/>
              <p:nvPr/>
            </p:nvSpPr>
            <p:spPr>
              <a:xfrm>
                <a:off x="12747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8" name="Google Shape;718;p22"/>
              <p:cNvSpPr/>
              <p:nvPr/>
            </p:nvSpPr>
            <p:spPr>
              <a:xfrm>
                <a:off x="1126600" y="4249875"/>
                <a:ext cx="52450" cy="53225"/>
              </a:xfrm>
              <a:custGeom>
                <a:avLst/>
                <a:gdLst/>
                <a:ahLst/>
                <a:cxnLst/>
                <a:rect l="l" t="t" r="r" b="b"/>
                <a:pathLst>
                  <a:path w="2098" h="2129" extrusionOk="0">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19" name="Google Shape;719;p22"/>
              <p:cNvSpPr/>
              <p:nvPr/>
            </p:nvSpPr>
            <p:spPr>
              <a:xfrm>
                <a:off x="9943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0" name="Google Shape;720;p22"/>
              <p:cNvSpPr/>
              <p:nvPr/>
            </p:nvSpPr>
            <p:spPr>
              <a:xfrm>
                <a:off x="843925" y="4249875"/>
                <a:ext cx="53200" cy="53225"/>
              </a:xfrm>
              <a:custGeom>
                <a:avLst/>
                <a:gdLst/>
                <a:ahLst/>
                <a:cxnLst/>
                <a:rect l="l" t="t" r="r" b="b"/>
                <a:pathLst>
                  <a:path w="2128" h="2129" extrusionOk="0">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21" name="Google Shape;721;p22"/>
              <p:cNvSpPr/>
              <p:nvPr/>
            </p:nvSpPr>
            <p:spPr>
              <a:xfrm>
                <a:off x="713225"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
        <p:nvSpPr>
          <p:cNvPr id="722" name="Google Shape;722;p22"/>
          <p:cNvSpPr/>
          <p:nvPr/>
        </p:nvSpPr>
        <p:spPr>
          <a:xfrm rot="10800000" flipH="1">
            <a:off x="11196136" y="-417131"/>
            <a:ext cx="995856" cy="1991389"/>
          </a:xfrm>
          <a:custGeom>
            <a:avLst/>
            <a:gdLst/>
            <a:ahLst/>
            <a:cxnLst/>
            <a:rect l="l" t="t" r="r" b="b"/>
            <a:pathLst>
              <a:path w="7296" h="14590" fill="none" extrusionOk="0">
                <a:moveTo>
                  <a:pt x="7295" y="14590"/>
                </a:moveTo>
                <a:cubicBezTo>
                  <a:pt x="3283" y="14590"/>
                  <a:pt x="0" y="11338"/>
                  <a:pt x="0" y="7295"/>
                </a:cubicBezTo>
                <a:cubicBezTo>
                  <a:pt x="0" y="3283"/>
                  <a:pt x="3283" y="0"/>
                  <a:pt x="7295" y="0"/>
                </a:cubicBezTo>
              </a:path>
            </a:pathLst>
          </a:custGeom>
          <a:noFill/>
          <a:ln w="190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23" name="Google Shape;723;p22"/>
          <p:cNvSpPr/>
          <p:nvPr/>
        </p:nvSpPr>
        <p:spPr>
          <a:xfrm rot="10800000" flipH="1">
            <a:off x="11436777" y="-130916"/>
            <a:ext cx="717819" cy="1431371"/>
          </a:xfrm>
          <a:custGeom>
            <a:avLst/>
            <a:gdLst/>
            <a:ahLst/>
            <a:cxnLst/>
            <a:rect l="l" t="t" r="r" b="b"/>
            <a:pathLst>
              <a:path w="5259" h="10487" fill="none" extrusionOk="0">
                <a:moveTo>
                  <a:pt x="5259" y="10487"/>
                </a:moveTo>
                <a:cubicBezTo>
                  <a:pt x="2371" y="10487"/>
                  <a:pt x="0" y="8146"/>
                  <a:pt x="0" y="5259"/>
                </a:cubicBezTo>
                <a:cubicBezTo>
                  <a:pt x="0" y="2371"/>
                  <a:pt x="2371" y="0"/>
                  <a:pt x="5259" y="0"/>
                </a:cubicBezTo>
              </a:path>
            </a:pathLst>
          </a:custGeom>
          <a:noFill/>
          <a:ln w="190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24" name="Google Shape;724;p22"/>
          <p:cNvSpPr txBox="1">
            <a:spLocks noGrp="1"/>
          </p:cNvSpPr>
          <p:nvPr>
            <p:ph type="title"/>
          </p:nvPr>
        </p:nvSpPr>
        <p:spPr>
          <a:xfrm>
            <a:off x="950967" y="609600"/>
            <a:ext cx="10290000" cy="763600"/>
          </a:xfrm>
          <a:prstGeom prst="rect">
            <a:avLst/>
          </a:prstGeom>
        </p:spPr>
        <p:txBody>
          <a:bodyPr spcFirstLastPara="1" wrap="square" lIns="0" tIns="0" rIns="0" bIns="0" anchor="t" anchorCtr="0">
            <a:noAutofit/>
          </a:bodyPr>
          <a:lstStyle>
            <a:lvl1pPr lvl="0" algn="ctr"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725" name="Google Shape;725;p22"/>
          <p:cNvSpPr txBox="1">
            <a:spLocks noGrp="1"/>
          </p:cNvSpPr>
          <p:nvPr>
            <p:ph type="subTitle" idx="1"/>
          </p:nvPr>
        </p:nvSpPr>
        <p:spPr>
          <a:xfrm>
            <a:off x="8812633" y="2461284"/>
            <a:ext cx="2438400" cy="1196800"/>
          </a:xfrm>
          <a:prstGeom prst="rect">
            <a:avLst/>
          </a:prstGeom>
        </p:spPr>
        <p:txBody>
          <a:bodyPr spcFirstLastPara="1" wrap="square" lIns="0" tIns="0" rIns="0" bIns="0" anchor="t" anchorCtr="0">
            <a:noAutofit/>
          </a:bodyPr>
          <a:lstStyle>
            <a:lvl1pPr lvl="0" algn="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726" name="Google Shape;726;p22"/>
          <p:cNvSpPr txBox="1">
            <a:spLocks noGrp="1"/>
          </p:cNvSpPr>
          <p:nvPr>
            <p:ph type="subTitle" idx="2"/>
          </p:nvPr>
        </p:nvSpPr>
        <p:spPr>
          <a:xfrm>
            <a:off x="8812633" y="1694688"/>
            <a:ext cx="2438400" cy="609600"/>
          </a:xfrm>
          <a:prstGeom prst="rect">
            <a:avLst/>
          </a:prstGeom>
        </p:spPr>
        <p:txBody>
          <a:bodyPr spcFirstLastPara="1" wrap="square" lIns="0" tIns="0" rIns="0" bIns="0" anchor="b" anchorCtr="0">
            <a:noAutofit/>
          </a:bodyPr>
          <a:lstStyle>
            <a:lvl1pPr lvl="0" algn="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727" name="Google Shape;727;p22"/>
          <p:cNvSpPr txBox="1">
            <a:spLocks noGrp="1"/>
          </p:cNvSpPr>
          <p:nvPr>
            <p:ph type="subTitle" idx="3"/>
          </p:nvPr>
        </p:nvSpPr>
        <p:spPr>
          <a:xfrm>
            <a:off x="8812633" y="5167908"/>
            <a:ext cx="2438400" cy="1196800"/>
          </a:xfrm>
          <a:prstGeom prst="rect">
            <a:avLst/>
          </a:prstGeom>
        </p:spPr>
        <p:txBody>
          <a:bodyPr spcFirstLastPara="1" wrap="square" lIns="0" tIns="0" rIns="0" bIns="0" anchor="t" anchorCtr="0">
            <a:noAutofit/>
          </a:bodyPr>
          <a:lstStyle>
            <a:lvl1pPr lvl="0" algn="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728" name="Google Shape;728;p22"/>
          <p:cNvSpPr txBox="1">
            <a:spLocks noGrp="1"/>
          </p:cNvSpPr>
          <p:nvPr>
            <p:ph type="subTitle" idx="4"/>
          </p:nvPr>
        </p:nvSpPr>
        <p:spPr>
          <a:xfrm>
            <a:off x="8812633" y="4401312"/>
            <a:ext cx="2438400" cy="609600"/>
          </a:xfrm>
          <a:prstGeom prst="rect">
            <a:avLst/>
          </a:prstGeom>
        </p:spPr>
        <p:txBody>
          <a:bodyPr spcFirstLastPara="1" wrap="square" lIns="0" tIns="0" rIns="0" bIns="0" anchor="b" anchorCtr="0">
            <a:noAutofit/>
          </a:bodyPr>
          <a:lstStyle>
            <a:lvl1pPr lvl="0" algn="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3130194547"/>
      </p:ext>
    </p:extLst>
  </p:cSld>
  <p:clrMapOvr>
    <a:masterClrMapping/>
  </p:clrMapOvr>
  <p:hf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Title and three columns 3">
  <p:cSld name="Title and three columns 3">
    <p:bg>
      <p:bgPr>
        <a:solidFill>
          <a:schemeClr val="accent1"/>
        </a:solidFill>
        <a:effectLst/>
      </p:bgPr>
    </p:bg>
    <p:spTree>
      <p:nvGrpSpPr>
        <p:cNvPr id="1" name="Shape 729"/>
        <p:cNvGrpSpPr/>
        <p:nvPr/>
      </p:nvGrpSpPr>
      <p:grpSpPr>
        <a:xfrm>
          <a:off x="0" y="0"/>
          <a:ext cx="0" cy="0"/>
          <a:chOff x="0" y="0"/>
          <a:chExt cx="0" cy="0"/>
        </a:xfrm>
      </p:grpSpPr>
      <p:sp>
        <p:nvSpPr>
          <p:cNvPr id="730" name="Google Shape;730;p23"/>
          <p:cNvSpPr/>
          <p:nvPr/>
        </p:nvSpPr>
        <p:spPr>
          <a:xfrm rot="10800000">
            <a:off x="-203206" y="3851998"/>
            <a:ext cx="931943" cy="1863757"/>
          </a:xfrm>
          <a:custGeom>
            <a:avLst/>
            <a:gdLst/>
            <a:ahLst/>
            <a:cxnLst/>
            <a:rect l="l" t="t" r="r" b="b"/>
            <a:pathLst>
              <a:path w="7296" h="14591" fill="none" extrusionOk="0">
                <a:moveTo>
                  <a:pt x="7295" y="14591"/>
                </a:moveTo>
                <a:cubicBezTo>
                  <a:pt x="3283" y="14591"/>
                  <a:pt x="0" y="11308"/>
                  <a:pt x="0" y="7296"/>
                </a:cubicBezTo>
                <a:cubicBezTo>
                  <a:pt x="0" y="3253"/>
                  <a:pt x="3283" y="1"/>
                  <a:pt x="7295" y="1"/>
                </a:cubicBezTo>
              </a:path>
            </a:pathLst>
          </a:custGeom>
          <a:noFill/>
          <a:ln w="190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31" name="Google Shape;731;p23"/>
          <p:cNvSpPr/>
          <p:nvPr/>
        </p:nvSpPr>
        <p:spPr>
          <a:xfrm rot="10800000">
            <a:off x="-168207" y="4116023"/>
            <a:ext cx="671749" cy="1339540"/>
          </a:xfrm>
          <a:custGeom>
            <a:avLst/>
            <a:gdLst/>
            <a:ahLst/>
            <a:cxnLst/>
            <a:rect l="l" t="t" r="r" b="b"/>
            <a:pathLst>
              <a:path w="5259" h="10487" fill="none" extrusionOk="0">
                <a:moveTo>
                  <a:pt x="5259" y="10487"/>
                </a:moveTo>
                <a:cubicBezTo>
                  <a:pt x="2371" y="10487"/>
                  <a:pt x="0" y="8146"/>
                  <a:pt x="0" y="5259"/>
                </a:cubicBezTo>
                <a:cubicBezTo>
                  <a:pt x="0" y="2371"/>
                  <a:pt x="2371" y="0"/>
                  <a:pt x="5259" y="0"/>
                </a:cubicBezTo>
              </a:path>
            </a:pathLst>
          </a:custGeom>
          <a:noFill/>
          <a:ln w="190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732" name="Google Shape;732;p23"/>
          <p:cNvGrpSpPr/>
          <p:nvPr/>
        </p:nvGrpSpPr>
        <p:grpSpPr>
          <a:xfrm>
            <a:off x="9418823" y="5849321"/>
            <a:ext cx="1822211" cy="283257"/>
            <a:chOff x="713225" y="4468250"/>
            <a:chExt cx="1036525" cy="161125"/>
          </a:xfrm>
        </p:grpSpPr>
        <p:sp>
          <p:nvSpPr>
            <p:cNvPr id="733" name="Google Shape;733;p23"/>
            <p:cNvSpPr/>
            <p:nvPr/>
          </p:nvSpPr>
          <p:spPr>
            <a:xfrm>
              <a:off x="16965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4" name="Google Shape;734;p23"/>
            <p:cNvSpPr/>
            <p:nvPr/>
          </p:nvSpPr>
          <p:spPr>
            <a:xfrm>
              <a:off x="1565825" y="4576150"/>
              <a:ext cx="53225" cy="53225"/>
            </a:xfrm>
            <a:custGeom>
              <a:avLst/>
              <a:gdLst/>
              <a:ahLst/>
              <a:cxnLst/>
              <a:rect l="l" t="t" r="r" b="b"/>
              <a:pathLst>
                <a:path w="2129" h="2129" extrusionOk="0">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5" name="Google Shape;735;p23"/>
            <p:cNvSpPr/>
            <p:nvPr/>
          </p:nvSpPr>
          <p:spPr>
            <a:xfrm>
              <a:off x="14070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6" name="Google Shape;736;p23"/>
            <p:cNvSpPr/>
            <p:nvPr/>
          </p:nvSpPr>
          <p:spPr>
            <a:xfrm>
              <a:off x="12755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7" name="Google Shape;737;p23"/>
            <p:cNvSpPr/>
            <p:nvPr/>
          </p:nvSpPr>
          <p:spPr>
            <a:xfrm>
              <a:off x="1126600" y="4576150"/>
              <a:ext cx="53225" cy="53225"/>
            </a:xfrm>
            <a:custGeom>
              <a:avLst/>
              <a:gdLst/>
              <a:ahLst/>
              <a:cxnLst/>
              <a:rect l="l" t="t" r="r" b="b"/>
              <a:pathLst>
                <a:path w="2129" h="2129" extrusionOk="0">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8" name="Google Shape;738;p23"/>
            <p:cNvSpPr/>
            <p:nvPr/>
          </p:nvSpPr>
          <p:spPr>
            <a:xfrm>
              <a:off x="9959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39" name="Google Shape;739;p23"/>
            <p:cNvSpPr/>
            <p:nvPr/>
          </p:nvSpPr>
          <p:spPr>
            <a:xfrm>
              <a:off x="8454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0" name="Google Shape;740;p23"/>
            <p:cNvSpPr/>
            <p:nvPr/>
          </p:nvSpPr>
          <p:spPr>
            <a:xfrm>
              <a:off x="7132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1" name="Google Shape;741;p23"/>
            <p:cNvSpPr/>
            <p:nvPr/>
          </p:nvSpPr>
          <p:spPr>
            <a:xfrm>
              <a:off x="16965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2" name="Google Shape;742;p23"/>
            <p:cNvSpPr/>
            <p:nvPr/>
          </p:nvSpPr>
          <p:spPr>
            <a:xfrm>
              <a:off x="1565825" y="4468250"/>
              <a:ext cx="53225" cy="53225"/>
            </a:xfrm>
            <a:custGeom>
              <a:avLst/>
              <a:gdLst/>
              <a:ahLst/>
              <a:cxnLst/>
              <a:rect l="l" t="t" r="r" b="b"/>
              <a:pathLst>
                <a:path w="2129" h="2129" extrusionOk="0">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3" name="Google Shape;743;p23"/>
            <p:cNvSpPr/>
            <p:nvPr/>
          </p:nvSpPr>
          <p:spPr>
            <a:xfrm>
              <a:off x="14070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4" name="Google Shape;744;p23"/>
            <p:cNvSpPr/>
            <p:nvPr/>
          </p:nvSpPr>
          <p:spPr>
            <a:xfrm>
              <a:off x="12755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5" name="Google Shape;745;p23"/>
            <p:cNvSpPr/>
            <p:nvPr/>
          </p:nvSpPr>
          <p:spPr>
            <a:xfrm>
              <a:off x="1126600" y="446825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6" name="Google Shape;746;p23"/>
            <p:cNvSpPr/>
            <p:nvPr/>
          </p:nvSpPr>
          <p:spPr>
            <a:xfrm>
              <a:off x="9959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7" name="Google Shape;747;p23"/>
            <p:cNvSpPr/>
            <p:nvPr/>
          </p:nvSpPr>
          <p:spPr>
            <a:xfrm>
              <a:off x="8454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48" name="Google Shape;748;p23"/>
            <p:cNvSpPr/>
            <p:nvPr/>
          </p:nvSpPr>
          <p:spPr>
            <a:xfrm>
              <a:off x="7132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749" name="Google Shape;749;p23"/>
          <p:cNvSpPr/>
          <p:nvPr/>
        </p:nvSpPr>
        <p:spPr>
          <a:xfrm>
            <a:off x="9194334" y="719334"/>
            <a:ext cx="2046700" cy="131767"/>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50" name="Google Shape;750;p23"/>
          <p:cNvSpPr/>
          <p:nvPr/>
        </p:nvSpPr>
        <p:spPr>
          <a:xfrm>
            <a:off x="9194334" y="965534"/>
            <a:ext cx="2046700" cy="131767"/>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51" name="Google Shape;751;p23"/>
          <p:cNvSpPr txBox="1">
            <a:spLocks noGrp="1"/>
          </p:cNvSpPr>
          <p:nvPr>
            <p:ph type="title"/>
          </p:nvPr>
        </p:nvSpPr>
        <p:spPr>
          <a:xfrm>
            <a:off x="950967" y="609600"/>
            <a:ext cx="10290000" cy="853600"/>
          </a:xfrm>
          <a:prstGeom prst="rect">
            <a:avLst/>
          </a:prstGeom>
        </p:spPr>
        <p:txBody>
          <a:bodyPr spcFirstLastPara="1" wrap="square" lIns="0" tIns="0" rIns="0" bIns="0" anchor="t" anchorCtr="0">
            <a:noAutofit/>
          </a:bodyPr>
          <a:lstStyle>
            <a:lvl1pPr lvl="0"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752" name="Google Shape;752;p23"/>
          <p:cNvSpPr txBox="1">
            <a:spLocks noGrp="1"/>
          </p:cNvSpPr>
          <p:nvPr>
            <p:ph type="subTitle" idx="1"/>
          </p:nvPr>
        </p:nvSpPr>
        <p:spPr>
          <a:xfrm>
            <a:off x="2995275" y="3891793"/>
            <a:ext cx="2438400" cy="12192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753" name="Google Shape;753;p23"/>
          <p:cNvSpPr txBox="1">
            <a:spLocks noGrp="1"/>
          </p:cNvSpPr>
          <p:nvPr>
            <p:ph type="subTitle" idx="2"/>
          </p:nvPr>
        </p:nvSpPr>
        <p:spPr>
          <a:xfrm>
            <a:off x="2995275" y="3108960"/>
            <a:ext cx="2438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754" name="Google Shape;754;p23"/>
          <p:cNvSpPr txBox="1">
            <a:spLocks noGrp="1"/>
          </p:cNvSpPr>
          <p:nvPr>
            <p:ph type="subTitle" idx="3"/>
          </p:nvPr>
        </p:nvSpPr>
        <p:spPr>
          <a:xfrm>
            <a:off x="5890875" y="3891793"/>
            <a:ext cx="2438400" cy="12192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755" name="Google Shape;755;p23"/>
          <p:cNvSpPr txBox="1">
            <a:spLocks noGrp="1"/>
          </p:cNvSpPr>
          <p:nvPr>
            <p:ph type="subTitle" idx="4"/>
          </p:nvPr>
        </p:nvSpPr>
        <p:spPr>
          <a:xfrm>
            <a:off x="5890875" y="3108960"/>
            <a:ext cx="2438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756" name="Google Shape;756;p23"/>
          <p:cNvSpPr txBox="1">
            <a:spLocks noGrp="1"/>
          </p:cNvSpPr>
          <p:nvPr>
            <p:ph type="subTitle" idx="5"/>
          </p:nvPr>
        </p:nvSpPr>
        <p:spPr>
          <a:xfrm>
            <a:off x="8786467" y="3891812"/>
            <a:ext cx="2438400" cy="12192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algn="ctr" rtl="0">
              <a:spcBef>
                <a:spcPts val="0"/>
              </a:spcBef>
              <a:spcAft>
                <a:spcPts val="0"/>
              </a:spcAft>
              <a:buSzPts val="1400"/>
              <a:buFont typeface="Lato"/>
              <a:buNone/>
              <a:defRPr>
                <a:latin typeface="Lato"/>
                <a:ea typeface="Lato"/>
                <a:cs typeface="Lato"/>
                <a:sym typeface="Lato"/>
              </a:defRPr>
            </a:lvl2pPr>
            <a:lvl3pPr lvl="2" algn="ctr" rtl="0">
              <a:spcBef>
                <a:spcPts val="0"/>
              </a:spcBef>
              <a:spcAft>
                <a:spcPts val="0"/>
              </a:spcAft>
              <a:buSzPts val="1400"/>
              <a:buFont typeface="Lato"/>
              <a:buNone/>
              <a:defRPr>
                <a:latin typeface="Lato"/>
                <a:ea typeface="Lato"/>
                <a:cs typeface="Lato"/>
                <a:sym typeface="Lato"/>
              </a:defRPr>
            </a:lvl3pPr>
            <a:lvl4pPr lvl="3" algn="ctr" rtl="0">
              <a:spcBef>
                <a:spcPts val="0"/>
              </a:spcBef>
              <a:spcAft>
                <a:spcPts val="0"/>
              </a:spcAft>
              <a:buSzPts val="1400"/>
              <a:buFont typeface="Lato"/>
              <a:buNone/>
              <a:defRPr>
                <a:latin typeface="Lato"/>
                <a:ea typeface="Lato"/>
                <a:cs typeface="Lato"/>
                <a:sym typeface="Lato"/>
              </a:defRPr>
            </a:lvl4pPr>
            <a:lvl5pPr lvl="4" algn="ctr" rtl="0">
              <a:spcBef>
                <a:spcPts val="0"/>
              </a:spcBef>
              <a:spcAft>
                <a:spcPts val="0"/>
              </a:spcAft>
              <a:buSzPts val="1400"/>
              <a:buFont typeface="Lato"/>
              <a:buNone/>
              <a:defRPr>
                <a:latin typeface="Lato"/>
                <a:ea typeface="Lato"/>
                <a:cs typeface="Lato"/>
                <a:sym typeface="Lato"/>
              </a:defRPr>
            </a:lvl5pPr>
            <a:lvl6pPr lvl="5" algn="ctr" rtl="0">
              <a:spcBef>
                <a:spcPts val="0"/>
              </a:spcBef>
              <a:spcAft>
                <a:spcPts val="0"/>
              </a:spcAft>
              <a:buSzPts val="1400"/>
              <a:buFont typeface="Lato"/>
              <a:buNone/>
              <a:defRPr>
                <a:latin typeface="Lato"/>
                <a:ea typeface="Lato"/>
                <a:cs typeface="Lato"/>
                <a:sym typeface="Lato"/>
              </a:defRPr>
            </a:lvl6pPr>
            <a:lvl7pPr lvl="6" algn="ctr" rtl="0">
              <a:spcBef>
                <a:spcPts val="0"/>
              </a:spcBef>
              <a:spcAft>
                <a:spcPts val="0"/>
              </a:spcAft>
              <a:buSzPts val="1400"/>
              <a:buFont typeface="Lato"/>
              <a:buNone/>
              <a:defRPr>
                <a:latin typeface="Lato"/>
                <a:ea typeface="Lato"/>
                <a:cs typeface="Lato"/>
                <a:sym typeface="Lato"/>
              </a:defRPr>
            </a:lvl7pPr>
            <a:lvl8pPr lvl="7" algn="ctr" rtl="0">
              <a:spcBef>
                <a:spcPts val="0"/>
              </a:spcBef>
              <a:spcAft>
                <a:spcPts val="0"/>
              </a:spcAft>
              <a:buSzPts val="1400"/>
              <a:buFont typeface="Lato"/>
              <a:buNone/>
              <a:defRPr>
                <a:latin typeface="Lato"/>
                <a:ea typeface="Lato"/>
                <a:cs typeface="Lato"/>
                <a:sym typeface="Lato"/>
              </a:defRPr>
            </a:lvl8pPr>
            <a:lvl9pPr lvl="8" algn="ctr"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757" name="Google Shape;757;p23"/>
          <p:cNvSpPr txBox="1">
            <a:spLocks noGrp="1"/>
          </p:cNvSpPr>
          <p:nvPr>
            <p:ph type="subTitle" idx="6"/>
          </p:nvPr>
        </p:nvSpPr>
        <p:spPr>
          <a:xfrm>
            <a:off x="8786467" y="3108960"/>
            <a:ext cx="24384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solidFill>
                  <a:schemeClr val="accent4"/>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1939970532"/>
      </p:ext>
    </p:extLst>
  </p:cSld>
  <p:clrMapOvr>
    <a:masterClrMapping/>
  </p:clrMapOvr>
  <p:hf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758"/>
        <p:cNvGrpSpPr/>
        <p:nvPr/>
      </p:nvGrpSpPr>
      <p:grpSpPr>
        <a:xfrm>
          <a:off x="0" y="0"/>
          <a:ext cx="0" cy="0"/>
          <a:chOff x="0" y="0"/>
          <a:chExt cx="0" cy="0"/>
        </a:xfrm>
      </p:grpSpPr>
      <p:sp>
        <p:nvSpPr>
          <p:cNvPr id="759" name="Google Shape;759;p24"/>
          <p:cNvSpPr/>
          <p:nvPr/>
        </p:nvSpPr>
        <p:spPr>
          <a:xfrm rot="10800000">
            <a:off x="-233140" y="1966664"/>
            <a:ext cx="931943" cy="1863757"/>
          </a:xfrm>
          <a:custGeom>
            <a:avLst/>
            <a:gdLst/>
            <a:ahLst/>
            <a:cxnLst/>
            <a:rect l="l" t="t" r="r" b="b"/>
            <a:pathLst>
              <a:path w="7296" h="14591" fill="none" extrusionOk="0">
                <a:moveTo>
                  <a:pt x="7295" y="14591"/>
                </a:moveTo>
                <a:cubicBezTo>
                  <a:pt x="3283" y="14591"/>
                  <a:pt x="0" y="11308"/>
                  <a:pt x="0" y="7296"/>
                </a:cubicBezTo>
                <a:cubicBezTo>
                  <a:pt x="0" y="3253"/>
                  <a:pt x="3283" y="1"/>
                  <a:pt x="7295" y="1"/>
                </a:cubicBezTo>
              </a:path>
            </a:pathLst>
          </a:custGeom>
          <a:noFill/>
          <a:ln w="190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60" name="Google Shape;760;p24"/>
          <p:cNvSpPr/>
          <p:nvPr/>
        </p:nvSpPr>
        <p:spPr>
          <a:xfrm rot="10800000">
            <a:off x="-198140" y="2230690"/>
            <a:ext cx="671749" cy="1339540"/>
          </a:xfrm>
          <a:custGeom>
            <a:avLst/>
            <a:gdLst/>
            <a:ahLst/>
            <a:cxnLst/>
            <a:rect l="l" t="t" r="r" b="b"/>
            <a:pathLst>
              <a:path w="5259" h="10487" fill="none" extrusionOk="0">
                <a:moveTo>
                  <a:pt x="5259" y="10487"/>
                </a:moveTo>
                <a:cubicBezTo>
                  <a:pt x="2371" y="10487"/>
                  <a:pt x="0" y="8146"/>
                  <a:pt x="0" y="5259"/>
                </a:cubicBezTo>
                <a:cubicBezTo>
                  <a:pt x="0" y="2371"/>
                  <a:pt x="2371" y="0"/>
                  <a:pt x="5259" y="0"/>
                </a:cubicBezTo>
              </a:path>
            </a:pathLst>
          </a:custGeom>
          <a:noFill/>
          <a:ln w="190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761" name="Google Shape;761;p24"/>
          <p:cNvGrpSpPr/>
          <p:nvPr/>
        </p:nvGrpSpPr>
        <p:grpSpPr>
          <a:xfrm>
            <a:off x="950956" y="5849321"/>
            <a:ext cx="1822211" cy="283257"/>
            <a:chOff x="713225" y="4468250"/>
            <a:chExt cx="1036525" cy="161125"/>
          </a:xfrm>
        </p:grpSpPr>
        <p:sp>
          <p:nvSpPr>
            <p:cNvPr id="762" name="Google Shape;762;p24"/>
            <p:cNvSpPr/>
            <p:nvPr/>
          </p:nvSpPr>
          <p:spPr>
            <a:xfrm>
              <a:off x="16965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3" name="Google Shape;763;p24"/>
            <p:cNvSpPr/>
            <p:nvPr/>
          </p:nvSpPr>
          <p:spPr>
            <a:xfrm>
              <a:off x="1565825" y="4576150"/>
              <a:ext cx="53225" cy="53225"/>
            </a:xfrm>
            <a:custGeom>
              <a:avLst/>
              <a:gdLst/>
              <a:ahLst/>
              <a:cxnLst/>
              <a:rect l="l" t="t" r="r" b="b"/>
              <a:pathLst>
                <a:path w="2129" h="2129" extrusionOk="0">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4" name="Google Shape;764;p24"/>
            <p:cNvSpPr/>
            <p:nvPr/>
          </p:nvSpPr>
          <p:spPr>
            <a:xfrm>
              <a:off x="14070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5" name="Google Shape;765;p24"/>
            <p:cNvSpPr/>
            <p:nvPr/>
          </p:nvSpPr>
          <p:spPr>
            <a:xfrm>
              <a:off x="12755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6" name="Google Shape;766;p24"/>
            <p:cNvSpPr/>
            <p:nvPr/>
          </p:nvSpPr>
          <p:spPr>
            <a:xfrm>
              <a:off x="1126600" y="4576150"/>
              <a:ext cx="53225" cy="53225"/>
            </a:xfrm>
            <a:custGeom>
              <a:avLst/>
              <a:gdLst/>
              <a:ahLst/>
              <a:cxnLst/>
              <a:rect l="l" t="t" r="r" b="b"/>
              <a:pathLst>
                <a:path w="2129" h="2129" extrusionOk="0">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7" name="Google Shape;767;p24"/>
            <p:cNvSpPr/>
            <p:nvPr/>
          </p:nvSpPr>
          <p:spPr>
            <a:xfrm>
              <a:off x="9959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8" name="Google Shape;768;p24"/>
            <p:cNvSpPr/>
            <p:nvPr/>
          </p:nvSpPr>
          <p:spPr>
            <a:xfrm>
              <a:off x="8454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69" name="Google Shape;769;p24"/>
            <p:cNvSpPr/>
            <p:nvPr/>
          </p:nvSpPr>
          <p:spPr>
            <a:xfrm>
              <a:off x="7132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0" name="Google Shape;770;p24"/>
            <p:cNvSpPr/>
            <p:nvPr/>
          </p:nvSpPr>
          <p:spPr>
            <a:xfrm>
              <a:off x="16965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1" name="Google Shape;771;p24"/>
            <p:cNvSpPr/>
            <p:nvPr/>
          </p:nvSpPr>
          <p:spPr>
            <a:xfrm>
              <a:off x="1565825" y="4468250"/>
              <a:ext cx="53225" cy="53225"/>
            </a:xfrm>
            <a:custGeom>
              <a:avLst/>
              <a:gdLst/>
              <a:ahLst/>
              <a:cxnLst/>
              <a:rect l="l" t="t" r="r" b="b"/>
              <a:pathLst>
                <a:path w="2129" h="2129" extrusionOk="0">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2" name="Google Shape;772;p24"/>
            <p:cNvSpPr/>
            <p:nvPr/>
          </p:nvSpPr>
          <p:spPr>
            <a:xfrm>
              <a:off x="14070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3" name="Google Shape;773;p24"/>
            <p:cNvSpPr/>
            <p:nvPr/>
          </p:nvSpPr>
          <p:spPr>
            <a:xfrm>
              <a:off x="12755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4" name="Google Shape;774;p24"/>
            <p:cNvSpPr/>
            <p:nvPr/>
          </p:nvSpPr>
          <p:spPr>
            <a:xfrm>
              <a:off x="1126600" y="446825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5" name="Google Shape;775;p24"/>
            <p:cNvSpPr/>
            <p:nvPr/>
          </p:nvSpPr>
          <p:spPr>
            <a:xfrm>
              <a:off x="9959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6" name="Google Shape;776;p24"/>
            <p:cNvSpPr/>
            <p:nvPr/>
          </p:nvSpPr>
          <p:spPr>
            <a:xfrm>
              <a:off x="8454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77" name="Google Shape;777;p24"/>
            <p:cNvSpPr/>
            <p:nvPr/>
          </p:nvSpPr>
          <p:spPr>
            <a:xfrm>
              <a:off x="7132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778" name="Google Shape;778;p24"/>
          <p:cNvSpPr/>
          <p:nvPr/>
        </p:nvSpPr>
        <p:spPr>
          <a:xfrm>
            <a:off x="9194334" y="719334"/>
            <a:ext cx="2046700" cy="131767"/>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79" name="Google Shape;779;p24"/>
          <p:cNvSpPr/>
          <p:nvPr/>
        </p:nvSpPr>
        <p:spPr>
          <a:xfrm>
            <a:off x="9194334" y="965534"/>
            <a:ext cx="2046700" cy="131767"/>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80" name="Google Shape;780;p24"/>
          <p:cNvSpPr txBox="1">
            <a:spLocks noGrp="1"/>
          </p:cNvSpPr>
          <p:nvPr>
            <p:ph type="title"/>
          </p:nvPr>
        </p:nvSpPr>
        <p:spPr>
          <a:xfrm>
            <a:off x="950967" y="593367"/>
            <a:ext cx="10290000" cy="763600"/>
          </a:xfrm>
          <a:prstGeom prst="rect">
            <a:avLst/>
          </a:prstGeom>
        </p:spPr>
        <p:txBody>
          <a:bodyPr spcFirstLastPara="1" wrap="square" lIns="0" tIns="0" rIns="0" bIns="0" anchor="t" anchorCtr="0">
            <a:noAutofit/>
          </a:bodyPr>
          <a:lstStyle>
            <a:lvl1pPr lvl="0">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790357241"/>
      </p:ext>
    </p:extLst>
  </p:cSld>
  <p:clrMapOvr>
    <a:masterClrMapping/>
  </p:clrMapOvr>
  <p:hf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Title and three columns 4">
  <p:cSld name="Title and three columns 4">
    <p:spTree>
      <p:nvGrpSpPr>
        <p:cNvPr id="1" name="Shape 781"/>
        <p:cNvGrpSpPr/>
        <p:nvPr/>
      </p:nvGrpSpPr>
      <p:grpSpPr>
        <a:xfrm>
          <a:off x="0" y="0"/>
          <a:ext cx="0" cy="0"/>
          <a:chOff x="0" y="0"/>
          <a:chExt cx="0" cy="0"/>
        </a:xfrm>
      </p:grpSpPr>
      <p:sp>
        <p:nvSpPr>
          <p:cNvPr id="782" name="Google Shape;782;p25"/>
          <p:cNvSpPr txBox="1">
            <a:spLocks noGrp="1"/>
          </p:cNvSpPr>
          <p:nvPr>
            <p:ph type="title"/>
          </p:nvPr>
        </p:nvSpPr>
        <p:spPr>
          <a:xfrm>
            <a:off x="918800" y="609600"/>
            <a:ext cx="10322400" cy="853600"/>
          </a:xfrm>
          <a:prstGeom prst="rect">
            <a:avLst/>
          </a:prstGeom>
        </p:spPr>
        <p:txBody>
          <a:bodyPr spcFirstLastPara="1" wrap="square" lIns="0" tIns="0" rIns="0" bIns="0" anchor="t" anchorCtr="0">
            <a:noAutofit/>
          </a:bodyPr>
          <a:lstStyle>
            <a:lvl1pPr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783" name="Google Shape;783;p25"/>
          <p:cNvSpPr txBox="1">
            <a:spLocks noGrp="1"/>
          </p:cNvSpPr>
          <p:nvPr>
            <p:ph type="subTitle" idx="1"/>
          </p:nvPr>
        </p:nvSpPr>
        <p:spPr>
          <a:xfrm>
            <a:off x="1778767" y="1962912"/>
            <a:ext cx="14080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784" name="Google Shape;784;p25"/>
          <p:cNvSpPr txBox="1">
            <a:spLocks noGrp="1"/>
          </p:cNvSpPr>
          <p:nvPr>
            <p:ph type="subTitle" idx="2"/>
          </p:nvPr>
        </p:nvSpPr>
        <p:spPr>
          <a:xfrm>
            <a:off x="1207667" y="3170423"/>
            <a:ext cx="2694400" cy="8536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785" name="Google Shape;785;p25"/>
          <p:cNvSpPr txBox="1">
            <a:spLocks noGrp="1"/>
          </p:cNvSpPr>
          <p:nvPr>
            <p:ph type="subTitle" idx="3"/>
          </p:nvPr>
        </p:nvSpPr>
        <p:spPr>
          <a:xfrm>
            <a:off x="5436367" y="1962912"/>
            <a:ext cx="14080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786" name="Google Shape;786;p25"/>
          <p:cNvSpPr txBox="1">
            <a:spLocks noGrp="1"/>
          </p:cNvSpPr>
          <p:nvPr>
            <p:ph type="subTitle" idx="4"/>
          </p:nvPr>
        </p:nvSpPr>
        <p:spPr>
          <a:xfrm>
            <a:off x="4763672" y="3170413"/>
            <a:ext cx="2694400" cy="8536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787" name="Google Shape;787;p25"/>
          <p:cNvSpPr txBox="1">
            <a:spLocks noGrp="1"/>
          </p:cNvSpPr>
          <p:nvPr>
            <p:ph type="subTitle" idx="5"/>
          </p:nvPr>
        </p:nvSpPr>
        <p:spPr>
          <a:xfrm>
            <a:off x="9005232" y="1962912"/>
            <a:ext cx="1408000" cy="609600"/>
          </a:xfrm>
          <a:prstGeom prst="rect">
            <a:avLst/>
          </a:prstGeom>
        </p:spPr>
        <p:txBody>
          <a:bodyPr spcFirstLastPara="1" wrap="square" lIns="0" tIns="0" rIns="0" bIns="0" anchor="b" anchorCtr="0">
            <a:noAutofit/>
          </a:bodyPr>
          <a:lstStyle>
            <a:lvl1pPr lvl="0" algn="ctr" rtl="0">
              <a:spcBef>
                <a:spcPts val="0"/>
              </a:spcBef>
              <a:spcAft>
                <a:spcPts val="0"/>
              </a:spcAft>
              <a:buClr>
                <a:schemeClr val="accent4"/>
              </a:buClr>
              <a:buSzPts val="1800"/>
              <a:buFont typeface="Alegreya Sans"/>
              <a:buNone/>
              <a:defRPr sz="2400">
                <a:solidFill>
                  <a:schemeClr val="lt1"/>
                </a:solidFill>
                <a:latin typeface="Martel Heavy"/>
                <a:ea typeface="Martel Heavy"/>
                <a:cs typeface="Martel Heavy"/>
                <a:sym typeface="Martel Heav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r>
              <a:rPr lang="en-US"/>
              <a:t>Click to edit Master subtitle style</a:t>
            </a:r>
            <a:endParaRPr/>
          </a:p>
        </p:txBody>
      </p:sp>
      <p:sp>
        <p:nvSpPr>
          <p:cNvPr id="788" name="Google Shape;788;p25"/>
          <p:cNvSpPr txBox="1">
            <a:spLocks noGrp="1"/>
          </p:cNvSpPr>
          <p:nvPr>
            <p:ph type="subTitle" idx="6"/>
          </p:nvPr>
        </p:nvSpPr>
        <p:spPr>
          <a:xfrm>
            <a:off x="8332528" y="3170423"/>
            <a:ext cx="2694400" cy="8536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grpSp>
        <p:nvGrpSpPr>
          <p:cNvPr id="789" name="Google Shape;789;p25"/>
          <p:cNvGrpSpPr/>
          <p:nvPr/>
        </p:nvGrpSpPr>
        <p:grpSpPr>
          <a:xfrm>
            <a:off x="5072651" y="5754601"/>
            <a:ext cx="2046700" cy="377967"/>
            <a:chOff x="-112475" y="4315950"/>
            <a:chExt cx="1535025" cy="283475"/>
          </a:xfrm>
        </p:grpSpPr>
        <p:sp>
          <p:nvSpPr>
            <p:cNvPr id="790" name="Google Shape;790;p25"/>
            <p:cNvSpPr/>
            <p:nvPr/>
          </p:nvSpPr>
          <p:spPr>
            <a:xfrm>
              <a:off x="-112475" y="431595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1" name="Google Shape;791;p25"/>
            <p:cNvSpPr/>
            <p:nvPr/>
          </p:nvSpPr>
          <p:spPr>
            <a:xfrm>
              <a:off x="-112475" y="450060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792" name="Google Shape;792;p25"/>
          <p:cNvGrpSpPr/>
          <p:nvPr/>
        </p:nvGrpSpPr>
        <p:grpSpPr>
          <a:xfrm>
            <a:off x="9451985" y="5817651"/>
            <a:ext cx="4020233" cy="251867"/>
            <a:chOff x="7357363" y="4395900"/>
            <a:chExt cx="3015175" cy="188900"/>
          </a:xfrm>
        </p:grpSpPr>
        <p:grpSp>
          <p:nvGrpSpPr>
            <p:cNvPr id="793" name="Google Shape;793;p25"/>
            <p:cNvGrpSpPr/>
            <p:nvPr/>
          </p:nvGrpSpPr>
          <p:grpSpPr>
            <a:xfrm>
              <a:off x="7357363" y="4531600"/>
              <a:ext cx="2509175" cy="53200"/>
              <a:chOff x="713225" y="537850"/>
              <a:chExt cx="2509175" cy="53200"/>
            </a:xfrm>
          </p:grpSpPr>
          <p:sp>
            <p:nvSpPr>
              <p:cNvPr id="794" name="Google Shape;794;p25"/>
              <p:cNvSpPr/>
              <p:nvPr/>
            </p:nvSpPr>
            <p:spPr>
              <a:xfrm>
                <a:off x="713225" y="537850"/>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5" name="Google Shape;795;p25"/>
              <p:cNvSpPr/>
              <p:nvPr/>
            </p:nvSpPr>
            <p:spPr>
              <a:xfrm>
                <a:off x="901675" y="537850"/>
                <a:ext cx="53200" cy="53200"/>
              </a:xfrm>
              <a:custGeom>
                <a:avLst/>
                <a:gdLst/>
                <a:ahLst/>
                <a:cxnLst/>
                <a:rect l="l" t="t" r="r" b="b"/>
                <a:pathLst>
                  <a:path w="2128" h="2128" extrusionOk="0">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6" name="Google Shape;796;p25"/>
              <p:cNvSpPr/>
              <p:nvPr/>
            </p:nvSpPr>
            <p:spPr>
              <a:xfrm>
                <a:off x="10908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7" name="Google Shape;797;p25"/>
              <p:cNvSpPr/>
              <p:nvPr/>
            </p:nvSpPr>
            <p:spPr>
              <a:xfrm>
                <a:off x="1280100" y="537850"/>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8" name="Google Shape;798;p25"/>
              <p:cNvSpPr/>
              <p:nvPr/>
            </p:nvSpPr>
            <p:spPr>
              <a:xfrm>
                <a:off x="1468550"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799" name="Google Shape;799;p25"/>
              <p:cNvSpPr/>
              <p:nvPr/>
            </p:nvSpPr>
            <p:spPr>
              <a:xfrm>
                <a:off x="1657750"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0" name="Google Shape;800;p25"/>
              <p:cNvSpPr/>
              <p:nvPr/>
            </p:nvSpPr>
            <p:spPr>
              <a:xfrm>
                <a:off x="1846975"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1" name="Google Shape;801;p25"/>
              <p:cNvSpPr/>
              <p:nvPr/>
            </p:nvSpPr>
            <p:spPr>
              <a:xfrm>
                <a:off x="2036175" y="537850"/>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2" name="Google Shape;802;p25"/>
              <p:cNvSpPr/>
              <p:nvPr/>
            </p:nvSpPr>
            <p:spPr>
              <a:xfrm>
                <a:off x="22238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3" name="Google Shape;803;p25"/>
              <p:cNvSpPr/>
              <p:nvPr/>
            </p:nvSpPr>
            <p:spPr>
              <a:xfrm>
                <a:off x="2413100" y="537850"/>
                <a:ext cx="53200" cy="53200"/>
              </a:xfrm>
              <a:custGeom>
                <a:avLst/>
                <a:gdLst/>
                <a:ahLst/>
                <a:cxnLst/>
                <a:rect l="l" t="t" r="r" b="b"/>
                <a:pathLst>
                  <a:path w="2128"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4" name="Google Shape;804;p25"/>
              <p:cNvSpPr/>
              <p:nvPr/>
            </p:nvSpPr>
            <p:spPr>
              <a:xfrm>
                <a:off x="2602300" y="537850"/>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5" name="Google Shape;805;p25"/>
              <p:cNvSpPr/>
              <p:nvPr/>
            </p:nvSpPr>
            <p:spPr>
              <a:xfrm>
                <a:off x="2790750"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6" name="Google Shape;806;p25"/>
              <p:cNvSpPr/>
              <p:nvPr/>
            </p:nvSpPr>
            <p:spPr>
              <a:xfrm>
                <a:off x="2979975"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07" name="Google Shape;807;p25"/>
              <p:cNvSpPr/>
              <p:nvPr/>
            </p:nvSpPr>
            <p:spPr>
              <a:xfrm>
                <a:off x="31691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08" name="Google Shape;808;p25"/>
            <p:cNvGrpSpPr/>
            <p:nvPr/>
          </p:nvGrpSpPr>
          <p:grpSpPr>
            <a:xfrm>
              <a:off x="7863363" y="4395900"/>
              <a:ext cx="2509175" cy="53200"/>
              <a:chOff x="713225" y="537850"/>
              <a:chExt cx="2509175" cy="53200"/>
            </a:xfrm>
          </p:grpSpPr>
          <p:sp>
            <p:nvSpPr>
              <p:cNvPr id="809" name="Google Shape;809;p25"/>
              <p:cNvSpPr/>
              <p:nvPr/>
            </p:nvSpPr>
            <p:spPr>
              <a:xfrm>
                <a:off x="713225" y="537850"/>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0" name="Google Shape;810;p25"/>
              <p:cNvSpPr/>
              <p:nvPr/>
            </p:nvSpPr>
            <p:spPr>
              <a:xfrm>
                <a:off x="901675" y="537850"/>
                <a:ext cx="53200" cy="53200"/>
              </a:xfrm>
              <a:custGeom>
                <a:avLst/>
                <a:gdLst/>
                <a:ahLst/>
                <a:cxnLst/>
                <a:rect l="l" t="t" r="r" b="b"/>
                <a:pathLst>
                  <a:path w="2128" h="2128" extrusionOk="0">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1" name="Google Shape;811;p25"/>
              <p:cNvSpPr/>
              <p:nvPr/>
            </p:nvSpPr>
            <p:spPr>
              <a:xfrm>
                <a:off x="10908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2" name="Google Shape;812;p25"/>
              <p:cNvSpPr/>
              <p:nvPr/>
            </p:nvSpPr>
            <p:spPr>
              <a:xfrm>
                <a:off x="1280100" y="537850"/>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3" name="Google Shape;813;p25"/>
              <p:cNvSpPr/>
              <p:nvPr/>
            </p:nvSpPr>
            <p:spPr>
              <a:xfrm>
                <a:off x="1468550"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4" name="Google Shape;814;p25"/>
              <p:cNvSpPr/>
              <p:nvPr/>
            </p:nvSpPr>
            <p:spPr>
              <a:xfrm>
                <a:off x="1657750"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5" name="Google Shape;815;p25"/>
              <p:cNvSpPr/>
              <p:nvPr/>
            </p:nvSpPr>
            <p:spPr>
              <a:xfrm>
                <a:off x="1846975"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6" name="Google Shape;816;p25"/>
              <p:cNvSpPr/>
              <p:nvPr/>
            </p:nvSpPr>
            <p:spPr>
              <a:xfrm>
                <a:off x="2036175" y="537850"/>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7" name="Google Shape;817;p25"/>
              <p:cNvSpPr/>
              <p:nvPr/>
            </p:nvSpPr>
            <p:spPr>
              <a:xfrm>
                <a:off x="22238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8" name="Google Shape;818;p25"/>
              <p:cNvSpPr/>
              <p:nvPr/>
            </p:nvSpPr>
            <p:spPr>
              <a:xfrm>
                <a:off x="2413100" y="537850"/>
                <a:ext cx="53200" cy="53200"/>
              </a:xfrm>
              <a:custGeom>
                <a:avLst/>
                <a:gdLst/>
                <a:ahLst/>
                <a:cxnLst/>
                <a:rect l="l" t="t" r="r" b="b"/>
                <a:pathLst>
                  <a:path w="2128"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19" name="Google Shape;819;p25"/>
              <p:cNvSpPr/>
              <p:nvPr/>
            </p:nvSpPr>
            <p:spPr>
              <a:xfrm>
                <a:off x="2602300" y="537850"/>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0" name="Google Shape;820;p25"/>
              <p:cNvSpPr/>
              <p:nvPr/>
            </p:nvSpPr>
            <p:spPr>
              <a:xfrm>
                <a:off x="2790750"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1" name="Google Shape;821;p25"/>
              <p:cNvSpPr/>
              <p:nvPr/>
            </p:nvSpPr>
            <p:spPr>
              <a:xfrm>
                <a:off x="2979975"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2" name="Google Shape;822;p25"/>
              <p:cNvSpPr/>
              <p:nvPr/>
            </p:nvSpPr>
            <p:spPr>
              <a:xfrm>
                <a:off x="31691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823" name="Google Shape;823;p25"/>
          <p:cNvGrpSpPr/>
          <p:nvPr/>
        </p:nvGrpSpPr>
        <p:grpSpPr>
          <a:xfrm>
            <a:off x="-1280215" y="5817651"/>
            <a:ext cx="4020233" cy="251867"/>
            <a:chOff x="-691787" y="4395900"/>
            <a:chExt cx="3015175" cy="188900"/>
          </a:xfrm>
        </p:grpSpPr>
        <p:grpSp>
          <p:nvGrpSpPr>
            <p:cNvPr id="824" name="Google Shape;824;p25"/>
            <p:cNvGrpSpPr/>
            <p:nvPr/>
          </p:nvGrpSpPr>
          <p:grpSpPr>
            <a:xfrm>
              <a:off x="-691787" y="4531600"/>
              <a:ext cx="2509175" cy="53200"/>
              <a:chOff x="713225" y="537850"/>
              <a:chExt cx="2509175" cy="53200"/>
            </a:xfrm>
          </p:grpSpPr>
          <p:sp>
            <p:nvSpPr>
              <p:cNvPr id="825" name="Google Shape;825;p25"/>
              <p:cNvSpPr/>
              <p:nvPr/>
            </p:nvSpPr>
            <p:spPr>
              <a:xfrm>
                <a:off x="713225" y="537850"/>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6" name="Google Shape;826;p25"/>
              <p:cNvSpPr/>
              <p:nvPr/>
            </p:nvSpPr>
            <p:spPr>
              <a:xfrm>
                <a:off x="901675" y="537850"/>
                <a:ext cx="53200" cy="53200"/>
              </a:xfrm>
              <a:custGeom>
                <a:avLst/>
                <a:gdLst/>
                <a:ahLst/>
                <a:cxnLst/>
                <a:rect l="l" t="t" r="r" b="b"/>
                <a:pathLst>
                  <a:path w="2128" h="2128" extrusionOk="0">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7" name="Google Shape;827;p25"/>
              <p:cNvSpPr/>
              <p:nvPr/>
            </p:nvSpPr>
            <p:spPr>
              <a:xfrm>
                <a:off x="10908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8" name="Google Shape;828;p25"/>
              <p:cNvSpPr/>
              <p:nvPr/>
            </p:nvSpPr>
            <p:spPr>
              <a:xfrm>
                <a:off x="1280100" y="537850"/>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29" name="Google Shape;829;p25"/>
              <p:cNvSpPr/>
              <p:nvPr/>
            </p:nvSpPr>
            <p:spPr>
              <a:xfrm>
                <a:off x="1468550"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0" name="Google Shape;830;p25"/>
              <p:cNvSpPr/>
              <p:nvPr/>
            </p:nvSpPr>
            <p:spPr>
              <a:xfrm>
                <a:off x="1657750"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1" name="Google Shape;831;p25"/>
              <p:cNvSpPr/>
              <p:nvPr/>
            </p:nvSpPr>
            <p:spPr>
              <a:xfrm>
                <a:off x="1846975"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2" name="Google Shape;832;p25"/>
              <p:cNvSpPr/>
              <p:nvPr/>
            </p:nvSpPr>
            <p:spPr>
              <a:xfrm>
                <a:off x="2036175" y="537850"/>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3" name="Google Shape;833;p25"/>
              <p:cNvSpPr/>
              <p:nvPr/>
            </p:nvSpPr>
            <p:spPr>
              <a:xfrm>
                <a:off x="22238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4" name="Google Shape;834;p25"/>
              <p:cNvSpPr/>
              <p:nvPr/>
            </p:nvSpPr>
            <p:spPr>
              <a:xfrm>
                <a:off x="2413100" y="537850"/>
                <a:ext cx="53200" cy="53200"/>
              </a:xfrm>
              <a:custGeom>
                <a:avLst/>
                <a:gdLst/>
                <a:ahLst/>
                <a:cxnLst/>
                <a:rect l="l" t="t" r="r" b="b"/>
                <a:pathLst>
                  <a:path w="2128"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5" name="Google Shape;835;p25"/>
              <p:cNvSpPr/>
              <p:nvPr/>
            </p:nvSpPr>
            <p:spPr>
              <a:xfrm>
                <a:off x="2602300" y="537850"/>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6" name="Google Shape;836;p25"/>
              <p:cNvSpPr/>
              <p:nvPr/>
            </p:nvSpPr>
            <p:spPr>
              <a:xfrm>
                <a:off x="2790750"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7" name="Google Shape;837;p25"/>
              <p:cNvSpPr/>
              <p:nvPr/>
            </p:nvSpPr>
            <p:spPr>
              <a:xfrm>
                <a:off x="2979975"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38" name="Google Shape;838;p25"/>
              <p:cNvSpPr/>
              <p:nvPr/>
            </p:nvSpPr>
            <p:spPr>
              <a:xfrm>
                <a:off x="31691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39" name="Google Shape;839;p25"/>
            <p:cNvGrpSpPr/>
            <p:nvPr/>
          </p:nvGrpSpPr>
          <p:grpSpPr>
            <a:xfrm>
              <a:off x="-185787" y="4395900"/>
              <a:ext cx="2509175" cy="53200"/>
              <a:chOff x="713225" y="537850"/>
              <a:chExt cx="2509175" cy="53200"/>
            </a:xfrm>
          </p:grpSpPr>
          <p:sp>
            <p:nvSpPr>
              <p:cNvPr id="840" name="Google Shape;840;p25"/>
              <p:cNvSpPr/>
              <p:nvPr/>
            </p:nvSpPr>
            <p:spPr>
              <a:xfrm>
                <a:off x="713225" y="537850"/>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1" name="Google Shape;841;p25"/>
              <p:cNvSpPr/>
              <p:nvPr/>
            </p:nvSpPr>
            <p:spPr>
              <a:xfrm>
                <a:off x="901675" y="537850"/>
                <a:ext cx="53200" cy="53200"/>
              </a:xfrm>
              <a:custGeom>
                <a:avLst/>
                <a:gdLst/>
                <a:ahLst/>
                <a:cxnLst/>
                <a:rect l="l" t="t" r="r" b="b"/>
                <a:pathLst>
                  <a:path w="2128" h="2128" extrusionOk="0">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2" name="Google Shape;842;p25"/>
              <p:cNvSpPr/>
              <p:nvPr/>
            </p:nvSpPr>
            <p:spPr>
              <a:xfrm>
                <a:off x="10908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3" name="Google Shape;843;p25"/>
              <p:cNvSpPr/>
              <p:nvPr/>
            </p:nvSpPr>
            <p:spPr>
              <a:xfrm>
                <a:off x="1280100" y="537850"/>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4" name="Google Shape;844;p25"/>
              <p:cNvSpPr/>
              <p:nvPr/>
            </p:nvSpPr>
            <p:spPr>
              <a:xfrm>
                <a:off x="1468550"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5" name="Google Shape;845;p25"/>
              <p:cNvSpPr/>
              <p:nvPr/>
            </p:nvSpPr>
            <p:spPr>
              <a:xfrm>
                <a:off x="1657750"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6" name="Google Shape;846;p25"/>
              <p:cNvSpPr/>
              <p:nvPr/>
            </p:nvSpPr>
            <p:spPr>
              <a:xfrm>
                <a:off x="1846975"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7" name="Google Shape;847;p25"/>
              <p:cNvSpPr/>
              <p:nvPr/>
            </p:nvSpPr>
            <p:spPr>
              <a:xfrm>
                <a:off x="2036175" y="537850"/>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8" name="Google Shape;848;p25"/>
              <p:cNvSpPr/>
              <p:nvPr/>
            </p:nvSpPr>
            <p:spPr>
              <a:xfrm>
                <a:off x="22238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49" name="Google Shape;849;p25"/>
              <p:cNvSpPr/>
              <p:nvPr/>
            </p:nvSpPr>
            <p:spPr>
              <a:xfrm>
                <a:off x="2413100" y="537850"/>
                <a:ext cx="53200" cy="53200"/>
              </a:xfrm>
              <a:custGeom>
                <a:avLst/>
                <a:gdLst/>
                <a:ahLst/>
                <a:cxnLst/>
                <a:rect l="l" t="t" r="r" b="b"/>
                <a:pathLst>
                  <a:path w="2128"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0" name="Google Shape;850;p25"/>
              <p:cNvSpPr/>
              <p:nvPr/>
            </p:nvSpPr>
            <p:spPr>
              <a:xfrm>
                <a:off x="2602300" y="537850"/>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1" name="Google Shape;851;p25"/>
              <p:cNvSpPr/>
              <p:nvPr/>
            </p:nvSpPr>
            <p:spPr>
              <a:xfrm>
                <a:off x="2790750"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2" name="Google Shape;852;p25"/>
              <p:cNvSpPr/>
              <p:nvPr/>
            </p:nvSpPr>
            <p:spPr>
              <a:xfrm>
                <a:off x="2979975" y="537850"/>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3" name="Google Shape;853;p25"/>
              <p:cNvSpPr/>
              <p:nvPr/>
            </p:nvSpPr>
            <p:spPr>
              <a:xfrm>
                <a:off x="3169175" y="537850"/>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1008344142"/>
      </p:ext>
    </p:extLst>
  </p:cSld>
  <p:clrMapOvr>
    <a:masterClrMapping/>
  </p:clrMapOvr>
  <p:hf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854"/>
        <p:cNvGrpSpPr/>
        <p:nvPr/>
      </p:nvGrpSpPr>
      <p:grpSpPr>
        <a:xfrm>
          <a:off x="0" y="0"/>
          <a:ext cx="0" cy="0"/>
          <a:chOff x="0" y="0"/>
          <a:chExt cx="0" cy="0"/>
        </a:xfrm>
      </p:grpSpPr>
      <p:grpSp>
        <p:nvGrpSpPr>
          <p:cNvPr id="855" name="Google Shape;855;p26"/>
          <p:cNvGrpSpPr/>
          <p:nvPr/>
        </p:nvGrpSpPr>
        <p:grpSpPr>
          <a:xfrm flipH="1">
            <a:off x="-72382" y="721334"/>
            <a:ext cx="1379967" cy="507633"/>
            <a:chOff x="713225" y="4249875"/>
            <a:chExt cx="1034975" cy="380725"/>
          </a:xfrm>
        </p:grpSpPr>
        <p:grpSp>
          <p:nvGrpSpPr>
            <p:cNvPr id="856" name="Google Shape;856;p26"/>
            <p:cNvGrpSpPr/>
            <p:nvPr/>
          </p:nvGrpSpPr>
          <p:grpSpPr>
            <a:xfrm>
              <a:off x="713225" y="4577400"/>
              <a:ext cx="1034975" cy="53200"/>
              <a:chOff x="713225" y="4577400"/>
              <a:chExt cx="1034975" cy="53200"/>
            </a:xfrm>
          </p:grpSpPr>
          <p:sp>
            <p:nvSpPr>
              <p:cNvPr id="857" name="Google Shape;857;p26"/>
              <p:cNvSpPr/>
              <p:nvPr/>
            </p:nvSpPr>
            <p:spPr>
              <a:xfrm>
                <a:off x="1695000" y="4577400"/>
                <a:ext cx="53200" cy="53200"/>
              </a:xfrm>
              <a:custGeom>
                <a:avLst/>
                <a:gdLst/>
                <a:ahLst/>
                <a:cxnLst/>
                <a:rect l="l" t="t" r="r" b="b"/>
                <a:pathLst>
                  <a:path w="2128" h="2128" extrusionOk="0">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8" name="Google Shape;858;p26"/>
              <p:cNvSpPr/>
              <p:nvPr/>
            </p:nvSpPr>
            <p:spPr>
              <a:xfrm>
                <a:off x="1564300"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59" name="Google Shape;859;p26"/>
              <p:cNvSpPr/>
              <p:nvPr/>
            </p:nvSpPr>
            <p:spPr>
              <a:xfrm>
                <a:off x="1406225" y="4577400"/>
                <a:ext cx="53225" cy="53200"/>
              </a:xfrm>
              <a:custGeom>
                <a:avLst/>
                <a:gdLst/>
                <a:ahLst/>
                <a:cxnLst/>
                <a:rect l="l" t="t" r="r" b="b"/>
                <a:pathLst>
                  <a:path w="2129" h="2128" extrusionOk="0">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0" name="Google Shape;860;p26"/>
              <p:cNvSpPr/>
              <p:nvPr/>
            </p:nvSpPr>
            <p:spPr>
              <a:xfrm>
                <a:off x="12747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1" name="Google Shape;861;p26"/>
              <p:cNvSpPr/>
              <p:nvPr/>
            </p:nvSpPr>
            <p:spPr>
              <a:xfrm>
                <a:off x="1126600" y="4577400"/>
                <a:ext cx="52450" cy="53200"/>
              </a:xfrm>
              <a:custGeom>
                <a:avLst/>
                <a:gdLst/>
                <a:ahLst/>
                <a:cxnLst/>
                <a:rect l="l" t="t" r="r" b="b"/>
                <a:pathLst>
                  <a:path w="2098" h="2128" extrusionOk="0">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2" name="Google Shape;862;p26"/>
              <p:cNvSpPr/>
              <p:nvPr/>
            </p:nvSpPr>
            <p:spPr>
              <a:xfrm>
                <a:off x="9943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3" name="Google Shape;863;p26"/>
              <p:cNvSpPr/>
              <p:nvPr/>
            </p:nvSpPr>
            <p:spPr>
              <a:xfrm>
                <a:off x="843925" y="4577400"/>
                <a:ext cx="53200" cy="53200"/>
              </a:xfrm>
              <a:custGeom>
                <a:avLst/>
                <a:gdLst/>
                <a:ahLst/>
                <a:cxnLst/>
                <a:rect l="l" t="t" r="r" b="b"/>
                <a:pathLst>
                  <a:path w="2128" h="2128" extrusionOk="0">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4" name="Google Shape;864;p26"/>
              <p:cNvSpPr/>
              <p:nvPr/>
            </p:nvSpPr>
            <p:spPr>
              <a:xfrm>
                <a:off x="713225"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65" name="Google Shape;865;p26"/>
            <p:cNvGrpSpPr/>
            <p:nvPr/>
          </p:nvGrpSpPr>
          <p:grpSpPr>
            <a:xfrm>
              <a:off x="713225" y="4468725"/>
              <a:ext cx="1034975" cy="53225"/>
              <a:chOff x="713225" y="4468725"/>
              <a:chExt cx="1034975" cy="53225"/>
            </a:xfrm>
          </p:grpSpPr>
          <p:sp>
            <p:nvSpPr>
              <p:cNvPr id="866" name="Google Shape;866;p26"/>
              <p:cNvSpPr/>
              <p:nvPr/>
            </p:nvSpPr>
            <p:spPr>
              <a:xfrm>
                <a:off x="1695000" y="4468725"/>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7" name="Google Shape;867;p26"/>
              <p:cNvSpPr/>
              <p:nvPr/>
            </p:nvSpPr>
            <p:spPr>
              <a:xfrm>
                <a:off x="1564300"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8" name="Google Shape;868;p26"/>
              <p:cNvSpPr/>
              <p:nvPr/>
            </p:nvSpPr>
            <p:spPr>
              <a:xfrm>
                <a:off x="1406225" y="4468725"/>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69" name="Google Shape;869;p26"/>
              <p:cNvSpPr/>
              <p:nvPr/>
            </p:nvSpPr>
            <p:spPr>
              <a:xfrm>
                <a:off x="12747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0" name="Google Shape;870;p26"/>
              <p:cNvSpPr/>
              <p:nvPr/>
            </p:nvSpPr>
            <p:spPr>
              <a:xfrm>
                <a:off x="1126600" y="4468725"/>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1" name="Google Shape;871;p26"/>
              <p:cNvSpPr/>
              <p:nvPr/>
            </p:nvSpPr>
            <p:spPr>
              <a:xfrm>
                <a:off x="9943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2" name="Google Shape;872;p26"/>
              <p:cNvSpPr/>
              <p:nvPr/>
            </p:nvSpPr>
            <p:spPr>
              <a:xfrm>
                <a:off x="843925" y="4468725"/>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3" name="Google Shape;873;p26"/>
              <p:cNvSpPr/>
              <p:nvPr/>
            </p:nvSpPr>
            <p:spPr>
              <a:xfrm>
                <a:off x="713225"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74" name="Google Shape;874;p26"/>
            <p:cNvGrpSpPr/>
            <p:nvPr/>
          </p:nvGrpSpPr>
          <p:grpSpPr>
            <a:xfrm>
              <a:off x="713225" y="4359300"/>
              <a:ext cx="1034975" cy="53225"/>
              <a:chOff x="713225" y="4359300"/>
              <a:chExt cx="1034975" cy="53225"/>
            </a:xfrm>
          </p:grpSpPr>
          <p:sp>
            <p:nvSpPr>
              <p:cNvPr id="875" name="Google Shape;875;p26"/>
              <p:cNvSpPr/>
              <p:nvPr/>
            </p:nvSpPr>
            <p:spPr>
              <a:xfrm>
                <a:off x="1695000" y="4359300"/>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6" name="Google Shape;876;p26"/>
              <p:cNvSpPr/>
              <p:nvPr/>
            </p:nvSpPr>
            <p:spPr>
              <a:xfrm>
                <a:off x="1564300"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7" name="Google Shape;877;p26"/>
              <p:cNvSpPr/>
              <p:nvPr/>
            </p:nvSpPr>
            <p:spPr>
              <a:xfrm>
                <a:off x="1406225" y="435930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8" name="Google Shape;878;p26"/>
              <p:cNvSpPr/>
              <p:nvPr/>
            </p:nvSpPr>
            <p:spPr>
              <a:xfrm>
                <a:off x="12747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79" name="Google Shape;879;p26"/>
              <p:cNvSpPr/>
              <p:nvPr/>
            </p:nvSpPr>
            <p:spPr>
              <a:xfrm>
                <a:off x="1126600" y="4359300"/>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0" name="Google Shape;880;p26"/>
              <p:cNvSpPr/>
              <p:nvPr/>
            </p:nvSpPr>
            <p:spPr>
              <a:xfrm>
                <a:off x="9943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1" name="Google Shape;881;p26"/>
              <p:cNvSpPr/>
              <p:nvPr/>
            </p:nvSpPr>
            <p:spPr>
              <a:xfrm>
                <a:off x="843925" y="4359300"/>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2" name="Google Shape;882;p26"/>
              <p:cNvSpPr/>
              <p:nvPr/>
            </p:nvSpPr>
            <p:spPr>
              <a:xfrm>
                <a:off x="713225"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883" name="Google Shape;883;p26"/>
            <p:cNvGrpSpPr/>
            <p:nvPr/>
          </p:nvGrpSpPr>
          <p:grpSpPr>
            <a:xfrm>
              <a:off x="713225" y="4249875"/>
              <a:ext cx="1034975" cy="53225"/>
              <a:chOff x="713225" y="4249875"/>
              <a:chExt cx="1034975" cy="53225"/>
            </a:xfrm>
          </p:grpSpPr>
          <p:sp>
            <p:nvSpPr>
              <p:cNvPr id="884" name="Google Shape;884;p26"/>
              <p:cNvSpPr/>
              <p:nvPr/>
            </p:nvSpPr>
            <p:spPr>
              <a:xfrm>
                <a:off x="1695000" y="4249875"/>
                <a:ext cx="53200" cy="53225"/>
              </a:xfrm>
              <a:custGeom>
                <a:avLst/>
                <a:gdLst/>
                <a:ahLst/>
                <a:cxnLst/>
                <a:rect l="l" t="t" r="r" b="b"/>
                <a:pathLst>
                  <a:path w="2128" h="2129" extrusionOk="0">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5" name="Google Shape;885;p26"/>
              <p:cNvSpPr/>
              <p:nvPr/>
            </p:nvSpPr>
            <p:spPr>
              <a:xfrm>
                <a:off x="1564300"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6" name="Google Shape;886;p26"/>
              <p:cNvSpPr/>
              <p:nvPr/>
            </p:nvSpPr>
            <p:spPr>
              <a:xfrm>
                <a:off x="1406225" y="4249875"/>
                <a:ext cx="53225" cy="53225"/>
              </a:xfrm>
              <a:custGeom>
                <a:avLst/>
                <a:gdLst/>
                <a:ahLst/>
                <a:cxnLst/>
                <a:rect l="l" t="t" r="r" b="b"/>
                <a:pathLst>
                  <a:path w="2129" h="2129" extrusionOk="0">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7" name="Google Shape;887;p26"/>
              <p:cNvSpPr/>
              <p:nvPr/>
            </p:nvSpPr>
            <p:spPr>
              <a:xfrm>
                <a:off x="12747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8" name="Google Shape;888;p26"/>
              <p:cNvSpPr/>
              <p:nvPr/>
            </p:nvSpPr>
            <p:spPr>
              <a:xfrm>
                <a:off x="1126600" y="4249875"/>
                <a:ext cx="52450" cy="53225"/>
              </a:xfrm>
              <a:custGeom>
                <a:avLst/>
                <a:gdLst/>
                <a:ahLst/>
                <a:cxnLst/>
                <a:rect l="l" t="t" r="r" b="b"/>
                <a:pathLst>
                  <a:path w="2098" h="2129" extrusionOk="0">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89" name="Google Shape;889;p26"/>
              <p:cNvSpPr/>
              <p:nvPr/>
            </p:nvSpPr>
            <p:spPr>
              <a:xfrm>
                <a:off x="9943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0" name="Google Shape;890;p26"/>
              <p:cNvSpPr/>
              <p:nvPr/>
            </p:nvSpPr>
            <p:spPr>
              <a:xfrm>
                <a:off x="843925" y="4249875"/>
                <a:ext cx="53200" cy="53225"/>
              </a:xfrm>
              <a:custGeom>
                <a:avLst/>
                <a:gdLst/>
                <a:ahLst/>
                <a:cxnLst/>
                <a:rect l="l" t="t" r="r" b="b"/>
                <a:pathLst>
                  <a:path w="2128" h="2129" extrusionOk="0">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1" name="Google Shape;891;p26"/>
              <p:cNvSpPr/>
              <p:nvPr/>
            </p:nvSpPr>
            <p:spPr>
              <a:xfrm>
                <a:off x="713225"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892" name="Google Shape;892;p26"/>
          <p:cNvGrpSpPr/>
          <p:nvPr/>
        </p:nvGrpSpPr>
        <p:grpSpPr>
          <a:xfrm flipH="1">
            <a:off x="11241185" y="3240018"/>
            <a:ext cx="2046700" cy="377967"/>
            <a:chOff x="-112475" y="4315950"/>
            <a:chExt cx="1535025" cy="283475"/>
          </a:xfrm>
        </p:grpSpPr>
        <p:sp>
          <p:nvSpPr>
            <p:cNvPr id="893" name="Google Shape;893;p26"/>
            <p:cNvSpPr/>
            <p:nvPr/>
          </p:nvSpPr>
          <p:spPr>
            <a:xfrm>
              <a:off x="-112475" y="431595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894" name="Google Shape;894;p26"/>
            <p:cNvSpPr/>
            <p:nvPr/>
          </p:nvSpPr>
          <p:spPr>
            <a:xfrm>
              <a:off x="-112475" y="450060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895" name="Google Shape;895;p26"/>
          <p:cNvSpPr txBox="1">
            <a:spLocks noGrp="1"/>
          </p:cNvSpPr>
          <p:nvPr>
            <p:ph type="title"/>
          </p:nvPr>
        </p:nvSpPr>
        <p:spPr>
          <a:xfrm>
            <a:off x="918800" y="609600"/>
            <a:ext cx="10322400" cy="853600"/>
          </a:xfrm>
          <a:prstGeom prst="rect">
            <a:avLst/>
          </a:prstGeom>
        </p:spPr>
        <p:txBody>
          <a:bodyPr spcFirstLastPara="1" wrap="square" lIns="0" tIns="0" rIns="0" bIns="0" anchor="t" anchorCtr="0">
            <a:noAutofit/>
          </a:bodyPr>
          <a:lstStyle>
            <a:lvl1pPr lvl="0" algn="ctr"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087548296"/>
      </p:ext>
    </p:extLst>
  </p:cSld>
  <p:clrMapOvr>
    <a:masterClrMapping/>
  </p:clrMapOvr>
  <p:hf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Title only 4">
  <p:cSld name="Title only 4">
    <p:bg>
      <p:bgPr>
        <a:solidFill>
          <a:schemeClr val="accent1"/>
        </a:solidFill>
        <a:effectLst/>
      </p:bgPr>
    </p:bg>
    <p:spTree>
      <p:nvGrpSpPr>
        <p:cNvPr id="1" name="Shape 896"/>
        <p:cNvGrpSpPr/>
        <p:nvPr/>
      </p:nvGrpSpPr>
      <p:grpSpPr>
        <a:xfrm>
          <a:off x="0" y="0"/>
          <a:ext cx="0" cy="0"/>
          <a:chOff x="0" y="0"/>
          <a:chExt cx="0" cy="0"/>
        </a:xfrm>
      </p:grpSpPr>
      <p:sp>
        <p:nvSpPr>
          <p:cNvPr id="897" name="Google Shape;897;p27"/>
          <p:cNvSpPr/>
          <p:nvPr/>
        </p:nvSpPr>
        <p:spPr>
          <a:xfrm>
            <a:off x="9194334" y="719334"/>
            <a:ext cx="2046700" cy="131767"/>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898" name="Google Shape;898;p27"/>
          <p:cNvSpPr/>
          <p:nvPr/>
        </p:nvSpPr>
        <p:spPr>
          <a:xfrm>
            <a:off x="9194334" y="965534"/>
            <a:ext cx="2046700" cy="131767"/>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899" name="Google Shape;899;p27"/>
          <p:cNvSpPr/>
          <p:nvPr/>
        </p:nvSpPr>
        <p:spPr>
          <a:xfrm rot="10800000">
            <a:off x="-203206" y="3851998"/>
            <a:ext cx="931943" cy="1863757"/>
          </a:xfrm>
          <a:custGeom>
            <a:avLst/>
            <a:gdLst/>
            <a:ahLst/>
            <a:cxnLst/>
            <a:rect l="l" t="t" r="r" b="b"/>
            <a:pathLst>
              <a:path w="7296" h="14591" fill="none" extrusionOk="0">
                <a:moveTo>
                  <a:pt x="7295" y="14591"/>
                </a:moveTo>
                <a:cubicBezTo>
                  <a:pt x="3283" y="14591"/>
                  <a:pt x="0" y="11308"/>
                  <a:pt x="0" y="7296"/>
                </a:cubicBezTo>
                <a:cubicBezTo>
                  <a:pt x="0" y="3253"/>
                  <a:pt x="3283" y="1"/>
                  <a:pt x="7295" y="1"/>
                </a:cubicBezTo>
              </a:path>
            </a:pathLst>
          </a:custGeom>
          <a:noFill/>
          <a:ln w="190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00" name="Google Shape;900;p27"/>
          <p:cNvSpPr/>
          <p:nvPr/>
        </p:nvSpPr>
        <p:spPr>
          <a:xfrm rot="10800000">
            <a:off x="-168207" y="4116023"/>
            <a:ext cx="671749" cy="1339540"/>
          </a:xfrm>
          <a:custGeom>
            <a:avLst/>
            <a:gdLst/>
            <a:ahLst/>
            <a:cxnLst/>
            <a:rect l="l" t="t" r="r" b="b"/>
            <a:pathLst>
              <a:path w="5259" h="10487" fill="none" extrusionOk="0">
                <a:moveTo>
                  <a:pt x="5259" y="10487"/>
                </a:moveTo>
                <a:cubicBezTo>
                  <a:pt x="2371" y="10487"/>
                  <a:pt x="0" y="8146"/>
                  <a:pt x="0" y="5259"/>
                </a:cubicBezTo>
                <a:cubicBezTo>
                  <a:pt x="0" y="2371"/>
                  <a:pt x="2371" y="0"/>
                  <a:pt x="5259" y="0"/>
                </a:cubicBezTo>
              </a:path>
            </a:pathLst>
          </a:custGeom>
          <a:noFill/>
          <a:ln w="19000" cap="flat" cmpd="sng">
            <a:solidFill>
              <a:schemeClr val="accent5"/>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01" name="Google Shape;901;p27"/>
          <p:cNvSpPr txBox="1">
            <a:spLocks noGrp="1"/>
          </p:cNvSpPr>
          <p:nvPr>
            <p:ph type="title"/>
          </p:nvPr>
        </p:nvSpPr>
        <p:spPr>
          <a:xfrm>
            <a:off x="918800" y="609600"/>
            <a:ext cx="10322400" cy="853600"/>
          </a:xfrm>
          <a:prstGeom prst="rect">
            <a:avLst/>
          </a:prstGeom>
        </p:spPr>
        <p:txBody>
          <a:bodyPr spcFirstLastPara="1" wrap="square" lIns="0" tIns="0" rIns="0" bIns="0" anchor="t" anchorCtr="0">
            <a:noAutofit/>
          </a:bodyPr>
          <a:lstStyle>
            <a:lvl1pPr lvl="0" rtl="0">
              <a:spcBef>
                <a:spcPts val="0"/>
              </a:spcBef>
              <a:spcAft>
                <a:spcPts val="0"/>
              </a:spcAft>
              <a:buSzPts val="3500"/>
              <a:buNone/>
              <a:defRPr sz="4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grpSp>
        <p:nvGrpSpPr>
          <p:cNvPr id="902" name="Google Shape;902;p27"/>
          <p:cNvGrpSpPr/>
          <p:nvPr/>
        </p:nvGrpSpPr>
        <p:grpSpPr>
          <a:xfrm>
            <a:off x="4085868" y="5880700"/>
            <a:ext cx="4020233" cy="251867"/>
            <a:chOff x="713213" y="4410525"/>
            <a:chExt cx="3015175" cy="188900"/>
          </a:xfrm>
        </p:grpSpPr>
        <p:sp>
          <p:nvSpPr>
            <p:cNvPr id="903" name="Google Shape;903;p27"/>
            <p:cNvSpPr/>
            <p:nvPr/>
          </p:nvSpPr>
          <p:spPr>
            <a:xfrm>
              <a:off x="713213" y="45462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4" name="Google Shape;904;p27"/>
            <p:cNvSpPr/>
            <p:nvPr/>
          </p:nvSpPr>
          <p:spPr>
            <a:xfrm>
              <a:off x="901663" y="4546225"/>
              <a:ext cx="53200" cy="53200"/>
            </a:xfrm>
            <a:custGeom>
              <a:avLst/>
              <a:gdLst/>
              <a:ahLst/>
              <a:cxnLst/>
              <a:rect l="l" t="t" r="r" b="b"/>
              <a:pathLst>
                <a:path w="2128" h="2128" extrusionOk="0">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5" name="Google Shape;905;p27"/>
            <p:cNvSpPr/>
            <p:nvPr/>
          </p:nvSpPr>
          <p:spPr>
            <a:xfrm>
              <a:off x="1090863"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6" name="Google Shape;906;p27"/>
            <p:cNvSpPr/>
            <p:nvPr/>
          </p:nvSpPr>
          <p:spPr>
            <a:xfrm>
              <a:off x="1280088" y="45462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7" name="Google Shape;907;p27"/>
            <p:cNvSpPr/>
            <p:nvPr/>
          </p:nvSpPr>
          <p:spPr>
            <a:xfrm>
              <a:off x="1468538" y="45462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8" name="Google Shape;908;p27"/>
            <p:cNvSpPr/>
            <p:nvPr/>
          </p:nvSpPr>
          <p:spPr>
            <a:xfrm>
              <a:off x="1657738"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09" name="Google Shape;909;p27"/>
            <p:cNvSpPr/>
            <p:nvPr/>
          </p:nvSpPr>
          <p:spPr>
            <a:xfrm>
              <a:off x="1846963" y="45462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0" name="Google Shape;910;p27"/>
            <p:cNvSpPr/>
            <p:nvPr/>
          </p:nvSpPr>
          <p:spPr>
            <a:xfrm>
              <a:off x="2036163" y="45462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1" name="Google Shape;911;p27"/>
            <p:cNvSpPr/>
            <p:nvPr/>
          </p:nvSpPr>
          <p:spPr>
            <a:xfrm>
              <a:off x="2223863"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2" name="Google Shape;912;p27"/>
            <p:cNvSpPr/>
            <p:nvPr/>
          </p:nvSpPr>
          <p:spPr>
            <a:xfrm>
              <a:off x="2413088" y="4546225"/>
              <a:ext cx="53200" cy="53200"/>
            </a:xfrm>
            <a:custGeom>
              <a:avLst/>
              <a:gdLst/>
              <a:ahLst/>
              <a:cxnLst/>
              <a:rect l="l" t="t" r="r" b="b"/>
              <a:pathLst>
                <a:path w="2128"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3" name="Google Shape;913;p27"/>
            <p:cNvSpPr/>
            <p:nvPr/>
          </p:nvSpPr>
          <p:spPr>
            <a:xfrm>
              <a:off x="2602288" y="45462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4" name="Google Shape;914;p27"/>
            <p:cNvSpPr/>
            <p:nvPr/>
          </p:nvSpPr>
          <p:spPr>
            <a:xfrm>
              <a:off x="2790738"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5" name="Google Shape;915;p27"/>
            <p:cNvSpPr/>
            <p:nvPr/>
          </p:nvSpPr>
          <p:spPr>
            <a:xfrm>
              <a:off x="2979963" y="45462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6" name="Google Shape;916;p27"/>
            <p:cNvSpPr/>
            <p:nvPr/>
          </p:nvSpPr>
          <p:spPr>
            <a:xfrm>
              <a:off x="3169163" y="45462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7" name="Google Shape;917;p27"/>
            <p:cNvSpPr/>
            <p:nvPr/>
          </p:nvSpPr>
          <p:spPr>
            <a:xfrm>
              <a:off x="1219213" y="44105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1" y="2128"/>
                    <a:pt x="2128" y="1641"/>
                    <a:pt x="2128" y="1064"/>
                  </a:cubicBezTo>
                  <a:cubicBezTo>
                    <a:pt x="2128" y="456"/>
                    <a:pt x="1641"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8" name="Google Shape;918;p27"/>
            <p:cNvSpPr/>
            <p:nvPr/>
          </p:nvSpPr>
          <p:spPr>
            <a:xfrm>
              <a:off x="1407663" y="4410525"/>
              <a:ext cx="53200" cy="53200"/>
            </a:xfrm>
            <a:custGeom>
              <a:avLst/>
              <a:gdLst/>
              <a:ahLst/>
              <a:cxnLst/>
              <a:rect l="l" t="t" r="r" b="b"/>
              <a:pathLst>
                <a:path w="2128" h="2128" extrusionOk="0">
                  <a:moveTo>
                    <a:pt x="1064" y="0"/>
                  </a:moveTo>
                  <a:cubicBezTo>
                    <a:pt x="486" y="0"/>
                    <a:pt x="0" y="456"/>
                    <a:pt x="0" y="1064"/>
                  </a:cubicBezTo>
                  <a:cubicBezTo>
                    <a:pt x="0" y="1641"/>
                    <a:pt x="486"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19" name="Google Shape;919;p27"/>
            <p:cNvSpPr/>
            <p:nvPr/>
          </p:nvSpPr>
          <p:spPr>
            <a:xfrm>
              <a:off x="1596863"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0" name="Google Shape;920;p27"/>
            <p:cNvSpPr/>
            <p:nvPr/>
          </p:nvSpPr>
          <p:spPr>
            <a:xfrm>
              <a:off x="1786088" y="4410525"/>
              <a:ext cx="53200" cy="53200"/>
            </a:xfrm>
            <a:custGeom>
              <a:avLst/>
              <a:gdLst/>
              <a:ahLst/>
              <a:cxnLst/>
              <a:rect l="l" t="t" r="r" b="b"/>
              <a:pathLst>
                <a:path w="2128" h="2128" extrusionOk="0">
                  <a:moveTo>
                    <a:pt x="1064" y="0"/>
                  </a:moveTo>
                  <a:cubicBezTo>
                    <a:pt x="456" y="0"/>
                    <a:pt x="0" y="456"/>
                    <a:pt x="0" y="1064"/>
                  </a:cubicBezTo>
                  <a:cubicBezTo>
                    <a:pt x="0" y="1641"/>
                    <a:pt x="456"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1" name="Google Shape;921;p27"/>
            <p:cNvSpPr/>
            <p:nvPr/>
          </p:nvSpPr>
          <p:spPr>
            <a:xfrm>
              <a:off x="1974538" y="44105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2" name="Google Shape;922;p27"/>
            <p:cNvSpPr/>
            <p:nvPr/>
          </p:nvSpPr>
          <p:spPr>
            <a:xfrm>
              <a:off x="2163738"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3" name="Google Shape;923;p27"/>
            <p:cNvSpPr/>
            <p:nvPr/>
          </p:nvSpPr>
          <p:spPr>
            <a:xfrm>
              <a:off x="2352963" y="44105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4" name="Google Shape;924;p27"/>
            <p:cNvSpPr/>
            <p:nvPr/>
          </p:nvSpPr>
          <p:spPr>
            <a:xfrm>
              <a:off x="2542163" y="44105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5" name="Google Shape;925;p27"/>
            <p:cNvSpPr/>
            <p:nvPr/>
          </p:nvSpPr>
          <p:spPr>
            <a:xfrm>
              <a:off x="2729863"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2" y="2128"/>
                    <a:pt x="2128" y="1641"/>
                    <a:pt x="2128" y="1064"/>
                  </a:cubicBezTo>
                  <a:cubicBezTo>
                    <a:pt x="2128" y="456"/>
                    <a:pt x="167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6" name="Google Shape;926;p27"/>
            <p:cNvSpPr/>
            <p:nvPr/>
          </p:nvSpPr>
          <p:spPr>
            <a:xfrm>
              <a:off x="2919088" y="4410525"/>
              <a:ext cx="53200" cy="53200"/>
            </a:xfrm>
            <a:custGeom>
              <a:avLst/>
              <a:gdLst/>
              <a:ahLst/>
              <a:cxnLst/>
              <a:rect l="l" t="t" r="r" b="b"/>
              <a:pathLst>
                <a:path w="2128" h="2128" extrusionOk="0">
                  <a:moveTo>
                    <a:pt x="1064" y="0"/>
                  </a:moveTo>
                  <a:cubicBezTo>
                    <a:pt x="487" y="0"/>
                    <a:pt x="0" y="456"/>
                    <a:pt x="0" y="1064"/>
                  </a:cubicBezTo>
                  <a:cubicBezTo>
                    <a:pt x="0" y="1641"/>
                    <a:pt x="487" y="2128"/>
                    <a:pt x="1064" y="2128"/>
                  </a:cubicBezTo>
                  <a:cubicBezTo>
                    <a:pt x="1642" y="2128"/>
                    <a:pt x="2128" y="1641"/>
                    <a:pt x="2128" y="1064"/>
                  </a:cubicBezTo>
                  <a:cubicBezTo>
                    <a:pt x="2128" y="456"/>
                    <a:pt x="164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7" name="Google Shape;927;p27"/>
            <p:cNvSpPr/>
            <p:nvPr/>
          </p:nvSpPr>
          <p:spPr>
            <a:xfrm>
              <a:off x="3108288" y="4410525"/>
              <a:ext cx="53225" cy="53200"/>
            </a:xfrm>
            <a:custGeom>
              <a:avLst/>
              <a:gdLst/>
              <a:ahLst/>
              <a:cxnLst/>
              <a:rect l="l" t="t" r="r" b="b"/>
              <a:pathLst>
                <a:path w="2129" h="2128" extrusionOk="0">
                  <a:moveTo>
                    <a:pt x="1065" y="0"/>
                  </a:moveTo>
                  <a:cubicBezTo>
                    <a:pt x="457" y="0"/>
                    <a:pt x="1" y="456"/>
                    <a:pt x="1" y="1064"/>
                  </a:cubicBezTo>
                  <a:cubicBezTo>
                    <a:pt x="1" y="1641"/>
                    <a:pt x="457" y="2128"/>
                    <a:pt x="1065" y="2128"/>
                  </a:cubicBezTo>
                  <a:cubicBezTo>
                    <a:pt x="1642" y="2128"/>
                    <a:pt x="2128" y="1641"/>
                    <a:pt x="2128" y="1064"/>
                  </a:cubicBezTo>
                  <a:cubicBezTo>
                    <a:pt x="2128"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8" name="Google Shape;928;p27"/>
            <p:cNvSpPr/>
            <p:nvPr/>
          </p:nvSpPr>
          <p:spPr>
            <a:xfrm>
              <a:off x="3296738"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73" y="2128"/>
                    <a:pt x="2129" y="1641"/>
                    <a:pt x="2129" y="1064"/>
                  </a:cubicBezTo>
                  <a:cubicBezTo>
                    <a:pt x="2129" y="456"/>
                    <a:pt x="1673"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29" name="Google Shape;929;p27"/>
            <p:cNvSpPr/>
            <p:nvPr/>
          </p:nvSpPr>
          <p:spPr>
            <a:xfrm>
              <a:off x="3485963" y="4410525"/>
              <a:ext cx="53225" cy="53200"/>
            </a:xfrm>
            <a:custGeom>
              <a:avLst/>
              <a:gdLst/>
              <a:ahLst/>
              <a:cxnLst/>
              <a:rect l="l" t="t" r="r" b="b"/>
              <a:pathLst>
                <a:path w="2129" h="2128" extrusionOk="0">
                  <a:moveTo>
                    <a:pt x="1064" y="0"/>
                  </a:moveTo>
                  <a:cubicBezTo>
                    <a:pt x="487" y="0"/>
                    <a:pt x="0" y="456"/>
                    <a:pt x="0" y="1064"/>
                  </a:cubicBezTo>
                  <a:cubicBezTo>
                    <a:pt x="0" y="1641"/>
                    <a:pt x="487" y="2128"/>
                    <a:pt x="1064" y="2128"/>
                  </a:cubicBezTo>
                  <a:cubicBezTo>
                    <a:pt x="1672" y="2128"/>
                    <a:pt x="2128" y="1641"/>
                    <a:pt x="2128" y="1064"/>
                  </a:cubicBezTo>
                  <a:cubicBezTo>
                    <a:pt x="2128" y="456"/>
                    <a:pt x="1672" y="0"/>
                    <a:pt x="10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0" name="Google Shape;930;p27"/>
            <p:cNvSpPr/>
            <p:nvPr/>
          </p:nvSpPr>
          <p:spPr>
            <a:xfrm>
              <a:off x="3675163" y="4410525"/>
              <a:ext cx="53225" cy="53200"/>
            </a:xfrm>
            <a:custGeom>
              <a:avLst/>
              <a:gdLst/>
              <a:ahLst/>
              <a:cxnLst/>
              <a:rect l="l" t="t" r="r" b="b"/>
              <a:pathLst>
                <a:path w="2129" h="2128" extrusionOk="0">
                  <a:moveTo>
                    <a:pt x="1065" y="0"/>
                  </a:moveTo>
                  <a:cubicBezTo>
                    <a:pt x="487" y="0"/>
                    <a:pt x="1" y="456"/>
                    <a:pt x="1" y="1064"/>
                  </a:cubicBezTo>
                  <a:cubicBezTo>
                    <a:pt x="1" y="1641"/>
                    <a:pt x="487" y="2128"/>
                    <a:pt x="1065" y="2128"/>
                  </a:cubicBezTo>
                  <a:cubicBezTo>
                    <a:pt x="1642" y="2128"/>
                    <a:pt x="2129" y="1641"/>
                    <a:pt x="2129" y="1064"/>
                  </a:cubicBezTo>
                  <a:cubicBezTo>
                    <a:pt x="2129" y="456"/>
                    <a:pt x="1642" y="0"/>
                    <a:pt x="106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117491316"/>
      </p:ext>
    </p:extLst>
  </p:cSld>
  <p:clrMapOvr>
    <a:masterClrMapping/>
  </p:clrMapOvr>
  <p:hf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931"/>
        <p:cNvGrpSpPr/>
        <p:nvPr/>
      </p:nvGrpSpPr>
      <p:grpSpPr>
        <a:xfrm>
          <a:off x="0" y="0"/>
          <a:ext cx="0" cy="0"/>
          <a:chOff x="0" y="0"/>
          <a:chExt cx="0" cy="0"/>
        </a:xfrm>
      </p:grpSpPr>
      <p:grpSp>
        <p:nvGrpSpPr>
          <p:cNvPr id="932" name="Google Shape;932;p28"/>
          <p:cNvGrpSpPr/>
          <p:nvPr/>
        </p:nvGrpSpPr>
        <p:grpSpPr>
          <a:xfrm>
            <a:off x="10531893" y="731522"/>
            <a:ext cx="709127" cy="717849"/>
            <a:chOff x="418544" y="539491"/>
            <a:chExt cx="531845" cy="538387"/>
          </a:xfrm>
        </p:grpSpPr>
        <p:sp>
          <p:nvSpPr>
            <p:cNvPr id="933" name="Google Shape;933;p28"/>
            <p:cNvSpPr/>
            <p:nvPr/>
          </p:nvSpPr>
          <p:spPr>
            <a:xfrm>
              <a:off x="418544" y="904069"/>
              <a:ext cx="172516" cy="173808"/>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4" name="Google Shape;934;p28"/>
            <p:cNvSpPr/>
            <p:nvPr/>
          </p:nvSpPr>
          <p:spPr>
            <a:xfrm>
              <a:off x="839296" y="539491"/>
              <a:ext cx="26167" cy="86258"/>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5" name="Google Shape;935;p28"/>
            <p:cNvSpPr/>
            <p:nvPr/>
          </p:nvSpPr>
          <p:spPr>
            <a:xfrm>
              <a:off x="839296" y="644003"/>
              <a:ext cx="26167" cy="86297"/>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6" name="Google Shape;936;p28"/>
            <p:cNvSpPr/>
            <p:nvPr/>
          </p:nvSpPr>
          <p:spPr>
            <a:xfrm>
              <a:off x="870634" y="620500"/>
              <a:ext cx="79755" cy="26167"/>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37" name="Google Shape;937;p28"/>
            <p:cNvSpPr/>
            <p:nvPr/>
          </p:nvSpPr>
          <p:spPr>
            <a:xfrm>
              <a:off x="756955" y="622684"/>
              <a:ext cx="79755" cy="26167"/>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938" name="Google Shape;938;p28"/>
          <p:cNvSpPr txBox="1">
            <a:spLocks noGrp="1"/>
          </p:cNvSpPr>
          <p:nvPr>
            <p:ph type="title"/>
          </p:nvPr>
        </p:nvSpPr>
        <p:spPr>
          <a:xfrm>
            <a:off x="918800" y="609600"/>
            <a:ext cx="10322400" cy="853600"/>
          </a:xfrm>
          <a:prstGeom prst="rect">
            <a:avLst/>
          </a:prstGeom>
        </p:spPr>
        <p:txBody>
          <a:bodyPr spcFirstLastPara="1" wrap="square" lIns="0" tIns="0" rIns="0" bIns="0" anchor="t" anchorCtr="0">
            <a:noAutofit/>
          </a:bodyPr>
          <a:lstStyle>
            <a:lvl1pPr lvl="0" algn="ctr"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grpSp>
        <p:nvGrpSpPr>
          <p:cNvPr id="939" name="Google Shape;939;p28"/>
          <p:cNvGrpSpPr/>
          <p:nvPr/>
        </p:nvGrpSpPr>
        <p:grpSpPr>
          <a:xfrm>
            <a:off x="950967" y="5321701"/>
            <a:ext cx="2046700" cy="377967"/>
            <a:chOff x="689100" y="4315950"/>
            <a:chExt cx="1535025" cy="283475"/>
          </a:xfrm>
        </p:grpSpPr>
        <p:sp>
          <p:nvSpPr>
            <p:cNvPr id="940" name="Google Shape;940;p28"/>
            <p:cNvSpPr/>
            <p:nvPr/>
          </p:nvSpPr>
          <p:spPr>
            <a:xfrm>
              <a:off x="689100" y="431595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1" name="Google Shape;941;p28"/>
            <p:cNvSpPr/>
            <p:nvPr/>
          </p:nvSpPr>
          <p:spPr>
            <a:xfrm>
              <a:off x="689100" y="450060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80361950"/>
      </p:ext>
    </p:extLst>
  </p:cSld>
  <p:clrMapOvr>
    <a:masterClrMapping/>
  </p:clrMapOvr>
  <p:hf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942"/>
        <p:cNvGrpSpPr/>
        <p:nvPr/>
      </p:nvGrpSpPr>
      <p:grpSpPr>
        <a:xfrm>
          <a:off x="0" y="0"/>
          <a:ext cx="0" cy="0"/>
          <a:chOff x="0" y="0"/>
          <a:chExt cx="0" cy="0"/>
        </a:xfrm>
      </p:grpSpPr>
      <p:grpSp>
        <p:nvGrpSpPr>
          <p:cNvPr id="943" name="Google Shape;943;p29"/>
          <p:cNvGrpSpPr/>
          <p:nvPr/>
        </p:nvGrpSpPr>
        <p:grpSpPr>
          <a:xfrm>
            <a:off x="10531893" y="731522"/>
            <a:ext cx="709127" cy="717849"/>
            <a:chOff x="418544" y="539491"/>
            <a:chExt cx="531845" cy="538387"/>
          </a:xfrm>
        </p:grpSpPr>
        <p:sp>
          <p:nvSpPr>
            <p:cNvPr id="944" name="Google Shape;944;p29"/>
            <p:cNvSpPr/>
            <p:nvPr/>
          </p:nvSpPr>
          <p:spPr>
            <a:xfrm>
              <a:off x="418544" y="904069"/>
              <a:ext cx="172516" cy="173808"/>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5" name="Google Shape;945;p29"/>
            <p:cNvSpPr/>
            <p:nvPr/>
          </p:nvSpPr>
          <p:spPr>
            <a:xfrm>
              <a:off x="839296" y="539491"/>
              <a:ext cx="26167" cy="86258"/>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6" name="Google Shape;946;p29"/>
            <p:cNvSpPr/>
            <p:nvPr/>
          </p:nvSpPr>
          <p:spPr>
            <a:xfrm>
              <a:off x="839296" y="644003"/>
              <a:ext cx="26167" cy="86297"/>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7" name="Google Shape;947;p29"/>
            <p:cNvSpPr/>
            <p:nvPr/>
          </p:nvSpPr>
          <p:spPr>
            <a:xfrm>
              <a:off x="870634" y="620500"/>
              <a:ext cx="79755" cy="26167"/>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48" name="Google Shape;948;p29"/>
            <p:cNvSpPr/>
            <p:nvPr/>
          </p:nvSpPr>
          <p:spPr>
            <a:xfrm>
              <a:off x="756955" y="622684"/>
              <a:ext cx="79755" cy="26167"/>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949" name="Google Shape;949;p29"/>
          <p:cNvSpPr txBox="1">
            <a:spLocks noGrp="1"/>
          </p:cNvSpPr>
          <p:nvPr>
            <p:ph type="title"/>
          </p:nvPr>
        </p:nvSpPr>
        <p:spPr>
          <a:xfrm>
            <a:off x="918800" y="609600"/>
            <a:ext cx="10322400" cy="853600"/>
          </a:xfrm>
          <a:prstGeom prst="rect">
            <a:avLst/>
          </a:prstGeom>
        </p:spPr>
        <p:txBody>
          <a:bodyPr spcFirstLastPara="1" wrap="square" lIns="0" tIns="0" rIns="0" bIns="0" anchor="t" anchorCtr="0">
            <a:noAutofit/>
          </a:bodyPr>
          <a:lstStyle>
            <a:lvl1pPr lvl="0" algn="ctr"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grpSp>
        <p:nvGrpSpPr>
          <p:cNvPr id="950" name="Google Shape;950;p29"/>
          <p:cNvGrpSpPr/>
          <p:nvPr/>
        </p:nvGrpSpPr>
        <p:grpSpPr>
          <a:xfrm>
            <a:off x="-678299" y="6236485"/>
            <a:ext cx="2046700" cy="377967"/>
            <a:chOff x="689100" y="4315950"/>
            <a:chExt cx="1535025" cy="283475"/>
          </a:xfrm>
        </p:grpSpPr>
        <p:sp>
          <p:nvSpPr>
            <p:cNvPr id="951" name="Google Shape;951;p29"/>
            <p:cNvSpPr/>
            <p:nvPr/>
          </p:nvSpPr>
          <p:spPr>
            <a:xfrm>
              <a:off x="689100" y="431595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2" name="Google Shape;952;p29"/>
            <p:cNvSpPr/>
            <p:nvPr/>
          </p:nvSpPr>
          <p:spPr>
            <a:xfrm>
              <a:off x="689100" y="450060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1443694539"/>
      </p:ext>
    </p:extLst>
  </p:cSld>
  <p:clrMapOvr>
    <a:masterClrMapping/>
  </p:clrMapOvr>
  <p:hf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bg>
      <p:bgPr>
        <a:solidFill>
          <a:schemeClr val="accent1"/>
        </a:solidFill>
        <a:effectLst/>
      </p:bgPr>
    </p:bg>
    <p:spTree>
      <p:nvGrpSpPr>
        <p:cNvPr id="1" name="Shape 953"/>
        <p:cNvGrpSpPr/>
        <p:nvPr/>
      </p:nvGrpSpPr>
      <p:grpSpPr>
        <a:xfrm>
          <a:off x="0" y="0"/>
          <a:ext cx="0" cy="0"/>
          <a:chOff x="0" y="0"/>
          <a:chExt cx="0" cy="0"/>
        </a:xfrm>
      </p:grpSpPr>
      <p:grpSp>
        <p:nvGrpSpPr>
          <p:cNvPr id="954" name="Google Shape;954;p30"/>
          <p:cNvGrpSpPr/>
          <p:nvPr/>
        </p:nvGrpSpPr>
        <p:grpSpPr>
          <a:xfrm>
            <a:off x="10531893" y="731522"/>
            <a:ext cx="709127" cy="717849"/>
            <a:chOff x="418544" y="539491"/>
            <a:chExt cx="531845" cy="538387"/>
          </a:xfrm>
        </p:grpSpPr>
        <p:sp>
          <p:nvSpPr>
            <p:cNvPr id="955" name="Google Shape;955;p30"/>
            <p:cNvSpPr/>
            <p:nvPr/>
          </p:nvSpPr>
          <p:spPr>
            <a:xfrm>
              <a:off x="418544" y="904069"/>
              <a:ext cx="172516" cy="173808"/>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6" name="Google Shape;956;p30"/>
            <p:cNvSpPr/>
            <p:nvPr/>
          </p:nvSpPr>
          <p:spPr>
            <a:xfrm>
              <a:off x="839296" y="539491"/>
              <a:ext cx="26167" cy="86258"/>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7" name="Google Shape;957;p30"/>
            <p:cNvSpPr/>
            <p:nvPr/>
          </p:nvSpPr>
          <p:spPr>
            <a:xfrm>
              <a:off x="839296" y="644003"/>
              <a:ext cx="26167" cy="86297"/>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8" name="Google Shape;958;p30"/>
            <p:cNvSpPr/>
            <p:nvPr/>
          </p:nvSpPr>
          <p:spPr>
            <a:xfrm>
              <a:off x="870634" y="620500"/>
              <a:ext cx="79755" cy="26167"/>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59" name="Google Shape;959;p30"/>
            <p:cNvSpPr/>
            <p:nvPr/>
          </p:nvSpPr>
          <p:spPr>
            <a:xfrm>
              <a:off x="756955" y="622684"/>
              <a:ext cx="79755" cy="26167"/>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960" name="Google Shape;960;p30"/>
          <p:cNvSpPr txBox="1">
            <a:spLocks noGrp="1"/>
          </p:cNvSpPr>
          <p:nvPr>
            <p:ph type="title"/>
          </p:nvPr>
        </p:nvSpPr>
        <p:spPr>
          <a:xfrm>
            <a:off x="918800" y="609600"/>
            <a:ext cx="10322400" cy="853600"/>
          </a:xfrm>
          <a:prstGeom prst="rect">
            <a:avLst/>
          </a:prstGeom>
        </p:spPr>
        <p:txBody>
          <a:bodyPr spcFirstLastPara="1" wrap="square" lIns="0" tIns="0" rIns="0" bIns="0" anchor="t" anchorCtr="0">
            <a:noAutofit/>
          </a:bodyPr>
          <a:lstStyle>
            <a:lvl1pPr lvl="0" algn="ctr"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961" name="Google Shape;961;p30"/>
          <p:cNvSpPr txBox="1">
            <a:spLocks noGrp="1"/>
          </p:cNvSpPr>
          <p:nvPr>
            <p:ph type="subTitle" idx="1"/>
          </p:nvPr>
        </p:nvSpPr>
        <p:spPr>
          <a:xfrm>
            <a:off x="950967" y="1729300"/>
            <a:ext cx="4876800" cy="609600"/>
          </a:xfrm>
          <a:prstGeom prst="rect">
            <a:avLst/>
          </a:prstGeom>
        </p:spPr>
        <p:txBody>
          <a:bodyPr spcFirstLastPara="1" wrap="square" lIns="0" tIns="0" rIns="0" bIns="0" anchor="b" anchorCtr="0">
            <a:noAutofit/>
          </a:bodyPr>
          <a:lstStyle>
            <a:lvl1pPr lvl="0" rtl="0">
              <a:spcBef>
                <a:spcPts val="0"/>
              </a:spcBef>
              <a:spcAft>
                <a:spcPts val="0"/>
              </a:spcAft>
              <a:buSzPts val="1800"/>
              <a:buFont typeface="Alegreya Sans"/>
              <a:buNone/>
              <a:defRPr sz="2400">
                <a:latin typeface="Martel Heavy"/>
                <a:ea typeface="Martel Heavy"/>
                <a:cs typeface="Martel Heavy"/>
                <a:sym typeface="Martel Heavy"/>
              </a:defRPr>
            </a:lvl1pPr>
            <a:lvl2pPr lvl="1" rtl="0">
              <a:spcBef>
                <a:spcPts val="0"/>
              </a:spcBef>
              <a:spcAft>
                <a:spcPts val="0"/>
              </a:spcAft>
              <a:buClr>
                <a:schemeClr val="accent4"/>
              </a:buClr>
              <a:buSzPts val="1400"/>
              <a:buNone/>
              <a:defRPr>
                <a:solidFill>
                  <a:schemeClr val="accent4"/>
                </a:solidFill>
              </a:defRPr>
            </a:lvl2pPr>
            <a:lvl3pPr lvl="2" rtl="0">
              <a:spcBef>
                <a:spcPts val="0"/>
              </a:spcBef>
              <a:spcAft>
                <a:spcPts val="0"/>
              </a:spcAft>
              <a:buClr>
                <a:schemeClr val="accent4"/>
              </a:buClr>
              <a:buSzPts val="1400"/>
              <a:buNone/>
              <a:defRPr>
                <a:solidFill>
                  <a:schemeClr val="accent4"/>
                </a:solidFill>
              </a:defRPr>
            </a:lvl3pPr>
            <a:lvl4pPr lvl="3" rtl="0">
              <a:spcBef>
                <a:spcPts val="0"/>
              </a:spcBef>
              <a:spcAft>
                <a:spcPts val="0"/>
              </a:spcAft>
              <a:buClr>
                <a:schemeClr val="accent4"/>
              </a:buClr>
              <a:buSzPts val="1400"/>
              <a:buNone/>
              <a:defRPr>
                <a:solidFill>
                  <a:schemeClr val="accent4"/>
                </a:solidFill>
              </a:defRPr>
            </a:lvl4pPr>
            <a:lvl5pPr lvl="4" rtl="0">
              <a:spcBef>
                <a:spcPts val="0"/>
              </a:spcBef>
              <a:spcAft>
                <a:spcPts val="0"/>
              </a:spcAft>
              <a:buClr>
                <a:schemeClr val="accent4"/>
              </a:buClr>
              <a:buSzPts val="1400"/>
              <a:buNone/>
              <a:defRPr>
                <a:solidFill>
                  <a:schemeClr val="accent4"/>
                </a:solidFill>
              </a:defRPr>
            </a:lvl5pPr>
            <a:lvl6pPr lvl="5" rtl="0">
              <a:spcBef>
                <a:spcPts val="0"/>
              </a:spcBef>
              <a:spcAft>
                <a:spcPts val="0"/>
              </a:spcAft>
              <a:buClr>
                <a:schemeClr val="accent4"/>
              </a:buClr>
              <a:buSzPts val="1400"/>
              <a:buNone/>
              <a:defRPr>
                <a:solidFill>
                  <a:schemeClr val="accent4"/>
                </a:solidFill>
              </a:defRPr>
            </a:lvl6pPr>
            <a:lvl7pPr lvl="6" rtl="0">
              <a:spcBef>
                <a:spcPts val="0"/>
              </a:spcBef>
              <a:spcAft>
                <a:spcPts val="0"/>
              </a:spcAft>
              <a:buClr>
                <a:schemeClr val="accent4"/>
              </a:buClr>
              <a:buSzPts val="1400"/>
              <a:buNone/>
              <a:defRPr>
                <a:solidFill>
                  <a:schemeClr val="accent4"/>
                </a:solidFill>
              </a:defRPr>
            </a:lvl7pPr>
            <a:lvl8pPr lvl="7" rtl="0">
              <a:spcBef>
                <a:spcPts val="0"/>
              </a:spcBef>
              <a:spcAft>
                <a:spcPts val="0"/>
              </a:spcAft>
              <a:buClr>
                <a:schemeClr val="accent4"/>
              </a:buClr>
              <a:buSzPts val="1400"/>
              <a:buNone/>
              <a:defRPr>
                <a:solidFill>
                  <a:schemeClr val="accent4"/>
                </a:solidFill>
              </a:defRPr>
            </a:lvl8pPr>
            <a:lvl9pPr lvl="8" rtl="0">
              <a:spcBef>
                <a:spcPts val="0"/>
              </a:spcBef>
              <a:spcAft>
                <a:spcPts val="0"/>
              </a:spcAft>
              <a:buClr>
                <a:schemeClr val="accent4"/>
              </a:buClr>
              <a:buSzPts val="1400"/>
              <a:buNone/>
              <a:defRPr>
                <a:solidFill>
                  <a:schemeClr val="accent4"/>
                </a:solidFill>
              </a:defRPr>
            </a:lvl9pPr>
          </a:lstStyle>
          <a:p>
            <a:r>
              <a:rPr lang="en-US"/>
              <a:t>Click to edit Master subtitle style</a:t>
            </a:r>
            <a:endParaRPr/>
          </a:p>
        </p:txBody>
      </p:sp>
      <p:sp>
        <p:nvSpPr>
          <p:cNvPr id="962" name="Google Shape;962;p30"/>
          <p:cNvSpPr txBox="1">
            <a:spLocks noGrp="1"/>
          </p:cNvSpPr>
          <p:nvPr>
            <p:ph type="subTitle" idx="2"/>
          </p:nvPr>
        </p:nvSpPr>
        <p:spPr>
          <a:xfrm>
            <a:off x="950967" y="2438400"/>
            <a:ext cx="4876800" cy="35688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Char char="●"/>
              <a:defRPr>
                <a:solidFill>
                  <a:schemeClr val="accent4"/>
                </a:solidFill>
              </a:defRPr>
            </a:lvl1pPr>
            <a:lvl2pPr lvl="1" rtl="0">
              <a:spcBef>
                <a:spcPts val="0"/>
              </a:spcBef>
              <a:spcAft>
                <a:spcPts val="0"/>
              </a:spcAft>
              <a:buSzPts val="1400"/>
              <a:buFont typeface="Lato"/>
              <a:buChar char="○"/>
              <a:defRPr>
                <a:latin typeface="Lato"/>
                <a:ea typeface="Lato"/>
                <a:cs typeface="Lato"/>
                <a:sym typeface="Lato"/>
              </a:defRPr>
            </a:lvl2pPr>
            <a:lvl3pPr lvl="2" rtl="0">
              <a:spcBef>
                <a:spcPts val="0"/>
              </a:spcBef>
              <a:spcAft>
                <a:spcPts val="0"/>
              </a:spcAft>
              <a:buSzPts val="1400"/>
              <a:buFont typeface="Lato"/>
              <a:buChar char="■"/>
              <a:defRPr>
                <a:latin typeface="Lato"/>
                <a:ea typeface="Lato"/>
                <a:cs typeface="Lato"/>
                <a:sym typeface="Lato"/>
              </a:defRPr>
            </a:lvl3pPr>
            <a:lvl4pPr lvl="3" rtl="0">
              <a:spcBef>
                <a:spcPts val="0"/>
              </a:spcBef>
              <a:spcAft>
                <a:spcPts val="0"/>
              </a:spcAft>
              <a:buSzPts val="1400"/>
              <a:buFont typeface="Lato"/>
              <a:buChar char="●"/>
              <a:defRPr>
                <a:latin typeface="Lato"/>
                <a:ea typeface="Lato"/>
                <a:cs typeface="Lato"/>
                <a:sym typeface="Lato"/>
              </a:defRPr>
            </a:lvl4pPr>
            <a:lvl5pPr lvl="4" rtl="0">
              <a:spcBef>
                <a:spcPts val="0"/>
              </a:spcBef>
              <a:spcAft>
                <a:spcPts val="0"/>
              </a:spcAft>
              <a:buSzPts val="1400"/>
              <a:buFont typeface="Lato"/>
              <a:buChar char="○"/>
              <a:defRPr>
                <a:latin typeface="Lato"/>
                <a:ea typeface="Lato"/>
                <a:cs typeface="Lato"/>
                <a:sym typeface="Lato"/>
              </a:defRPr>
            </a:lvl5pPr>
            <a:lvl6pPr lvl="5" rtl="0">
              <a:spcBef>
                <a:spcPts val="0"/>
              </a:spcBef>
              <a:spcAft>
                <a:spcPts val="0"/>
              </a:spcAft>
              <a:buSzPts val="1400"/>
              <a:buFont typeface="Lato"/>
              <a:buChar char="■"/>
              <a:defRPr>
                <a:latin typeface="Lato"/>
                <a:ea typeface="Lato"/>
                <a:cs typeface="Lato"/>
                <a:sym typeface="Lato"/>
              </a:defRPr>
            </a:lvl6pPr>
            <a:lvl7pPr lvl="6" rtl="0">
              <a:spcBef>
                <a:spcPts val="0"/>
              </a:spcBef>
              <a:spcAft>
                <a:spcPts val="0"/>
              </a:spcAft>
              <a:buSzPts val="1400"/>
              <a:buFont typeface="Lato"/>
              <a:buChar char="●"/>
              <a:defRPr>
                <a:latin typeface="Lato"/>
                <a:ea typeface="Lato"/>
                <a:cs typeface="Lato"/>
                <a:sym typeface="Lato"/>
              </a:defRPr>
            </a:lvl7pPr>
            <a:lvl8pPr lvl="7" rtl="0">
              <a:spcBef>
                <a:spcPts val="0"/>
              </a:spcBef>
              <a:spcAft>
                <a:spcPts val="0"/>
              </a:spcAft>
              <a:buSzPts val="1400"/>
              <a:buFont typeface="Lato"/>
              <a:buChar char="○"/>
              <a:defRPr>
                <a:latin typeface="Lato"/>
                <a:ea typeface="Lato"/>
                <a:cs typeface="Lato"/>
                <a:sym typeface="Lato"/>
              </a:defRPr>
            </a:lvl8pPr>
            <a:lvl9pPr lvl="8" rtl="0">
              <a:spcBef>
                <a:spcPts val="0"/>
              </a:spcBef>
              <a:spcAft>
                <a:spcPts val="0"/>
              </a:spcAft>
              <a:buSzPts val="1400"/>
              <a:buFont typeface="Lato"/>
              <a:buChar char="■"/>
              <a:defRPr>
                <a:latin typeface="Lato"/>
                <a:ea typeface="Lato"/>
                <a:cs typeface="Lato"/>
                <a:sym typeface="Lato"/>
              </a:defRPr>
            </a:lvl9pPr>
          </a:lstStyle>
          <a:p>
            <a:r>
              <a:rPr lang="en-US"/>
              <a:t>Click to edit Master subtitle style</a:t>
            </a:r>
            <a:endParaRPr/>
          </a:p>
        </p:txBody>
      </p:sp>
      <p:sp>
        <p:nvSpPr>
          <p:cNvPr id="963" name="Google Shape;963;p30"/>
          <p:cNvSpPr txBox="1">
            <a:spLocks noGrp="1"/>
          </p:cNvSpPr>
          <p:nvPr>
            <p:ph type="subTitle" idx="3"/>
          </p:nvPr>
        </p:nvSpPr>
        <p:spPr>
          <a:xfrm>
            <a:off x="6335767" y="1729300"/>
            <a:ext cx="4876800" cy="609600"/>
          </a:xfrm>
          <a:prstGeom prst="rect">
            <a:avLst/>
          </a:prstGeom>
        </p:spPr>
        <p:txBody>
          <a:bodyPr spcFirstLastPara="1" wrap="square" lIns="0" tIns="0" rIns="0" bIns="0" anchor="b" anchorCtr="0">
            <a:noAutofit/>
          </a:bodyPr>
          <a:lstStyle>
            <a:lvl1pPr lvl="0" rtl="0">
              <a:spcBef>
                <a:spcPts val="0"/>
              </a:spcBef>
              <a:spcAft>
                <a:spcPts val="0"/>
              </a:spcAft>
              <a:buSzPts val="1800"/>
              <a:buFont typeface="Alegreya Sans"/>
              <a:buNone/>
              <a:defRPr sz="2400">
                <a:latin typeface="Martel Heavy"/>
                <a:ea typeface="Martel Heavy"/>
                <a:cs typeface="Martel Heavy"/>
                <a:sym typeface="Martel Heavy"/>
              </a:defRPr>
            </a:lvl1pPr>
            <a:lvl2pPr lvl="1" rtl="0">
              <a:spcBef>
                <a:spcPts val="0"/>
              </a:spcBef>
              <a:spcAft>
                <a:spcPts val="0"/>
              </a:spcAft>
              <a:buClr>
                <a:schemeClr val="accent4"/>
              </a:buClr>
              <a:buSzPts val="1400"/>
              <a:buNone/>
              <a:defRPr>
                <a:solidFill>
                  <a:schemeClr val="accent4"/>
                </a:solidFill>
              </a:defRPr>
            </a:lvl2pPr>
            <a:lvl3pPr lvl="2" rtl="0">
              <a:spcBef>
                <a:spcPts val="0"/>
              </a:spcBef>
              <a:spcAft>
                <a:spcPts val="0"/>
              </a:spcAft>
              <a:buClr>
                <a:schemeClr val="accent4"/>
              </a:buClr>
              <a:buSzPts val="1400"/>
              <a:buNone/>
              <a:defRPr>
                <a:solidFill>
                  <a:schemeClr val="accent4"/>
                </a:solidFill>
              </a:defRPr>
            </a:lvl3pPr>
            <a:lvl4pPr lvl="3" rtl="0">
              <a:spcBef>
                <a:spcPts val="0"/>
              </a:spcBef>
              <a:spcAft>
                <a:spcPts val="0"/>
              </a:spcAft>
              <a:buClr>
                <a:schemeClr val="accent4"/>
              </a:buClr>
              <a:buSzPts val="1400"/>
              <a:buNone/>
              <a:defRPr>
                <a:solidFill>
                  <a:schemeClr val="accent4"/>
                </a:solidFill>
              </a:defRPr>
            </a:lvl4pPr>
            <a:lvl5pPr lvl="4" rtl="0">
              <a:spcBef>
                <a:spcPts val="0"/>
              </a:spcBef>
              <a:spcAft>
                <a:spcPts val="0"/>
              </a:spcAft>
              <a:buClr>
                <a:schemeClr val="accent4"/>
              </a:buClr>
              <a:buSzPts val="1400"/>
              <a:buNone/>
              <a:defRPr>
                <a:solidFill>
                  <a:schemeClr val="accent4"/>
                </a:solidFill>
              </a:defRPr>
            </a:lvl5pPr>
            <a:lvl6pPr lvl="5" rtl="0">
              <a:spcBef>
                <a:spcPts val="0"/>
              </a:spcBef>
              <a:spcAft>
                <a:spcPts val="0"/>
              </a:spcAft>
              <a:buClr>
                <a:schemeClr val="accent4"/>
              </a:buClr>
              <a:buSzPts val="1400"/>
              <a:buNone/>
              <a:defRPr>
                <a:solidFill>
                  <a:schemeClr val="accent4"/>
                </a:solidFill>
              </a:defRPr>
            </a:lvl6pPr>
            <a:lvl7pPr lvl="6" rtl="0">
              <a:spcBef>
                <a:spcPts val="0"/>
              </a:spcBef>
              <a:spcAft>
                <a:spcPts val="0"/>
              </a:spcAft>
              <a:buClr>
                <a:schemeClr val="accent4"/>
              </a:buClr>
              <a:buSzPts val="1400"/>
              <a:buNone/>
              <a:defRPr>
                <a:solidFill>
                  <a:schemeClr val="accent4"/>
                </a:solidFill>
              </a:defRPr>
            </a:lvl7pPr>
            <a:lvl8pPr lvl="7" rtl="0">
              <a:spcBef>
                <a:spcPts val="0"/>
              </a:spcBef>
              <a:spcAft>
                <a:spcPts val="0"/>
              </a:spcAft>
              <a:buClr>
                <a:schemeClr val="accent4"/>
              </a:buClr>
              <a:buSzPts val="1400"/>
              <a:buNone/>
              <a:defRPr>
                <a:solidFill>
                  <a:schemeClr val="accent4"/>
                </a:solidFill>
              </a:defRPr>
            </a:lvl8pPr>
            <a:lvl9pPr lvl="8" rtl="0">
              <a:spcBef>
                <a:spcPts val="0"/>
              </a:spcBef>
              <a:spcAft>
                <a:spcPts val="0"/>
              </a:spcAft>
              <a:buClr>
                <a:schemeClr val="accent4"/>
              </a:buClr>
              <a:buSzPts val="1400"/>
              <a:buNone/>
              <a:defRPr>
                <a:solidFill>
                  <a:schemeClr val="accent4"/>
                </a:solidFill>
              </a:defRPr>
            </a:lvl9pPr>
          </a:lstStyle>
          <a:p>
            <a:r>
              <a:rPr lang="en-US"/>
              <a:t>Click to edit Master subtitle style</a:t>
            </a:r>
            <a:endParaRPr/>
          </a:p>
        </p:txBody>
      </p:sp>
      <p:sp>
        <p:nvSpPr>
          <p:cNvPr id="964" name="Google Shape;964;p30"/>
          <p:cNvSpPr txBox="1">
            <a:spLocks noGrp="1"/>
          </p:cNvSpPr>
          <p:nvPr>
            <p:ph type="subTitle" idx="4"/>
          </p:nvPr>
        </p:nvSpPr>
        <p:spPr>
          <a:xfrm>
            <a:off x="6345767" y="2438400"/>
            <a:ext cx="4876800" cy="40036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Char char="●"/>
              <a:defRPr>
                <a:solidFill>
                  <a:schemeClr val="accent4"/>
                </a:solidFill>
              </a:defRPr>
            </a:lvl1pPr>
            <a:lvl2pPr lvl="1" rtl="0">
              <a:spcBef>
                <a:spcPts val="0"/>
              </a:spcBef>
              <a:spcAft>
                <a:spcPts val="0"/>
              </a:spcAft>
              <a:buSzPts val="1400"/>
              <a:buFont typeface="Lato"/>
              <a:buChar char="○"/>
              <a:defRPr>
                <a:latin typeface="Lato"/>
                <a:ea typeface="Lato"/>
                <a:cs typeface="Lato"/>
                <a:sym typeface="Lato"/>
              </a:defRPr>
            </a:lvl2pPr>
            <a:lvl3pPr lvl="2" rtl="0">
              <a:spcBef>
                <a:spcPts val="0"/>
              </a:spcBef>
              <a:spcAft>
                <a:spcPts val="0"/>
              </a:spcAft>
              <a:buSzPts val="1400"/>
              <a:buFont typeface="Lato"/>
              <a:buChar char="■"/>
              <a:defRPr>
                <a:latin typeface="Lato"/>
                <a:ea typeface="Lato"/>
                <a:cs typeface="Lato"/>
                <a:sym typeface="Lato"/>
              </a:defRPr>
            </a:lvl3pPr>
            <a:lvl4pPr lvl="3" rtl="0">
              <a:spcBef>
                <a:spcPts val="0"/>
              </a:spcBef>
              <a:spcAft>
                <a:spcPts val="0"/>
              </a:spcAft>
              <a:buSzPts val="1400"/>
              <a:buFont typeface="Lato"/>
              <a:buChar char="●"/>
              <a:defRPr>
                <a:latin typeface="Lato"/>
                <a:ea typeface="Lato"/>
                <a:cs typeface="Lato"/>
                <a:sym typeface="Lato"/>
              </a:defRPr>
            </a:lvl4pPr>
            <a:lvl5pPr lvl="4" rtl="0">
              <a:spcBef>
                <a:spcPts val="0"/>
              </a:spcBef>
              <a:spcAft>
                <a:spcPts val="0"/>
              </a:spcAft>
              <a:buSzPts val="1400"/>
              <a:buFont typeface="Lato"/>
              <a:buChar char="○"/>
              <a:defRPr>
                <a:latin typeface="Lato"/>
                <a:ea typeface="Lato"/>
                <a:cs typeface="Lato"/>
                <a:sym typeface="Lato"/>
              </a:defRPr>
            </a:lvl5pPr>
            <a:lvl6pPr lvl="5" rtl="0">
              <a:spcBef>
                <a:spcPts val="0"/>
              </a:spcBef>
              <a:spcAft>
                <a:spcPts val="0"/>
              </a:spcAft>
              <a:buSzPts val="1400"/>
              <a:buFont typeface="Lato"/>
              <a:buChar char="■"/>
              <a:defRPr>
                <a:latin typeface="Lato"/>
                <a:ea typeface="Lato"/>
                <a:cs typeface="Lato"/>
                <a:sym typeface="Lato"/>
              </a:defRPr>
            </a:lvl6pPr>
            <a:lvl7pPr lvl="6" rtl="0">
              <a:spcBef>
                <a:spcPts val="0"/>
              </a:spcBef>
              <a:spcAft>
                <a:spcPts val="0"/>
              </a:spcAft>
              <a:buSzPts val="1400"/>
              <a:buFont typeface="Lato"/>
              <a:buChar char="●"/>
              <a:defRPr>
                <a:latin typeface="Lato"/>
                <a:ea typeface="Lato"/>
                <a:cs typeface="Lato"/>
                <a:sym typeface="Lato"/>
              </a:defRPr>
            </a:lvl7pPr>
            <a:lvl8pPr lvl="7" rtl="0">
              <a:spcBef>
                <a:spcPts val="0"/>
              </a:spcBef>
              <a:spcAft>
                <a:spcPts val="0"/>
              </a:spcAft>
              <a:buSzPts val="1400"/>
              <a:buFont typeface="Lato"/>
              <a:buChar char="○"/>
              <a:defRPr>
                <a:latin typeface="Lato"/>
                <a:ea typeface="Lato"/>
                <a:cs typeface="Lato"/>
                <a:sym typeface="Lato"/>
              </a:defRPr>
            </a:lvl8pPr>
            <a:lvl9pPr lvl="8" rtl="0">
              <a:spcBef>
                <a:spcPts val="0"/>
              </a:spcBef>
              <a:spcAft>
                <a:spcPts val="0"/>
              </a:spcAft>
              <a:buSzPts val="1400"/>
              <a:buFont typeface="Lato"/>
              <a:buChar char="■"/>
              <a:defRPr>
                <a:latin typeface="Lato"/>
                <a:ea typeface="Lato"/>
                <a:cs typeface="Lato"/>
                <a:sym typeface="Lato"/>
              </a:defRPr>
            </a:lvl9pPr>
          </a:lstStyle>
          <a:p>
            <a:r>
              <a:rPr lang="en-US"/>
              <a:t>Click to edit Master subtitle style</a:t>
            </a:r>
            <a:endParaRPr/>
          </a:p>
        </p:txBody>
      </p:sp>
      <p:grpSp>
        <p:nvGrpSpPr>
          <p:cNvPr id="965" name="Google Shape;965;p30"/>
          <p:cNvGrpSpPr/>
          <p:nvPr/>
        </p:nvGrpSpPr>
        <p:grpSpPr>
          <a:xfrm>
            <a:off x="9175867" y="5795834"/>
            <a:ext cx="2046700" cy="377967"/>
            <a:chOff x="689100" y="4315950"/>
            <a:chExt cx="1535025" cy="283475"/>
          </a:xfrm>
        </p:grpSpPr>
        <p:sp>
          <p:nvSpPr>
            <p:cNvPr id="966" name="Google Shape;966;p30"/>
            <p:cNvSpPr/>
            <p:nvPr/>
          </p:nvSpPr>
          <p:spPr>
            <a:xfrm>
              <a:off x="689100" y="431595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79"/>
                    <a:pt x="60245" y="3466"/>
                    <a:pt x="61400" y="3466"/>
                  </a:cubicBezTo>
                </a:path>
              </a:pathLst>
            </a:custGeom>
            <a:noFill/>
            <a:ln w="79800"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67" name="Google Shape;967;p30"/>
            <p:cNvSpPr/>
            <p:nvPr/>
          </p:nvSpPr>
          <p:spPr>
            <a:xfrm>
              <a:off x="689100" y="4500600"/>
              <a:ext cx="1535025" cy="98825"/>
            </a:xfrm>
            <a:custGeom>
              <a:avLst/>
              <a:gdLst/>
              <a:ahLst/>
              <a:cxnLst/>
              <a:rect l="l" t="t" r="r" b="b"/>
              <a:pathLst>
                <a:path w="61401" h="3953" fill="none" extrusionOk="0">
                  <a:moveTo>
                    <a:pt x="1" y="1976"/>
                  </a:moveTo>
                  <a:lnTo>
                    <a:pt x="1" y="1976"/>
                  </a:lnTo>
                  <a:cubicBezTo>
                    <a:pt x="1733" y="1"/>
                    <a:pt x="4803" y="1"/>
                    <a:pt x="6506" y="1976"/>
                  </a:cubicBezTo>
                  <a:lnTo>
                    <a:pt x="6506" y="1976"/>
                  </a:lnTo>
                  <a:cubicBezTo>
                    <a:pt x="8208" y="3952"/>
                    <a:pt x="11308" y="3952"/>
                    <a:pt x="12980" y="1976"/>
                  </a:cubicBezTo>
                  <a:lnTo>
                    <a:pt x="12980" y="1976"/>
                  </a:lnTo>
                  <a:cubicBezTo>
                    <a:pt x="14682" y="1"/>
                    <a:pt x="17752" y="1"/>
                    <a:pt x="19424" y="1976"/>
                  </a:cubicBezTo>
                  <a:lnTo>
                    <a:pt x="19424" y="1976"/>
                  </a:lnTo>
                  <a:cubicBezTo>
                    <a:pt x="21126" y="3952"/>
                    <a:pt x="24226" y="3952"/>
                    <a:pt x="25898" y="1976"/>
                  </a:cubicBezTo>
                  <a:lnTo>
                    <a:pt x="25898" y="1976"/>
                  </a:lnTo>
                  <a:cubicBezTo>
                    <a:pt x="27600" y="1"/>
                    <a:pt x="30670" y="1"/>
                    <a:pt x="32342" y="1976"/>
                  </a:cubicBezTo>
                  <a:lnTo>
                    <a:pt x="32342" y="1976"/>
                  </a:lnTo>
                  <a:cubicBezTo>
                    <a:pt x="34044" y="3952"/>
                    <a:pt x="37144" y="3952"/>
                    <a:pt x="38816" y="1976"/>
                  </a:cubicBezTo>
                  <a:lnTo>
                    <a:pt x="38816" y="1976"/>
                  </a:lnTo>
                  <a:cubicBezTo>
                    <a:pt x="40518" y="1"/>
                    <a:pt x="43588" y="1"/>
                    <a:pt x="45260" y="1976"/>
                  </a:cubicBezTo>
                  <a:lnTo>
                    <a:pt x="45260" y="1976"/>
                  </a:lnTo>
                  <a:cubicBezTo>
                    <a:pt x="46962" y="3952"/>
                    <a:pt x="50063" y="3952"/>
                    <a:pt x="51734" y="1976"/>
                  </a:cubicBezTo>
                  <a:lnTo>
                    <a:pt x="51734" y="1976"/>
                  </a:lnTo>
                  <a:cubicBezTo>
                    <a:pt x="53437" y="1"/>
                    <a:pt x="56506" y="1"/>
                    <a:pt x="58178" y="1976"/>
                  </a:cubicBezTo>
                  <a:lnTo>
                    <a:pt x="58178" y="1976"/>
                  </a:lnTo>
                  <a:cubicBezTo>
                    <a:pt x="59029" y="2949"/>
                    <a:pt x="60245" y="3466"/>
                    <a:pt x="61400" y="3466"/>
                  </a:cubicBezTo>
                </a:path>
              </a:pathLst>
            </a:custGeom>
            <a:noFill/>
            <a:ln w="79800" cap="flat" cmpd="sng">
              <a:solidFill>
                <a:schemeClr val="accent5"/>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2735718895"/>
      </p:ext>
    </p:extLst>
  </p:cSld>
  <p:clrMapOvr>
    <a:masterClrMapping/>
  </p:clrMapOvr>
  <p:hf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Title and text 1">
  <p:cSld name="Title and text 1">
    <p:bg>
      <p:bgPr>
        <a:solidFill>
          <a:schemeClr val="accent1"/>
        </a:solidFill>
        <a:effectLst/>
      </p:bgPr>
    </p:bg>
    <p:spTree>
      <p:nvGrpSpPr>
        <p:cNvPr id="1" name="Shape 968"/>
        <p:cNvGrpSpPr/>
        <p:nvPr/>
      </p:nvGrpSpPr>
      <p:grpSpPr>
        <a:xfrm>
          <a:off x="0" y="0"/>
          <a:ext cx="0" cy="0"/>
          <a:chOff x="0" y="0"/>
          <a:chExt cx="0" cy="0"/>
        </a:xfrm>
      </p:grpSpPr>
      <p:sp>
        <p:nvSpPr>
          <p:cNvPr id="969" name="Google Shape;969;p31"/>
          <p:cNvSpPr txBox="1">
            <a:spLocks noGrp="1"/>
          </p:cNvSpPr>
          <p:nvPr>
            <p:ph type="title"/>
          </p:nvPr>
        </p:nvSpPr>
        <p:spPr>
          <a:xfrm>
            <a:off x="918800" y="609600"/>
            <a:ext cx="10322400" cy="853600"/>
          </a:xfrm>
          <a:prstGeom prst="rect">
            <a:avLst/>
          </a:prstGeom>
        </p:spPr>
        <p:txBody>
          <a:bodyPr spcFirstLastPara="1" wrap="square" lIns="0" tIns="0" rIns="0" bIns="0" anchor="t" anchorCtr="0">
            <a:noAutofit/>
          </a:bodyPr>
          <a:lstStyle>
            <a:lvl1pPr lvl="0" algn="ctr"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970" name="Google Shape;970;p31"/>
          <p:cNvSpPr txBox="1">
            <a:spLocks noGrp="1"/>
          </p:cNvSpPr>
          <p:nvPr>
            <p:ph type="subTitle" idx="1"/>
          </p:nvPr>
        </p:nvSpPr>
        <p:spPr>
          <a:xfrm>
            <a:off x="950967" y="1729300"/>
            <a:ext cx="4876800" cy="609600"/>
          </a:xfrm>
          <a:prstGeom prst="rect">
            <a:avLst/>
          </a:prstGeom>
        </p:spPr>
        <p:txBody>
          <a:bodyPr spcFirstLastPara="1" wrap="square" lIns="0" tIns="0" rIns="0" bIns="0" anchor="b" anchorCtr="0">
            <a:noAutofit/>
          </a:bodyPr>
          <a:lstStyle>
            <a:lvl1pPr lvl="0" rtl="0">
              <a:spcBef>
                <a:spcPts val="0"/>
              </a:spcBef>
              <a:spcAft>
                <a:spcPts val="0"/>
              </a:spcAft>
              <a:buSzPts val="1800"/>
              <a:buFont typeface="Alegreya Sans"/>
              <a:buNone/>
              <a:defRPr sz="2400">
                <a:latin typeface="Martel Heavy"/>
                <a:ea typeface="Martel Heavy"/>
                <a:cs typeface="Martel Heavy"/>
                <a:sym typeface="Martel Heavy"/>
              </a:defRPr>
            </a:lvl1pPr>
            <a:lvl2pPr lvl="1" rtl="0">
              <a:spcBef>
                <a:spcPts val="0"/>
              </a:spcBef>
              <a:spcAft>
                <a:spcPts val="0"/>
              </a:spcAft>
              <a:buClr>
                <a:schemeClr val="accent4"/>
              </a:buClr>
              <a:buSzPts val="1400"/>
              <a:buNone/>
              <a:defRPr>
                <a:solidFill>
                  <a:schemeClr val="accent4"/>
                </a:solidFill>
              </a:defRPr>
            </a:lvl2pPr>
            <a:lvl3pPr lvl="2" rtl="0">
              <a:spcBef>
                <a:spcPts val="0"/>
              </a:spcBef>
              <a:spcAft>
                <a:spcPts val="0"/>
              </a:spcAft>
              <a:buClr>
                <a:schemeClr val="accent4"/>
              </a:buClr>
              <a:buSzPts val="1400"/>
              <a:buNone/>
              <a:defRPr>
                <a:solidFill>
                  <a:schemeClr val="accent4"/>
                </a:solidFill>
              </a:defRPr>
            </a:lvl3pPr>
            <a:lvl4pPr lvl="3" rtl="0">
              <a:spcBef>
                <a:spcPts val="0"/>
              </a:spcBef>
              <a:spcAft>
                <a:spcPts val="0"/>
              </a:spcAft>
              <a:buClr>
                <a:schemeClr val="accent4"/>
              </a:buClr>
              <a:buSzPts val="1400"/>
              <a:buNone/>
              <a:defRPr>
                <a:solidFill>
                  <a:schemeClr val="accent4"/>
                </a:solidFill>
              </a:defRPr>
            </a:lvl4pPr>
            <a:lvl5pPr lvl="4" rtl="0">
              <a:spcBef>
                <a:spcPts val="0"/>
              </a:spcBef>
              <a:spcAft>
                <a:spcPts val="0"/>
              </a:spcAft>
              <a:buClr>
                <a:schemeClr val="accent4"/>
              </a:buClr>
              <a:buSzPts val="1400"/>
              <a:buNone/>
              <a:defRPr>
                <a:solidFill>
                  <a:schemeClr val="accent4"/>
                </a:solidFill>
              </a:defRPr>
            </a:lvl5pPr>
            <a:lvl6pPr lvl="5" rtl="0">
              <a:spcBef>
                <a:spcPts val="0"/>
              </a:spcBef>
              <a:spcAft>
                <a:spcPts val="0"/>
              </a:spcAft>
              <a:buClr>
                <a:schemeClr val="accent4"/>
              </a:buClr>
              <a:buSzPts val="1400"/>
              <a:buNone/>
              <a:defRPr>
                <a:solidFill>
                  <a:schemeClr val="accent4"/>
                </a:solidFill>
              </a:defRPr>
            </a:lvl6pPr>
            <a:lvl7pPr lvl="6" rtl="0">
              <a:spcBef>
                <a:spcPts val="0"/>
              </a:spcBef>
              <a:spcAft>
                <a:spcPts val="0"/>
              </a:spcAft>
              <a:buClr>
                <a:schemeClr val="accent4"/>
              </a:buClr>
              <a:buSzPts val="1400"/>
              <a:buNone/>
              <a:defRPr>
                <a:solidFill>
                  <a:schemeClr val="accent4"/>
                </a:solidFill>
              </a:defRPr>
            </a:lvl7pPr>
            <a:lvl8pPr lvl="7" rtl="0">
              <a:spcBef>
                <a:spcPts val="0"/>
              </a:spcBef>
              <a:spcAft>
                <a:spcPts val="0"/>
              </a:spcAft>
              <a:buClr>
                <a:schemeClr val="accent4"/>
              </a:buClr>
              <a:buSzPts val="1400"/>
              <a:buNone/>
              <a:defRPr>
                <a:solidFill>
                  <a:schemeClr val="accent4"/>
                </a:solidFill>
              </a:defRPr>
            </a:lvl8pPr>
            <a:lvl9pPr lvl="8" rtl="0">
              <a:spcBef>
                <a:spcPts val="0"/>
              </a:spcBef>
              <a:spcAft>
                <a:spcPts val="0"/>
              </a:spcAft>
              <a:buClr>
                <a:schemeClr val="accent4"/>
              </a:buClr>
              <a:buSzPts val="1400"/>
              <a:buNone/>
              <a:defRPr>
                <a:solidFill>
                  <a:schemeClr val="accent4"/>
                </a:solidFill>
              </a:defRPr>
            </a:lvl9pPr>
          </a:lstStyle>
          <a:p>
            <a:r>
              <a:rPr lang="en-US"/>
              <a:t>Click to edit Master subtitle style</a:t>
            </a:r>
            <a:endParaRPr/>
          </a:p>
        </p:txBody>
      </p:sp>
      <p:sp>
        <p:nvSpPr>
          <p:cNvPr id="971" name="Google Shape;971;p31"/>
          <p:cNvSpPr txBox="1">
            <a:spLocks noGrp="1"/>
          </p:cNvSpPr>
          <p:nvPr>
            <p:ph type="subTitle" idx="2"/>
          </p:nvPr>
        </p:nvSpPr>
        <p:spPr>
          <a:xfrm>
            <a:off x="960967" y="2438400"/>
            <a:ext cx="4876800" cy="40036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Char char="●"/>
              <a:defRPr>
                <a:solidFill>
                  <a:schemeClr val="accent4"/>
                </a:solidFill>
              </a:defRPr>
            </a:lvl1pPr>
            <a:lvl2pPr lvl="1" rtl="0">
              <a:spcBef>
                <a:spcPts val="0"/>
              </a:spcBef>
              <a:spcAft>
                <a:spcPts val="0"/>
              </a:spcAft>
              <a:buSzPts val="1400"/>
              <a:buFont typeface="Lato"/>
              <a:buChar char="○"/>
              <a:defRPr>
                <a:latin typeface="Lato"/>
                <a:ea typeface="Lato"/>
                <a:cs typeface="Lato"/>
                <a:sym typeface="Lato"/>
              </a:defRPr>
            </a:lvl2pPr>
            <a:lvl3pPr lvl="2" rtl="0">
              <a:spcBef>
                <a:spcPts val="0"/>
              </a:spcBef>
              <a:spcAft>
                <a:spcPts val="0"/>
              </a:spcAft>
              <a:buSzPts val="1400"/>
              <a:buFont typeface="Lato"/>
              <a:buChar char="■"/>
              <a:defRPr>
                <a:latin typeface="Lato"/>
                <a:ea typeface="Lato"/>
                <a:cs typeface="Lato"/>
                <a:sym typeface="Lato"/>
              </a:defRPr>
            </a:lvl3pPr>
            <a:lvl4pPr lvl="3" rtl="0">
              <a:spcBef>
                <a:spcPts val="0"/>
              </a:spcBef>
              <a:spcAft>
                <a:spcPts val="0"/>
              </a:spcAft>
              <a:buSzPts val="1400"/>
              <a:buFont typeface="Lato"/>
              <a:buChar char="●"/>
              <a:defRPr>
                <a:latin typeface="Lato"/>
                <a:ea typeface="Lato"/>
                <a:cs typeface="Lato"/>
                <a:sym typeface="Lato"/>
              </a:defRPr>
            </a:lvl4pPr>
            <a:lvl5pPr lvl="4" rtl="0">
              <a:spcBef>
                <a:spcPts val="0"/>
              </a:spcBef>
              <a:spcAft>
                <a:spcPts val="0"/>
              </a:spcAft>
              <a:buSzPts val="1400"/>
              <a:buFont typeface="Lato"/>
              <a:buChar char="○"/>
              <a:defRPr>
                <a:latin typeface="Lato"/>
                <a:ea typeface="Lato"/>
                <a:cs typeface="Lato"/>
                <a:sym typeface="Lato"/>
              </a:defRPr>
            </a:lvl5pPr>
            <a:lvl6pPr lvl="5" rtl="0">
              <a:spcBef>
                <a:spcPts val="0"/>
              </a:spcBef>
              <a:spcAft>
                <a:spcPts val="0"/>
              </a:spcAft>
              <a:buSzPts val="1400"/>
              <a:buFont typeface="Lato"/>
              <a:buChar char="■"/>
              <a:defRPr>
                <a:latin typeface="Lato"/>
                <a:ea typeface="Lato"/>
                <a:cs typeface="Lato"/>
                <a:sym typeface="Lato"/>
              </a:defRPr>
            </a:lvl6pPr>
            <a:lvl7pPr lvl="6" rtl="0">
              <a:spcBef>
                <a:spcPts val="0"/>
              </a:spcBef>
              <a:spcAft>
                <a:spcPts val="0"/>
              </a:spcAft>
              <a:buSzPts val="1400"/>
              <a:buFont typeface="Lato"/>
              <a:buChar char="●"/>
              <a:defRPr>
                <a:latin typeface="Lato"/>
                <a:ea typeface="Lato"/>
                <a:cs typeface="Lato"/>
                <a:sym typeface="Lato"/>
              </a:defRPr>
            </a:lvl7pPr>
            <a:lvl8pPr lvl="7" rtl="0">
              <a:spcBef>
                <a:spcPts val="0"/>
              </a:spcBef>
              <a:spcAft>
                <a:spcPts val="0"/>
              </a:spcAft>
              <a:buSzPts val="1400"/>
              <a:buFont typeface="Lato"/>
              <a:buChar char="○"/>
              <a:defRPr>
                <a:latin typeface="Lato"/>
                <a:ea typeface="Lato"/>
                <a:cs typeface="Lato"/>
                <a:sym typeface="Lato"/>
              </a:defRPr>
            </a:lvl8pPr>
            <a:lvl9pPr lvl="8" rtl="0">
              <a:spcBef>
                <a:spcPts val="0"/>
              </a:spcBef>
              <a:spcAft>
                <a:spcPts val="0"/>
              </a:spcAft>
              <a:buSzPts val="1400"/>
              <a:buFont typeface="Lato"/>
              <a:buChar char="■"/>
              <a:defRPr>
                <a:latin typeface="Lato"/>
                <a:ea typeface="Lato"/>
                <a:cs typeface="Lato"/>
                <a:sym typeface="Lato"/>
              </a:defRPr>
            </a:lvl9pPr>
          </a:lstStyle>
          <a:p>
            <a:r>
              <a:rPr lang="en-US"/>
              <a:t>Click to edit Master subtitle style</a:t>
            </a:r>
            <a:endParaRPr/>
          </a:p>
        </p:txBody>
      </p:sp>
      <p:grpSp>
        <p:nvGrpSpPr>
          <p:cNvPr id="972" name="Google Shape;972;p31"/>
          <p:cNvGrpSpPr/>
          <p:nvPr/>
        </p:nvGrpSpPr>
        <p:grpSpPr>
          <a:xfrm flipH="1">
            <a:off x="10499601" y="2969582"/>
            <a:ext cx="1692396" cy="3191823"/>
            <a:chOff x="-93500" y="1849248"/>
            <a:chExt cx="1269297" cy="2393867"/>
          </a:xfrm>
        </p:grpSpPr>
        <p:sp>
          <p:nvSpPr>
            <p:cNvPr id="973" name="Google Shape;973;p31"/>
            <p:cNvSpPr/>
            <p:nvPr/>
          </p:nvSpPr>
          <p:spPr>
            <a:xfrm>
              <a:off x="-93500" y="1849248"/>
              <a:ext cx="1183896" cy="2369347"/>
            </a:xfrm>
            <a:custGeom>
              <a:avLst/>
              <a:gdLst/>
              <a:ahLst/>
              <a:cxnLst/>
              <a:rect l="l" t="t" r="r" b="b"/>
              <a:pathLst>
                <a:path w="21369" h="42768" extrusionOk="0">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4" name="Google Shape;974;p31"/>
            <p:cNvSpPr/>
            <p:nvPr/>
          </p:nvSpPr>
          <p:spPr>
            <a:xfrm>
              <a:off x="-9816" y="1873768"/>
              <a:ext cx="1185614" cy="2369347"/>
            </a:xfrm>
            <a:custGeom>
              <a:avLst/>
              <a:gdLst/>
              <a:ahLst/>
              <a:cxnLst/>
              <a:rect l="l" t="t" r="r" b="b"/>
              <a:pathLst>
                <a:path w="21400" h="42768" fill="none" extrusionOk="0">
                  <a:moveTo>
                    <a:pt x="0" y="1"/>
                  </a:moveTo>
                  <a:lnTo>
                    <a:pt x="0" y="42767"/>
                  </a:lnTo>
                  <a:cubicBezTo>
                    <a:pt x="11824" y="42767"/>
                    <a:pt x="21399" y="33193"/>
                    <a:pt x="21399" y="21399"/>
                  </a:cubicBezTo>
                  <a:cubicBezTo>
                    <a:pt x="21399" y="9575"/>
                    <a:pt x="11824" y="1"/>
                    <a:pt x="0" y="1"/>
                  </a:cubicBezTo>
                  <a:close/>
                </a:path>
              </a:pathLst>
            </a:custGeom>
            <a:noFill/>
            <a:ln w="19000" cap="flat" cmpd="sng">
              <a:solidFill>
                <a:schemeClr val="lt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nvGrpSpPr>
            <p:cNvPr id="975" name="Google Shape;975;p31"/>
            <p:cNvGrpSpPr/>
            <p:nvPr/>
          </p:nvGrpSpPr>
          <p:grpSpPr>
            <a:xfrm>
              <a:off x="238719" y="2478666"/>
              <a:ext cx="589350" cy="1014019"/>
              <a:chOff x="832925" y="1132500"/>
              <a:chExt cx="376125" cy="647150"/>
            </a:xfrm>
          </p:grpSpPr>
          <p:sp>
            <p:nvSpPr>
              <p:cNvPr id="976" name="Google Shape;976;p31"/>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7" name="Google Shape;977;p31"/>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8" name="Google Shape;978;p31"/>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79" name="Google Shape;979;p31"/>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0" name="Google Shape;980;p31"/>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1" name="Google Shape;981;p31"/>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2" name="Google Shape;982;p31"/>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3" name="Google Shape;983;p31"/>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4" name="Google Shape;984;p31"/>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5" name="Google Shape;985;p31"/>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986" name="Google Shape;986;p31"/>
          <p:cNvGrpSpPr/>
          <p:nvPr/>
        </p:nvGrpSpPr>
        <p:grpSpPr>
          <a:xfrm>
            <a:off x="960983" y="5849321"/>
            <a:ext cx="1822211" cy="283257"/>
            <a:chOff x="713225" y="4468250"/>
            <a:chExt cx="1036525" cy="161125"/>
          </a:xfrm>
        </p:grpSpPr>
        <p:sp>
          <p:nvSpPr>
            <p:cNvPr id="987" name="Google Shape;987;p31"/>
            <p:cNvSpPr/>
            <p:nvPr/>
          </p:nvSpPr>
          <p:spPr>
            <a:xfrm>
              <a:off x="16965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8" name="Google Shape;988;p31"/>
            <p:cNvSpPr/>
            <p:nvPr/>
          </p:nvSpPr>
          <p:spPr>
            <a:xfrm>
              <a:off x="1565825" y="4576150"/>
              <a:ext cx="53225" cy="53225"/>
            </a:xfrm>
            <a:custGeom>
              <a:avLst/>
              <a:gdLst/>
              <a:ahLst/>
              <a:cxnLst/>
              <a:rect l="l" t="t" r="r" b="b"/>
              <a:pathLst>
                <a:path w="2129" h="2129" extrusionOk="0">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89" name="Google Shape;989;p31"/>
            <p:cNvSpPr/>
            <p:nvPr/>
          </p:nvSpPr>
          <p:spPr>
            <a:xfrm>
              <a:off x="14070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0" name="Google Shape;990;p31"/>
            <p:cNvSpPr/>
            <p:nvPr/>
          </p:nvSpPr>
          <p:spPr>
            <a:xfrm>
              <a:off x="12755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1" name="Google Shape;991;p31"/>
            <p:cNvSpPr/>
            <p:nvPr/>
          </p:nvSpPr>
          <p:spPr>
            <a:xfrm>
              <a:off x="1126600" y="4576150"/>
              <a:ext cx="53225" cy="53225"/>
            </a:xfrm>
            <a:custGeom>
              <a:avLst/>
              <a:gdLst/>
              <a:ahLst/>
              <a:cxnLst/>
              <a:rect l="l" t="t" r="r" b="b"/>
              <a:pathLst>
                <a:path w="2129" h="2129" extrusionOk="0">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2" name="Google Shape;992;p31"/>
            <p:cNvSpPr/>
            <p:nvPr/>
          </p:nvSpPr>
          <p:spPr>
            <a:xfrm>
              <a:off x="9959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3" name="Google Shape;993;p31"/>
            <p:cNvSpPr/>
            <p:nvPr/>
          </p:nvSpPr>
          <p:spPr>
            <a:xfrm>
              <a:off x="8454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4" name="Google Shape;994;p31"/>
            <p:cNvSpPr/>
            <p:nvPr/>
          </p:nvSpPr>
          <p:spPr>
            <a:xfrm>
              <a:off x="7132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5" name="Google Shape;995;p31"/>
            <p:cNvSpPr/>
            <p:nvPr/>
          </p:nvSpPr>
          <p:spPr>
            <a:xfrm>
              <a:off x="16965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6" name="Google Shape;996;p31"/>
            <p:cNvSpPr/>
            <p:nvPr/>
          </p:nvSpPr>
          <p:spPr>
            <a:xfrm>
              <a:off x="1565825" y="4468250"/>
              <a:ext cx="53225" cy="53225"/>
            </a:xfrm>
            <a:custGeom>
              <a:avLst/>
              <a:gdLst/>
              <a:ahLst/>
              <a:cxnLst/>
              <a:rect l="l" t="t" r="r" b="b"/>
              <a:pathLst>
                <a:path w="2129" h="2129" extrusionOk="0">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7" name="Google Shape;997;p31"/>
            <p:cNvSpPr/>
            <p:nvPr/>
          </p:nvSpPr>
          <p:spPr>
            <a:xfrm>
              <a:off x="14070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8" name="Google Shape;998;p31"/>
            <p:cNvSpPr/>
            <p:nvPr/>
          </p:nvSpPr>
          <p:spPr>
            <a:xfrm>
              <a:off x="12755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999" name="Google Shape;999;p31"/>
            <p:cNvSpPr/>
            <p:nvPr/>
          </p:nvSpPr>
          <p:spPr>
            <a:xfrm>
              <a:off x="1126600" y="446825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0" name="Google Shape;1000;p31"/>
            <p:cNvSpPr/>
            <p:nvPr/>
          </p:nvSpPr>
          <p:spPr>
            <a:xfrm>
              <a:off x="9959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1" name="Google Shape;1001;p31"/>
            <p:cNvSpPr/>
            <p:nvPr/>
          </p:nvSpPr>
          <p:spPr>
            <a:xfrm>
              <a:off x="8454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2" name="Google Shape;1002;p31"/>
            <p:cNvSpPr/>
            <p:nvPr/>
          </p:nvSpPr>
          <p:spPr>
            <a:xfrm>
              <a:off x="7132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4211749524"/>
      </p:ext>
    </p:extLst>
  </p:cSld>
  <p:clrMapOvr>
    <a:masterClrMapping/>
  </p:clrMapOvr>
  <p:hf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Title only 7">
  <p:cSld name="Title only 7">
    <p:bg>
      <p:bgPr>
        <a:solidFill>
          <a:schemeClr val="accent1"/>
        </a:solidFill>
        <a:effectLst/>
      </p:bgPr>
    </p:bg>
    <p:spTree>
      <p:nvGrpSpPr>
        <p:cNvPr id="1" name="Shape 1003"/>
        <p:cNvGrpSpPr/>
        <p:nvPr/>
      </p:nvGrpSpPr>
      <p:grpSpPr>
        <a:xfrm>
          <a:off x="0" y="0"/>
          <a:ext cx="0" cy="0"/>
          <a:chOff x="0" y="0"/>
          <a:chExt cx="0" cy="0"/>
        </a:xfrm>
      </p:grpSpPr>
      <p:sp>
        <p:nvSpPr>
          <p:cNvPr id="1004" name="Google Shape;1004;p32"/>
          <p:cNvSpPr txBox="1">
            <a:spLocks noGrp="1"/>
          </p:cNvSpPr>
          <p:nvPr>
            <p:ph type="title"/>
          </p:nvPr>
        </p:nvSpPr>
        <p:spPr>
          <a:xfrm>
            <a:off x="918800" y="609600"/>
            <a:ext cx="10322400" cy="853600"/>
          </a:xfrm>
          <a:prstGeom prst="rect">
            <a:avLst/>
          </a:prstGeom>
        </p:spPr>
        <p:txBody>
          <a:bodyPr spcFirstLastPara="1" wrap="square" lIns="0" tIns="0" rIns="0" bIns="0" anchor="t" anchorCtr="0">
            <a:noAutofit/>
          </a:bodyPr>
          <a:lstStyle>
            <a:lvl1pPr lvl="0" algn="ctr"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grpSp>
        <p:nvGrpSpPr>
          <p:cNvPr id="1005" name="Google Shape;1005;p32"/>
          <p:cNvGrpSpPr/>
          <p:nvPr/>
        </p:nvGrpSpPr>
        <p:grpSpPr>
          <a:xfrm>
            <a:off x="-428866" y="5611534"/>
            <a:ext cx="1379967" cy="507633"/>
            <a:chOff x="713225" y="4249875"/>
            <a:chExt cx="1034975" cy="380725"/>
          </a:xfrm>
        </p:grpSpPr>
        <p:grpSp>
          <p:nvGrpSpPr>
            <p:cNvPr id="1006" name="Google Shape;1006;p32"/>
            <p:cNvGrpSpPr/>
            <p:nvPr/>
          </p:nvGrpSpPr>
          <p:grpSpPr>
            <a:xfrm>
              <a:off x="713225" y="4577400"/>
              <a:ext cx="1034975" cy="53200"/>
              <a:chOff x="713225" y="4577400"/>
              <a:chExt cx="1034975" cy="53200"/>
            </a:xfrm>
          </p:grpSpPr>
          <p:sp>
            <p:nvSpPr>
              <p:cNvPr id="1007" name="Google Shape;1007;p32"/>
              <p:cNvSpPr/>
              <p:nvPr/>
            </p:nvSpPr>
            <p:spPr>
              <a:xfrm>
                <a:off x="1695000" y="4577400"/>
                <a:ext cx="53200" cy="53200"/>
              </a:xfrm>
              <a:custGeom>
                <a:avLst/>
                <a:gdLst/>
                <a:ahLst/>
                <a:cxnLst/>
                <a:rect l="l" t="t" r="r" b="b"/>
                <a:pathLst>
                  <a:path w="2128" h="2128" extrusionOk="0">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8" name="Google Shape;1008;p32"/>
              <p:cNvSpPr/>
              <p:nvPr/>
            </p:nvSpPr>
            <p:spPr>
              <a:xfrm>
                <a:off x="1564300"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09" name="Google Shape;1009;p32"/>
              <p:cNvSpPr/>
              <p:nvPr/>
            </p:nvSpPr>
            <p:spPr>
              <a:xfrm>
                <a:off x="1406225" y="4577400"/>
                <a:ext cx="53225" cy="53200"/>
              </a:xfrm>
              <a:custGeom>
                <a:avLst/>
                <a:gdLst/>
                <a:ahLst/>
                <a:cxnLst/>
                <a:rect l="l" t="t" r="r" b="b"/>
                <a:pathLst>
                  <a:path w="2129" h="2128" extrusionOk="0">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0" name="Google Shape;1010;p32"/>
              <p:cNvSpPr/>
              <p:nvPr/>
            </p:nvSpPr>
            <p:spPr>
              <a:xfrm>
                <a:off x="12747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1" name="Google Shape;1011;p32"/>
              <p:cNvSpPr/>
              <p:nvPr/>
            </p:nvSpPr>
            <p:spPr>
              <a:xfrm>
                <a:off x="1126600" y="4577400"/>
                <a:ext cx="52450" cy="53200"/>
              </a:xfrm>
              <a:custGeom>
                <a:avLst/>
                <a:gdLst/>
                <a:ahLst/>
                <a:cxnLst/>
                <a:rect l="l" t="t" r="r" b="b"/>
                <a:pathLst>
                  <a:path w="2098" h="2128" extrusionOk="0">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2" name="Google Shape;1012;p32"/>
              <p:cNvSpPr/>
              <p:nvPr/>
            </p:nvSpPr>
            <p:spPr>
              <a:xfrm>
                <a:off x="9943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3" name="Google Shape;1013;p32"/>
              <p:cNvSpPr/>
              <p:nvPr/>
            </p:nvSpPr>
            <p:spPr>
              <a:xfrm>
                <a:off x="843925" y="4577400"/>
                <a:ext cx="53200" cy="53200"/>
              </a:xfrm>
              <a:custGeom>
                <a:avLst/>
                <a:gdLst/>
                <a:ahLst/>
                <a:cxnLst/>
                <a:rect l="l" t="t" r="r" b="b"/>
                <a:pathLst>
                  <a:path w="2128" h="2128" extrusionOk="0">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4" name="Google Shape;1014;p32"/>
              <p:cNvSpPr/>
              <p:nvPr/>
            </p:nvSpPr>
            <p:spPr>
              <a:xfrm>
                <a:off x="713225"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15" name="Google Shape;1015;p32"/>
            <p:cNvGrpSpPr/>
            <p:nvPr/>
          </p:nvGrpSpPr>
          <p:grpSpPr>
            <a:xfrm>
              <a:off x="713225" y="4468725"/>
              <a:ext cx="1034975" cy="53225"/>
              <a:chOff x="713225" y="4468725"/>
              <a:chExt cx="1034975" cy="53225"/>
            </a:xfrm>
          </p:grpSpPr>
          <p:sp>
            <p:nvSpPr>
              <p:cNvPr id="1016" name="Google Shape;1016;p32"/>
              <p:cNvSpPr/>
              <p:nvPr/>
            </p:nvSpPr>
            <p:spPr>
              <a:xfrm>
                <a:off x="1695000" y="4468725"/>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7" name="Google Shape;1017;p32"/>
              <p:cNvSpPr/>
              <p:nvPr/>
            </p:nvSpPr>
            <p:spPr>
              <a:xfrm>
                <a:off x="1564300"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8" name="Google Shape;1018;p32"/>
              <p:cNvSpPr/>
              <p:nvPr/>
            </p:nvSpPr>
            <p:spPr>
              <a:xfrm>
                <a:off x="1406225" y="4468725"/>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19" name="Google Shape;1019;p32"/>
              <p:cNvSpPr/>
              <p:nvPr/>
            </p:nvSpPr>
            <p:spPr>
              <a:xfrm>
                <a:off x="12747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0" name="Google Shape;1020;p32"/>
              <p:cNvSpPr/>
              <p:nvPr/>
            </p:nvSpPr>
            <p:spPr>
              <a:xfrm>
                <a:off x="1126600" y="4468725"/>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1" name="Google Shape;1021;p32"/>
              <p:cNvSpPr/>
              <p:nvPr/>
            </p:nvSpPr>
            <p:spPr>
              <a:xfrm>
                <a:off x="9943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2" name="Google Shape;1022;p32"/>
              <p:cNvSpPr/>
              <p:nvPr/>
            </p:nvSpPr>
            <p:spPr>
              <a:xfrm>
                <a:off x="843925" y="4468725"/>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3" name="Google Shape;1023;p32"/>
              <p:cNvSpPr/>
              <p:nvPr/>
            </p:nvSpPr>
            <p:spPr>
              <a:xfrm>
                <a:off x="713225"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24" name="Google Shape;1024;p32"/>
            <p:cNvGrpSpPr/>
            <p:nvPr/>
          </p:nvGrpSpPr>
          <p:grpSpPr>
            <a:xfrm>
              <a:off x="713225" y="4359300"/>
              <a:ext cx="1034975" cy="53225"/>
              <a:chOff x="713225" y="4359300"/>
              <a:chExt cx="1034975" cy="53225"/>
            </a:xfrm>
          </p:grpSpPr>
          <p:sp>
            <p:nvSpPr>
              <p:cNvPr id="1025" name="Google Shape;1025;p32"/>
              <p:cNvSpPr/>
              <p:nvPr/>
            </p:nvSpPr>
            <p:spPr>
              <a:xfrm>
                <a:off x="1695000" y="4359300"/>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6" name="Google Shape;1026;p32"/>
              <p:cNvSpPr/>
              <p:nvPr/>
            </p:nvSpPr>
            <p:spPr>
              <a:xfrm>
                <a:off x="1564300"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7" name="Google Shape;1027;p32"/>
              <p:cNvSpPr/>
              <p:nvPr/>
            </p:nvSpPr>
            <p:spPr>
              <a:xfrm>
                <a:off x="1406225" y="435930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8" name="Google Shape;1028;p32"/>
              <p:cNvSpPr/>
              <p:nvPr/>
            </p:nvSpPr>
            <p:spPr>
              <a:xfrm>
                <a:off x="12747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29" name="Google Shape;1029;p32"/>
              <p:cNvSpPr/>
              <p:nvPr/>
            </p:nvSpPr>
            <p:spPr>
              <a:xfrm>
                <a:off x="1126600" y="4359300"/>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0" name="Google Shape;1030;p32"/>
              <p:cNvSpPr/>
              <p:nvPr/>
            </p:nvSpPr>
            <p:spPr>
              <a:xfrm>
                <a:off x="9943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1" name="Google Shape;1031;p32"/>
              <p:cNvSpPr/>
              <p:nvPr/>
            </p:nvSpPr>
            <p:spPr>
              <a:xfrm>
                <a:off x="843925" y="4359300"/>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2" name="Google Shape;1032;p32"/>
              <p:cNvSpPr/>
              <p:nvPr/>
            </p:nvSpPr>
            <p:spPr>
              <a:xfrm>
                <a:off x="713225"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33" name="Google Shape;1033;p32"/>
            <p:cNvGrpSpPr/>
            <p:nvPr/>
          </p:nvGrpSpPr>
          <p:grpSpPr>
            <a:xfrm>
              <a:off x="713225" y="4249875"/>
              <a:ext cx="1034975" cy="53225"/>
              <a:chOff x="713225" y="4249875"/>
              <a:chExt cx="1034975" cy="53225"/>
            </a:xfrm>
          </p:grpSpPr>
          <p:sp>
            <p:nvSpPr>
              <p:cNvPr id="1034" name="Google Shape;1034;p32"/>
              <p:cNvSpPr/>
              <p:nvPr/>
            </p:nvSpPr>
            <p:spPr>
              <a:xfrm>
                <a:off x="1695000" y="4249875"/>
                <a:ext cx="53200" cy="53225"/>
              </a:xfrm>
              <a:custGeom>
                <a:avLst/>
                <a:gdLst/>
                <a:ahLst/>
                <a:cxnLst/>
                <a:rect l="l" t="t" r="r" b="b"/>
                <a:pathLst>
                  <a:path w="2128" h="2129" extrusionOk="0">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5" name="Google Shape;1035;p32"/>
              <p:cNvSpPr/>
              <p:nvPr/>
            </p:nvSpPr>
            <p:spPr>
              <a:xfrm>
                <a:off x="1564300"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6" name="Google Shape;1036;p32"/>
              <p:cNvSpPr/>
              <p:nvPr/>
            </p:nvSpPr>
            <p:spPr>
              <a:xfrm>
                <a:off x="1406225" y="4249875"/>
                <a:ext cx="53225" cy="53225"/>
              </a:xfrm>
              <a:custGeom>
                <a:avLst/>
                <a:gdLst/>
                <a:ahLst/>
                <a:cxnLst/>
                <a:rect l="l" t="t" r="r" b="b"/>
                <a:pathLst>
                  <a:path w="2129" h="2129" extrusionOk="0">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7" name="Google Shape;1037;p32"/>
              <p:cNvSpPr/>
              <p:nvPr/>
            </p:nvSpPr>
            <p:spPr>
              <a:xfrm>
                <a:off x="12747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8" name="Google Shape;1038;p32"/>
              <p:cNvSpPr/>
              <p:nvPr/>
            </p:nvSpPr>
            <p:spPr>
              <a:xfrm>
                <a:off x="1126600" y="4249875"/>
                <a:ext cx="52450" cy="53225"/>
              </a:xfrm>
              <a:custGeom>
                <a:avLst/>
                <a:gdLst/>
                <a:ahLst/>
                <a:cxnLst/>
                <a:rect l="l" t="t" r="r" b="b"/>
                <a:pathLst>
                  <a:path w="2098" h="2129" extrusionOk="0">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39" name="Google Shape;1039;p32"/>
              <p:cNvSpPr/>
              <p:nvPr/>
            </p:nvSpPr>
            <p:spPr>
              <a:xfrm>
                <a:off x="9943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0" name="Google Shape;1040;p32"/>
              <p:cNvSpPr/>
              <p:nvPr/>
            </p:nvSpPr>
            <p:spPr>
              <a:xfrm>
                <a:off x="843925" y="4249875"/>
                <a:ext cx="53200" cy="53225"/>
              </a:xfrm>
              <a:custGeom>
                <a:avLst/>
                <a:gdLst/>
                <a:ahLst/>
                <a:cxnLst/>
                <a:rect l="l" t="t" r="r" b="b"/>
                <a:pathLst>
                  <a:path w="2128" h="2129" extrusionOk="0">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1" name="Google Shape;1041;p32"/>
              <p:cNvSpPr/>
              <p:nvPr/>
            </p:nvSpPr>
            <p:spPr>
              <a:xfrm>
                <a:off x="713225"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grpSp>
        <p:nvGrpSpPr>
          <p:cNvPr id="1042" name="Google Shape;1042;p32"/>
          <p:cNvGrpSpPr/>
          <p:nvPr/>
        </p:nvGrpSpPr>
        <p:grpSpPr>
          <a:xfrm>
            <a:off x="11241034" y="719334"/>
            <a:ext cx="1379967" cy="507633"/>
            <a:chOff x="713225" y="4249875"/>
            <a:chExt cx="1034975" cy="380725"/>
          </a:xfrm>
        </p:grpSpPr>
        <p:grpSp>
          <p:nvGrpSpPr>
            <p:cNvPr id="1043" name="Google Shape;1043;p32"/>
            <p:cNvGrpSpPr/>
            <p:nvPr/>
          </p:nvGrpSpPr>
          <p:grpSpPr>
            <a:xfrm>
              <a:off x="713225" y="4577400"/>
              <a:ext cx="1034975" cy="53200"/>
              <a:chOff x="713225" y="4577400"/>
              <a:chExt cx="1034975" cy="53200"/>
            </a:xfrm>
          </p:grpSpPr>
          <p:sp>
            <p:nvSpPr>
              <p:cNvPr id="1044" name="Google Shape;1044;p32"/>
              <p:cNvSpPr/>
              <p:nvPr/>
            </p:nvSpPr>
            <p:spPr>
              <a:xfrm>
                <a:off x="1695000" y="4577400"/>
                <a:ext cx="53200" cy="53200"/>
              </a:xfrm>
              <a:custGeom>
                <a:avLst/>
                <a:gdLst/>
                <a:ahLst/>
                <a:cxnLst/>
                <a:rect l="l" t="t" r="r" b="b"/>
                <a:pathLst>
                  <a:path w="2128" h="2128" extrusionOk="0">
                    <a:moveTo>
                      <a:pt x="1064" y="0"/>
                    </a:moveTo>
                    <a:cubicBezTo>
                      <a:pt x="487" y="0"/>
                      <a:pt x="0" y="487"/>
                      <a:pt x="0" y="1064"/>
                    </a:cubicBezTo>
                    <a:cubicBezTo>
                      <a:pt x="0" y="1672"/>
                      <a:pt x="487"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5" name="Google Shape;1045;p32"/>
              <p:cNvSpPr/>
              <p:nvPr/>
            </p:nvSpPr>
            <p:spPr>
              <a:xfrm>
                <a:off x="1564300"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6" name="Google Shape;1046;p32"/>
              <p:cNvSpPr/>
              <p:nvPr/>
            </p:nvSpPr>
            <p:spPr>
              <a:xfrm>
                <a:off x="1406225" y="4577400"/>
                <a:ext cx="53225" cy="53200"/>
              </a:xfrm>
              <a:custGeom>
                <a:avLst/>
                <a:gdLst/>
                <a:ahLst/>
                <a:cxnLst/>
                <a:rect l="l" t="t" r="r" b="b"/>
                <a:pathLst>
                  <a:path w="2129" h="2128" extrusionOk="0">
                    <a:moveTo>
                      <a:pt x="1065" y="0"/>
                    </a:moveTo>
                    <a:cubicBezTo>
                      <a:pt x="487" y="0"/>
                      <a:pt x="1" y="487"/>
                      <a:pt x="1" y="1064"/>
                    </a:cubicBezTo>
                    <a:cubicBezTo>
                      <a:pt x="1" y="1672"/>
                      <a:pt x="487" y="2128"/>
                      <a:pt x="1065" y="2128"/>
                    </a:cubicBezTo>
                    <a:cubicBezTo>
                      <a:pt x="1673" y="2128"/>
                      <a:pt x="2129" y="1672"/>
                      <a:pt x="2129" y="1064"/>
                    </a:cubicBezTo>
                    <a:cubicBezTo>
                      <a:pt x="2129" y="487"/>
                      <a:pt x="1673" y="0"/>
                      <a:pt x="106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7" name="Google Shape;1047;p32"/>
              <p:cNvSpPr/>
              <p:nvPr/>
            </p:nvSpPr>
            <p:spPr>
              <a:xfrm>
                <a:off x="12747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8" name="Google Shape;1048;p32"/>
              <p:cNvSpPr/>
              <p:nvPr/>
            </p:nvSpPr>
            <p:spPr>
              <a:xfrm>
                <a:off x="1126600" y="4577400"/>
                <a:ext cx="52450" cy="53200"/>
              </a:xfrm>
              <a:custGeom>
                <a:avLst/>
                <a:gdLst/>
                <a:ahLst/>
                <a:cxnLst/>
                <a:rect l="l" t="t" r="r" b="b"/>
                <a:pathLst>
                  <a:path w="2098" h="2128" extrusionOk="0">
                    <a:moveTo>
                      <a:pt x="1064" y="0"/>
                    </a:moveTo>
                    <a:cubicBezTo>
                      <a:pt x="456" y="0"/>
                      <a:pt x="0" y="487"/>
                      <a:pt x="0" y="1064"/>
                    </a:cubicBezTo>
                    <a:cubicBezTo>
                      <a:pt x="0" y="1672"/>
                      <a:pt x="456" y="2128"/>
                      <a:pt x="1064" y="2128"/>
                    </a:cubicBezTo>
                    <a:cubicBezTo>
                      <a:pt x="1642" y="2128"/>
                      <a:pt x="2098" y="1672"/>
                      <a:pt x="2098" y="1064"/>
                    </a:cubicBezTo>
                    <a:cubicBezTo>
                      <a:pt x="209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49" name="Google Shape;1049;p32"/>
              <p:cNvSpPr/>
              <p:nvPr/>
            </p:nvSpPr>
            <p:spPr>
              <a:xfrm>
                <a:off x="994375" y="4577400"/>
                <a:ext cx="53225" cy="53200"/>
              </a:xfrm>
              <a:custGeom>
                <a:avLst/>
                <a:gdLst/>
                <a:ahLst/>
                <a:cxnLst/>
                <a:rect l="l" t="t" r="r" b="b"/>
                <a:pathLst>
                  <a:path w="2129" h="2128" extrusionOk="0">
                    <a:moveTo>
                      <a:pt x="1064" y="0"/>
                    </a:moveTo>
                    <a:cubicBezTo>
                      <a:pt x="456" y="0"/>
                      <a:pt x="0" y="487"/>
                      <a:pt x="0" y="1064"/>
                    </a:cubicBezTo>
                    <a:cubicBezTo>
                      <a:pt x="0" y="1672"/>
                      <a:pt x="456" y="2128"/>
                      <a:pt x="1064" y="2128"/>
                    </a:cubicBezTo>
                    <a:cubicBezTo>
                      <a:pt x="1642" y="2128"/>
                      <a:pt x="2128" y="1672"/>
                      <a:pt x="2128" y="1064"/>
                    </a:cubicBezTo>
                    <a:cubicBezTo>
                      <a:pt x="2128" y="487"/>
                      <a:pt x="164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0" name="Google Shape;1050;p32"/>
              <p:cNvSpPr/>
              <p:nvPr/>
            </p:nvSpPr>
            <p:spPr>
              <a:xfrm>
                <a:off x="843925" y="4577400"/>
                <a:ext cx="53200" cy="53200"/>
              </a:xfrm>
              <a:custGeom>
                <a:avLst/>
                <a:gdLst/>
                <a:ahLst/>
                <a:cxnLst/>
                <a:rect l="l" t="t" r="r" b="b"/>
                <a:pathLst>
                  <a:path w="2128" h="2128" extrusionOk="0">
                    <a:moveTo>
                      <a:pt x="1064" y="0"/>
                    </a:moveTo>
                    <a:cubicBezTo>
                      <a:pt x="486" y="0"/>
                      <a:pt x="0" y="487"/>
                      <a:pt x="0" y="1064"/>
                    </a:cubicBezTo>
                    <a:cubicBezTo>
                      <a:pt x="0" y="1672"/>
                      <a:pt x="486" y="2128"/>
                      <a:pt x="1064" y="2128"/>
                    </a:cubicBezTo>
                    <a:cubicBezTo>
                      <a:pt x="1672" y="2128"/>
                      <a:pt x="2128" y="1672"/>
                      <a:pt x="2128" y="1064"/>
                    </a:cubicBezTo>
                    <a:cubicBezTo>
                      <a:pt x="2128" y="487"/>
                      <a:pt x="1672"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1" name="Google Shape;1051;p32"/>
              <p:cNvSpPr/>
              <p:nvPr/>
            </p:nvSpPr>
            <p:spPr>
              <a:xfrm>
                <a:off x="713225" y="4577400"/>
                <a:ext cx="53200" cy="53200"/>
              </a:xfrm>
              <a:custGeom>
                <a:avLst/>
                <a:gdLst/>
                <a:ahLst/>
                <a:cxnLst/>
                <a:rect l="l" t="t" r="r" b="b"/>
                <a:pathLst>
                  <a:path w="2128" h="2128" extrusionOk="0">
                    <a:moveTo>
                      <a:pt x="1064" y="0"/>
                    </a:moveTo>
                    <a:cubicBezTo>
                      <a:pt x="456" y="0"/>
                      <a:pt x="0" y="487"/>
                      <a:pt x="0" y="1064"/>
                    </a:cubicBezTo>
                    <a:cubicBezTo>
                      <a:pt x="0" y="1672"/>
                      <a:pt x="456" y="2128"/>
                      <a:pt x="1064" y="2128"/>
                    </a:cubicBezTo>
                    <a:cubicBezTo>
                      <a:pt x="1641" y="2128"/>
                      <a:pt x="2128" y="1672"/>
                      <a:pt x="2128" y="1064"/>
                    </a:cubicBezTo>
                    <a:cubicBezTo>
                      <a:pt x="2128" y="487"/>
                      <a:pt x="1641" y="0"/>
                      <a:pt x="106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52" name="Google Shape;1052;p32"/>
            <p:cNvGrpSpPr/>
            <p:nvPr/>
          </p:nvGrpSpPr>
          <p:grpSpPr>
            <a:xfrm>
              <a:off x="713225" y="4468725"/>
              <a:ext cx="1034975" cy="53225"/>
              <a:chOff x="713225" y="4468725"/>
              <a:chExt cx="1034975" cy="53225"/>
            </a:xfrm>
          </p:grpSpPr>
          <p:sp>
            <p:nvSpPr>
              <p:cNvPr id="1053" name="Google Shape;1053;p32"/>
              <p:cNvSpPr/>
              <p:nvPr/>
            </p:nvSpPr>
            <p:spPr>
              <a:xfrm>
                <a:off x="1695000" y="4468725"/>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4" name="Google Shape;1054;p32"/>
              <p:cNvSpPr/>
              <p:nvPr/>
            </p:nvSpPr>
            <p:spPr>
              <a:xfrm>
                <a:off x="1564300"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5" name="Google Shape;1055;p32"/>
              <p:cNvSpPr/>
              <p:nvPr/>
            </p:nvSpPr>
            <p:spPr>
              <a:xfrm>
                <a:off x="1406225" y="4468725"/>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6" name="Google Shape;1056;p32"/>
              <p:cNvSpPr/>
              <p:nvPr/>
            </p:nvSpPr>
            <p:spPr>
              <a:xfrm>
                <a:off x="12747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7" name="Google Shape;1057;p32"/>
              <p:cNvSpPr/>
              <p:nvPr/>
            </p:nvSpPr>
            <p:spPr>
              <a:xfrm>
                <a:off x="1126600" y="4468725"/>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8" name="Google Shape;1058;p32"/>
              <p:cNvSpPr/>
              <p:nvPr/>
            </p:nvSpPr>
            <p:spPr>
              <a:xfrm>
                <a:off x="994375" y="4468725"/>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59" name="Google Shape;1059;p32"/>
              <p:cNvSpPr/>
              <p:nvPr/>
            </p:nvSpPr>
            <p:spPr>
              <a:xfrm>
                <a:off x="843925" y="4468725"/>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0" name="Google Shape;1060;p32"/>
              <p:cNvSpPr/>
              <p:nvPr/>
            </p:nvSpPr>
            <p:spPr>
              <a:xfrm>
                <a:off x="713225" y="4468725"/>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61" name="Google Shape;1061;p32"/>
            <p:cNvGrpSpPr/>
            <p:nvPr/>
          </p:nvGrpSpPr>
          <p:grpSpPr>
            <a:xfrm>
              <a:off x="713225" y="4359300"/>
              <a:ext cx="1034975" cy="53225"/>
              <a:chOff x="713225" y="4359300"/>
              <a:chExt cx="1034975" cy="53225"/>
            </a:xfrm>
          </p:grpSpPr>
          <p:sp>
            <p:nvSpPr>
              <p:cNvPr id="1062" name="Google Shape;1062;p32"/>
              <p:cNvSpPr/>
              <p:nvPr/>
            </p:nvSpPr>
            <p:spPr>
              <a:xfrm>
                <a:off x="1695000" y="4359300"/>
                <a:ext cx="53200" cy="53225"/>
              </a:xfrm>
              <a:custGeom>
                <a:avLst/>
                <a:gdLst/>
                <a:ahLst/>
                <a:cxnLst/>
                <a:rect l="l" t="t" r="r" b="b"/>
                <a:pathLst>
                  <a:path w="2128"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3" name="Google Shape;1063;p32"/>
              <p:cNvSpPr/>
              <p:nvPr/>
            </p:nvSpPr>
            <p:spPr>
              <a:xfrm>
                <a:off x="1564300"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4" name="Google Shape;1064;p32"/>
              <p:cNvSpPr/>
              <p:nvPr/>
            </p:nvSpPr>
            <p:spPr>
              <a:xfrm>
                <a:off x="1406225" y="435930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73" y="2128"/>
                      <a:pt x="2129" y="1642"/>
                      <a:pt x="2129" y="1065"/>
                    </a:cubicBezTo>
                    <a:cubicBezTo>
                      <a:pt x="2129" y="457"/>
                      <a:pt x="1673" y="1"/>
                      <a:pt x="106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5" name="Google Shape;1065;p32"/>
              <p:cNvSpPr/>
              <p:nvPr/>
            </p:nvSpPr>
            <p:spPr>
              <a:xfrm>
                <a:off x="12747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6" name="Google Shape;1066;p32"/>
              <p:cNvSpPr/>
              <p:nvPr/>
            </p:nvSpPr>
            <p:spPr>
              <a:xfrm>
                <a:off x="1126600" y="4359300"/>
                <a:ext cx="52450" cy="53225"/>
              </a:xfrm>
              <a:custGeom>
                <a:avLst/>
                <a:gdLst/>
                <a:ahLst/>
                <a:cxnLst/>
                <a:rect l="l" t="t" r="r" b="b"/>
                <a:pathLst>
                  <a:path w="2098" h="2129" extrusionOk="0">
                    <a:moveTo>
                      <a:pt x="1064" y="1"/>
                    </a:moveTo>
                    <a:cubicBezTo>
                      <a:pt x="456" y="1"/>
                      <a:pt x="0" y="457"/>
                      <a:pt x="0" y="1065"/>
                    </a:cubicBezTo>
                    <a:cubicBezTo>
                      <a:pt x="0" y="1642"/>
                      <a:pt x="456" y="2128"/>
                      <a:pt x="1064" y="2128"/>
                    </a:cubicBezTo>
                    <a:cubicBezTo>
                      <a:pt x="1642" y="2128"/>
                      <a:pt x="2098" y="1642"/>
                      <a:pt x="2098" y="1065"/>
                    </a:cubicBezTo>
                    <a:cubicBezTo>
                      <a:pt x="209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7" name="Google Shape;1067;p32"/>
              <p:cNvSpPr/>
              <p:nvPr/>
            </p:nvSpPr>
            <p:spPr>
              <a:xfrm>
                <a:off x="994375" y="4359300"/>
                <a:ext cx="53225" cy="53225"/>
              </a:xfrm>
              <a:custGeom>
                <a:avLst/>
                <a:gdLst/>
                <a:ahLst/>
                <a:cxnLst/>
                <a:rect l="l" t="t" r="r" b="b"/>
                <a:pathLst>
                  <a:path w="2129" h="2129" extrusionOk="0">
                    <a:moveTo>
                      <a:pt x="1064" y="1"/>
                    </a:moveTo>
                    <a:cubicBezTo>
                      <a:pt x="456" y="1"/>
                      <a:pt x="0" y="457"/>
                      <a:pt x="0" y="1065"/>
                    </a:cubicBezTo>
                    <a:cubicBezTo>
                      <a:pt x="0" y="1642"/>
                      <a:pt x="456" y="2128"/>
                      <a:pt x="1064" y="2128"/>
                    </a:cubicBezTo>
                    <a:cubicBezTo>
                      <a:pt x="1642" y="2128"/>
                      <a:pt x="2128" y="1642"/>
                      <a:pt x="2128" y="1065"/>
                    </a:cubicBezTo>
                    <a:cubicBezTo>
                      <a:pt x="2128" y="457"/>
                      <a:pt x="164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8" name="Google Shape;1068;p32"/>
              <p:cNvSpPr/>
              <p:nvPr/>
            </p:nvSpPr>
            <p:spPr>
              <a:xfrm>
                <a:off x="843925" y="4359300"/>
                <a:ext cx="53200" cy="53225"/>
              </a:xfrm>
              <a:custGeom>
                <a:avLst/>
                <a:gdLst/>
                <a:ahLst/>
                <a:cxnLst/>
                <a:rect l="l" t="t" r="r" b="b"/>
                <a:pathLst>
                  <a:path w="2128" h="2129" extrusionOk="0">
                    <a:moveTo>
                      <a:pt x="1064" y="1"/>
                    </a:moveTo>
                    <a:cubicBezTo>
                      <a:pt x="486" y="1"/>
                      <a:pt x="0" y="457"/>
                      <a:pt x="0" y="1065"/>
                    </a:cubicBezTo>
                    <a:cubicBezTo>
                      <a:pt x="0" y="1642"/>
                      <a:pt x="486" y="2128"/>
                      <a:pt x="1064" y="2128"/>
                    </a:cubicBezTo>
                    <a:cubicBezTo>
                      <a:pt x="1672" y="2128"/>
                      <a:pt x="2128" y="1642"/>
                      <a:pt x="2128" y="1065"/>
                    </a:cubicBezTo>
                    <a:cubicBezTo>
                      <a:pt x="2128" y="457"/>
                      <a:pt x="1672"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69" name="Google Shape;1069;p32"/>
              <p:cNvSpPr/>
              <p:nvPr/>
            </p:nvSpPr>
            <p:spPr>
              <a:xfrm>
                <a:off x="713225" y="4359300"/>
                <a:ext cx="53200" cy="53225"/>
              </a:xfrm>
              <a:custGeom>
                <a:avLst/>
                <a:gdLst/>
                <a:ahLst/>
                <a:cxnLst/>
                <a:rect l="l" t="t" r="r" b="b"/>
                <a:pathLst>
                  <a:path w="2128" h="2129" extrusionOk="0">
                    <a:moveTo>
                      <a:pt x="1064" y="1"/>
                    </a:moveTo>
                    <a:cubicBezTo>
                      <a:pt x="456" y="1"/>
                      <a:pt x="0" y="457"/>
                      <a:pt x="0" y="1065"/>
                    </a:cubicBezTo>
                    <a:cubicBezTo>
                      <a:pt x="0" y="1642"/>
                      <a:pt x="456" y="2128"/>
                      <a:pt x="1064" y="2128"/>
                    </a:cubicBezTo>
                    <a:cubicBezTo>
                      <a:pt x="1641" y="2128"/>
                      <a:pt x="2128" y="1642"/>
                      <a:pt x="2128" y="1065"/>
                    </a:cubicBezTo>
                    <a:cubicBezTo>
                      <a:pt x="2128" y="457"/>
                      <a:pt x="1641" y="1"/>
                      <a:pt x="10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nvGrpSpPr>
            <p:cNvPr id="1070" name="Google Shape;1070;p32"/>
            <p:cNvGrpSpPr/>
            <p:nvPr/>
          </p:nvGrpSpPr>
          <p:grpSpPr>
            <a:xfrm>
              <a:off x="713225" y="4249875"/>
              <a:ext cx="1034975" cy="53225"/>
              <a:chOff x="713225" y="4249875"/>
              <a:chExt cx="1034975" cy="53225"/>
            </a:xfrm>
          </p:grpSpPr>
          <p:sp>
            <p:nvSpPr>
              <p:cNvPr id="1071" name="Google Shape;1071;p32"/>
              <p:cNvSpPr/>
              <p:nvPr/>
            </p:nvSpPr>
            <p:spPr>
              <a:xfrm>
                <a:off x="1695000" y="4249875"/>
                <a:ext cx="53200" cy="53225"/>
              </a:xfrm>
              <a:custGeom>
                <a:avLst/>
                <a:gdLst/>
                <a:ahLst/>
                <a:cxnLst/>
                <a:rect l="l" t="t" r="r" b="b"/>
                <a:pathLst>
                  <a:path w="2128" h="2129" extrusionOk="0">
                    <a:moveTo>
                      <a:pt x="1064" y="1"/>
                    </a:moveTo>
                    <a:cubicBezTo>
                      <a:pt x="487" y="1"/>
                      <a:pt x="0" y="487"/>
                      <a:pt x="0" y="1065"/>
                    </a:cubicBezTo>
                    <a:cubicBezTo>
                      <a:pt x="0" y="1642"/>
                      <a:pt x="487"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2" name="Google Shape;1072;p32"/>
              <p:cNvSpPr/>
              <p:nvPr/>
            </p:nvSpPr>
            <p:spPr>
              <a:xfrm>
                <a:off x="1564300"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3" name="Google Shape;1073;p32"/>
              <p:cNvSpPr/>
              <p:nvPr/>
            </p:nvSpPr>
            <p:spPr>
              <a:xfrm>
                <a:off x="1406225" y="4249875"/>
                <a:ext cx="53225" cy="53225"/>
              </a:xfrm>
              <a:custGeom>
                <a:avLst/>
                <a:gdLst/>
                <a:ahLst/>
                <a:cxnLst/>
                <a:rect l="l" t="t" r="r" b="b"/>
                <a:pathLst>
                  <a:path w="2129" h="2129" extrusionOk="0">
                    <a:moveTo>
                      <a:pt x="1065" y="1"/>
                    </a:moveTo>
                    <a:cubicBezTo>
                      <a:pt x="487" y="1"/>
                      <a:pt x="1" y="487"/>
                      <a:pt x="1" y="1065"/>
                    </a:cubicBezTo>
                    <a:cubicBezTo>
                      <a:pt x="1" y="1642"/>
                      <a:pt x="487" y="2128"/>
                      <a:pt x="1065" y="2128"/>
                    </a:cubicBezTo>
                    <a:cubicBezTo>
                      <a:pt x="1673" y="2128"/>
                      <a:pt x="2129" y="1642"/>
                      <a:pt x="2129" y="1065"/>
                    </a:cubicBezTo>
                    <a:cubicBezTo>
                      <a:pt x="2129" y="487"/>
                      <a:pt x="1673"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4" name="Google Shape;1074;p32"/>
              <p:cNvSpPr/>
              <p:nvPr/>
            </p:nvSpPr>
            <p:spPr>
              <a:xfrm>
                <a:off x="12747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5" name="Google Shape;1075;p32"/>
              <p:cNvSpPr/>
              <p:nvPr/>
            </p:nvSpPr>
            <p:spPr>
              <a:xfrm>
                <a:off x="1126600" y="4249875"/>
                <a:ext cx="52450" cy="53225"/>
              </a:xfrm>
              <a:custGeom>
                <a:avLst/>
                <a:gdLst/>
                <a:ahLst/>
                <a:cxnLst/>
                <a:rect l="l" t="t" r="r" b="b"/>
                <a:pathLst>
                  <a:path w="2098" h="2129" extrusionOk="0">
                    <a:moveTo>
                      <a:pt x="1064" y="1"/>
                    </a:moveTo>
                    <a:cubicBezTo>
                      <a:pt x="456" y="1"/>
                      <a:pt x="0" y="487"/>
                      <a:pt x="0" y="1065"/>
                    </a:cubicBezTo>
                    <a:cubicBezTo>
                      <a:pt x="0" y="1642"/>
                      <a:pt x="456" y="2128"/>
                      <a:pt x="1064" y="2128"/>
                    </a:cubicBezTo>
                    <a:cubicBezTo>
                      <a:pt x="1642" y="2128"/>
                      <a:pt x="2098" y="1642"/>
                      <a:pt x="2098" y="1065"/>
                    </a:cubicBezTo>
                    <a:cubicBezTo>
                      <a:pt x="209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6" name="Google Shape;1076;p32"/>
              <p:cNvSpPr/>
              <p:nvPr/>
            </p:nvSpPr>
            <p:spPr>
              <a:xfrm>
                <a:off x="994375" y="4249875"/>
                <a:ext cx="53225" cy="53225"/>
              </a:xfrm>
              <a:custGeom>
                <a:avLst/>
                <a:gdLst/>
                <a:ahLst/>
                <a:cxnLst/>
                <a:rect l="l" t="t" r="r" b="b"/>
                <a:pathLst>
                  <a:path w="2129" h="2129" extrusionOk="0">
                    <a:moveTo>
                      <a:pt x="1064" y="1"/>
                    </a:moveTo>
                    <a:cubicBezTo>
                      <a:pt x="456" y="1"/>
                      <a:pt x="0" y="487"/>
                      <a:pt x="0" y="1065"/>
                    </a:cubicBezTo>
                    <a:cubicBezTo>
                      <a:pt x="0" y="1642"/>
                      <a:pt x="456" y="2128"/>
                      <a:pt x="1064" y="2128"/>
                    </a:cubicBezTo>
                    <a:cubicBezTo>
                      <a:pt x="1642" y="2128"/>
                      <a:pt x="2128" y="1642"/>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7" name="Google Shape;1077;p32"/>
              <p:cNvSpPr/>
              <p:nvPr/>
            </p:nvSpPr>
            <p:spPr>
              <a:xfrm>
                <a:off x="843925" y="4249875"/>
                <a:ext cx="53200" cy="53225"/>
              </a:xfrm>
              <a:custGeom>
                <a:avLst/>
                <a:gdLst/>
                <a:ahLst/>
                <a:cxnLst/>
                <a:rect l="l" t="t" r="r" b="b"/>
                <a:pathLst>
                  <a:path w="2128" h="2129" extrusionOk="0">
                    <a:moveTo>
                      <a:pt x="1064" y="1"/>
                    </a:moveTo>
                    <a:cubicBezTo>
                      <a:pt x="486" y="1"/>
                      <a:pt x="0" y="487"/>
                      <a:pt x="0" y="1065"/>
                    </a:cubicBezTo>
                    <a:cubicBezTo>
                      <a:pt x="0" y="1642"/>
                      <a:pt x="486" y="2128"/>
                      <a:pt x="1064" y="2128"/>
                    </a:cubicBezTo>
                    <a:cubicBezTo>
                      <a:pt x="1672" y="2128"/>
                      <a:pt x="2128" y="1642"/>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78" name="Google Shape;1078;p32"/>
              <p:cNvSpPr/>
              <p:nvPr/>
            </p:nvSpPr>
            <p:spPr>
              <a:xfrm>
                <a:off x="713225" y="4249875"/>
                <a:ext cx="53200" cy="53225"/>
              </a:xfrm>
              <a:custGeom>
                <a:avLst/>
                <a:gdLst/>
                <a:ahLst/>
                <a:cxnLst/>
                <a:rect l="l" t="t" r="r" b="b"/>
                <a:pathLst>
                  <a:path w="2128" h="2129" extrusionOk="0">
                    <a:moveTo>
                      <a:pt x="1064" y="1"/>
                    </a:moveTo>
                    <a:cubicBezTo>
                      <a:pt x="456" y="1"/>
                      <a:pt x="0" y="487"/>
                      <a:pt x="0" y="1065"/>
                    </a:cubicBezTo>
                    <a:cubicBezTo>
                      <a:pt x="0" y="1642"/>
                      <a:pt x="456" y="2128"/>
                      <a:pt x="1064" y="2128"/>
                    </a:cubicBezTo>
                    <a:cubicBezTo>
                      <a:pt x="1641" y="2128"/>
                      <a:pt x="2128" y="1642"/>
                      <a:pt x="2128" y="1065"/>
                    </a:cubicBezTo>
                    <a:cubicBezTo>
                      <a:pt x="2128" y="487"/>
                      <a:pt x="1641"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grpSp>
    </p:spTree>
    <p:extLst>
      <p:ext uri="{BB962C8B-B14F-4D97-AF65-F5344CB8AC3E}">
        <p14:creationId xmlns:p14="http://schemas.microsoft.com/office/powerpoint/2010/main" val="1199775049"/>
      </p:ext>
    </p:extLst>
  </p:cSld>
  <p:clrMapOvr>
    <a:masterClrMapping/>
  </p:clrMapOvr>
  <p:hf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Title only 8">
  <p:cSld name="Title only 8">
    <p:bg>
      <p:bgPr>
        <a:solidFill>
          <a:schemeClr val="accent1"/>
        </a:solidFill>
        <a:effectLst/>
      </p:bgPr>
    </p:bg>
    <p:spTree>
      <p:nvGrpSpPr>
        <p:cNvPr id="1" name="Shape 1079"/>
        <p:cNvGrpSpPr/>
        <p:nvPr/>
      </p:nvGrpSpPr>
      <p:grpSpPr>
        <a:xfrm>
          <a:off x="0" y="0"/>
          <a:ext cx="0" cy="0"/>
          <a:chOff x="0" y="0"/>
          <a:chExt cx="0" cy="0"/>
        </a:xfrm>
      </p:grpSpPr>
      <p:grpSp>
        <p:nvGrpSpPr>
          <p:cNvPr id="1080" name="Google Shape;1080;p33"/>
          <p:cNvGrpSpPr/>
          <p:nvPr/>
        </p:nvGrpSpPr>
        <p:grpSpPr>
          <a:xfrm>
            <a:off x="10531893" y="731522"/>
            <a:ext cx="709127" cy="717849"/>
            <a:chOff x="418544" y="539491"/>
            <a:chExt cx="531845" cy="538387"/>
          </a:xfrm>
        </p:grpSpPr>
        <p:sp>
          <p:nvSpPr>
            <p:cNvPr id="1081" name="Google Shape;1081;p33"/>
            <p:cNvSpPr/>
            <p:nvPr/>
          </p:nvSpPr>
          <p:spPr>
            <a:xfrm>
              <a:off x="418544" y="904069"/>
              <a:ext cx="172516" cy="173808"/>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2" name="Google Shape;1082;p33"/>
            <p:cNvSpPr/>
            <p:nvPr/>
          </p:nvSpPr>
          <p:spPr>
            <a:xfrm>
              <a:off x="839296" y="539491"/>
              <a:ext cx="26167" cy="86258"/>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3" name="Google Shape;1083;p33"/>
            <p:cNvSpPr/>
            <p:nvPr/>
          </p:nvSpPr>
          <p:spPr>
            <a:xfrm>
              <a:off x="839296" y="644003"/>
              <a:ext cx="26167" cy="86297"/>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4" name="Google Shape;1084;p33"/>
            <p:cNvSpPr/>
            <p:nvPr/>
          </p:nvSpPr>
          <p:spPr>
            <a:xfrm>
              <a:off x="870634" y="620500"/>
              <a:ext cx="79755" cy="26167"/>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5" name="Google Shape;1085;p33"/>
            <p:cNvSpPr/>
            <p:nvPr/>
          </p:nvSpPr>
          <p:spPr>
            <a:xfrm>
              <a:off x="756955" y="622684"/>
              <a:ext cx="79755" cy="26167"/>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086" name="Google Shape;1086;p33"/>
          <p:cNvSpPr txBox="1">
            <a:spLocks noGrp="1"/>
          </p:cNvSpPr>
          <p:nvPr>
            <p:ph type="title"/>
          </p:nvPr>
        </p:nvSpPr>
        <p:spPr>
          <a:xfrm>
            <a:off x="918800" y="609600"/>
            <a:ext cx="10322400" cy="853600"/>
          </a:xfrm>
          <a:prstGeom prst="rect">
            <a:avLst/>
          </a:prstGeom>
        </p:spPr>
        <p:txBody>
          <a:bodyPr spcFirstLastPara="1" wrap="square" lIns="0" tIns="0" rIns="0" bIns="0" anchor="t" anchorCtr="0">
            <a:noAutofit/>
          </a:bodyPr>
          <a:lstStyle>
            <a:lvl1pPr lvl="0" algn="ctr" rtl="0">
              <a:spcBef>
                <a:spcPts val="0"/>
              </a:spcBef>
              <a:spcAft>
                <a:spcPts val="0"/>
              </a:spcAft>
              <a:buSzPts val="35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grpSp>
        <p:nvGrpSpPr>
          <p:cNvPr id="1087" name="Google Shape;1087;p33"/>
          <p:cNvGrpSpPr/>
          <p:nvPr/>
        </p:nvGrpSpPr>
        <p:grpSpPr>
          <a:xfrm flipH="1">
            <a:off x="950959" y="731522"/>
            <a:ext cx="709127" cy="717849"/>
            <a:chOff x="418544" y="539491"/>
            <a:chExt cx="531845" cy="538387"/>
          </a:xfrm>
        </p:grpSpPr>
        <p:sp>
          <p:nvSpPr>
            <p:cNvPr id="1088" name="Google Shape;1088;p33"/>
            <p:cNvSpPr/>
            <p:nvPr/>
          </p:nvSpPr>
          <p:spPr>
            <a:xfrm>
              <a:off x="418544" y="904069"/>
              <a:ext cx="172516" cy="173808"/>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89" name="Google Shape;1089;p33"/>
            <p:cNvSpPr/>
            <p:nvPr/>
          </p:nvSpPr>
          <p:spPr>
            <a:xfrm>
              <a:off x="839296" y="539491"/>
              <a:ext cx="26167" cy="86258"/>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0" name="Google Shape;1090;p33"/>
            <p:cNvSpPr/>
            <p:nvPr/>
          </p:nvSpPr>
          <p:spPr>
            <a:xfrm>
              <a:off x="839296" y="644003"/>
              <a:ext cx="26167" cy="86297"/>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1" name="Google Shape;1091;p33"/>
            <p:cNvSpPr/>
            <p:nvPr/>
          </p:nvSpPr>
          <p:spPr>
            <a:xfrm>
              <a:off x="870634" y="620500"/>
              <a:ext cx="79755" cy="26167"/>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2" name="Google Shape;1092;p33"/>
            <p:cNvSpPr/>
            <p:nvPr/>
          </p:nvSpPr>
          <p:spPr>
            <a:xfrm>
              <a:off x="756955" y="622684"/>
              <a:ext cx="79755" cy="26167"/>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Tree>
    <p:extLst>
      <p:ext uri="{BB962C8B-B14F-4D97-AF65-F5344CB8AC3E}">
        <p14:creationId xmlns:p14="http://schemas.microsoft.com/office/powerpoint/2010/main" val="3056540076"/>
      </p:ext>
    </p:extLst>
  </p:cSld>
  <p:clrMapOvr>
    <a:masterClrMapping/>
  </p:clrMapOvr>
  <p:hf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093"/>
        <p:cNvGrpSpPr/>
        <p:nvPr/>
      </p:nvGrpSpPr>
      <p:grpSpPr>
        <a:xfrm>
          <a:off x="0" y="0"/>
          <a:ext cx="0" cy="0"/>
          <a:chOff x="0" y="0"/>
          <a:chExt cx="0" cy="0"/>
        </a:xfrm>
      </p:grpSpPr>
      <p:sp>
        <p:nvSpPr>
          <p:cNvPr id="1094" name="Google Shape;1094;p34"/>
          <p:cNvSpPr/>
          <p:nvPr/>
        </p:nvSpPr>
        <p:spPr>
          <a:xfrm>
            <a:off x="0" y="3765100"/>
            <a:ext cx="1647336" cy="3296985"/>
          </a:xfrm>
          <a:custGeom>
            <a:avLst/>
            <a:gdLst/>
            <a:ahLst/>
            <a:cxnLst/>
            <a:rect l="l" t="t" r="r" b="b"/>
            <a:pathLst>
              <a:path w="21369" h="42768" extrusionOk="0">
                <a:moveTo>
                  <a:pt x="1" y="1"/>
                </a:moveTo>
                <a:lnTo>
                  <a:pt x="1" y="42767"/>
                </a:lnTo>
                <a:cubicBezTo>
                  <a:pt x="11794" y="42767"/>
                  <a:pt x="21369" y="33193"/>
                  <a:pt x="21369" y="21399"/>
                </a:cubicBezTo>
                <a:cubicBezTo>
                  <a:pt x="21369" y="9575"/>
                  <a:pt x="11794" y="1"/>
                  <a:pt x="1" y="1"/>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095" name="Google Shape;1095;p34"/>
          <p:cNvSpPr/>
          <p:nvPr/>
        </p:nvSpPr>
        <p:spPr>
          <a:xfrm>
            <a:off x="353843" y="3765100"/>
            <a:ext cx="1649727" cy="3296985"/>
          </a:xfrm>
          <a:custGeom>
            <a:avLst/>
            <a:gdLst/>
            <a:ahLst/>
            <a:cxnLst/>
            <a:rect l="l" t="t" r="r" b="b"/>
            <a:pathLst>
              <a:path w="21400" h="42768" fill="none" extrusionOk="0">
                <a:moveTo>
                  <a:pt x="0" y="1"/>
                </a:moveTo>
                <a:lnTo>
                  <a:pt x="0" y="42767"/>
                </a:lnTo>
                <a:cubicBezTo>
                  <a:pt x="11824" y="42767"/>
                  <a:pt x="21399" y="33193"/>
                  <a:pt x="21399" y="21399"/>
                </a:cubicBezTo>
                <a:cubicBezTo>
                  <a:pt x="21399" y="9575"/>
                  <a:pt x="11824" y="1"/>
                  <a:pt x="0" y="1"/>
                </a:cubicBezTo>
                <a:close/>
              </a:path>
            </a:pathLst>
          </a:custGeom>
          <a:noFill/>
          <a:ln w="19000" cap="flat" cmpd="sng">
            <a:solidFill>
              <a:schemeClr val="accent4"/>
            </a:solidFill>
            <a:prstDash val="solid"/>
            <a:miter lim="30395"/>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096" name="Google Shape;1096;p34"/>
          <p:cNvGrpSpPr/>
          <p:nvPr/>
        </p:nvGrpSpPr>
        <p:grpSpPr>
          <a:xfrm>
            <a:off x="1253849" y="5388788"/>
            <a:ext cx="1822211" cy="283257"/>
            <a:chOff x="713225" y="4468250"/>
            <a:chExt cx="1036525" cy="161125"/>
          </a:xfrm>
        </p:grpSpPr>
        <p:sp>
          <p:nvSpPr>
            <p:cNvPr id="1097" name="Google Shape;1097;p34"/>
            <p:cNvSpPr/>
            <p:nvPr/>
          </p:nvSpPr>
          <p:spPr>
            <a:xfrm>
              <a:off x="16965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8" name="Google Shape;1098;p34"/>
            <p:cNvSpPr/>
            <p:nvPr/>
          </p:nvSpPr>
          <p:spPr>
            <a:xfrm>
              <a:off x="1565825" y="4576150"/>
              <a:ext cx="53225" cy="53225"/>
            </a:xfrm>
            <a:custGeom>
              <a:avLst/>
              <a:gdLst/>
              <a:ahLst/>
              <a:cxnLst/>
              <a:rect l="l" t="t" r="r" b="b"/>
              <a:pathLst>
                <a:path w="2129" h="2129" extrusionOk="0">
                  <a:moveTo>
                    <a:pt x="1064" y="1"/>
                  </a:moveTo>
                  <a:cubicBezTo>
                    <a:pt x="456" y="1"/>
                    <a:pt x="1" y="487"/>
                    <a:pt x="1" y="1065"/>
                  </a:cubicBezTo>
                  <a:cubicBezTo>
                    <a:pt x="1" y="1673"/>
                    <a:pt x="456"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099" name="Google Shape;1099;p34"/>
            <p:cNvSpPr/>
            <p:nvPr/>
          </p:nvSpPr>
          <p:spPr>
            <a:xfrm>
              <a:off x="14070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9" y="1673"/>
                    <a:pt x="2129" y="1065"/>
                  </a:cubicBezTo>
                  <a:cubicBezTo>
                    <a:pt x="2129"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0" name="Google Shape;1100;p34"/>
            <p:cNvSpPr/>
            <p:nvPr/>
          </p:nvSpPr>
          <p:spPr>
            <a:xfrm>
              <a:off x="12755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1" name="Google Shape;1101;p34"/>
            <p:cNvSpPr/>
            <p:nvPr/>
          </p:nvSpPr>
          <p:spPr>
            <a:xfrm>
              <a:off x="1126600" y="4576150"/>
              <a:ext cx="53225" cy="53225"/>
            </a:xfrm>
            <a:custGeom>
              <a:avLst/>
              <a:gdLst/>
              <a:ahLst/>
              <a:cxnLst/>
              <a:rect l="l" t="t" r="r" b="b"/>
              <a:pathLst>
                <a:path w="2129" h="2129" extrusionOk="0">
                  <a:moveTo>
                    <a:pt x="1065" y="1"/>
                  </a:moveTo>
                  <a:cubicBezTo>
                    <a:pt x="487" y="1"/>
                    <a:pt x="1" y="487"/>
                    <a:pt x="1" y="1065"/>
                  </a:cubicBezTo>
                  <a:cubicBezTo>
                    <a:pt x="1" y="1673"/>
                    <a:pt x="48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2" name="Google Shape;1102;p34"/>
            <p:cNvSpPr/>
            <p:nvPr/>
          </p:nvSpPr>
          <p:spPr>
            <a:xfrm>
              <a:off x="995900" y="4576150"/>
              <a:ext cx="53225" cy="53225"/>
            </a:xfrm>
            <a:custGeom>
              <a:avLst/>
              <a:gdLst/>
              <a:ahLst/>
              <a:cxnLst/>
              <a:rect l="l" t="t" r="r" b="b"/>
              <a:pathLst>
                <a:path w="2129" h="2129" extrusionOk="0">
                  <a:moveTo>
                    <a:pt x="1065" y="1"/>
                  </a:moveTo>
                  <a:cubicBezTo>
                    <a:pt x="457" y="1"/>
                    <a:pt x="1" y="487"/>
                    <a:pt x="1" y="1065"/>
                  </a:cubicBezTo>
                  <a:cubicBezTo>
                    <a:pt x="1" y="1673"/>
                    <a:pt x="457" y="2129"/>
                    <a:pt x="1065" y="2129"/>
                  </a:cubicBezTo>
                  <a:cubicBezTo>
                    <a:pt x="1642" y="2129"/>
                    <a:pt x="2128" y="1673"/>
                    <a:pt x="2128" y="1065"/>
                  </a:cubicBezTo>
                  <a:cubicBezTo>
                    <a:pt x="2128" y="48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3" name="Google Shape;1103;p34"/>
            <p:cNvSpPr/>
            <p:nvPr/>
          </p:nvSpPr>
          <p:spPr>
            <a:xfrm>
              <a:off x="845450" y="4576150"/>
              <a:ext cx="53225" cy="53225"/>
            </a:xfrm>
            <a:custGeom>
              <a:avLst/>
              <a:gdLst/>
              <a:ahLst/>
              <a:cxnLst/>
              <a:rect l="l" t="t" r="r" b="b"/>
              <a:pathLst>
                <a:path w="2129" h="2129" extrusionOk="0">
                  <a:moveTo>
                    <a:pt x="1064" y="1"/>
                  </a:moveTo>
                  <a:cubicBezTo>
                    <a:pt x="487" y="1"/>
                    <a:pt x="0" y="487"/>
                    <a:pt x="0" y="1065"/>
                  </a:cubicBezTo>
                  <a:cubicBezTo>
                    <a:pt x="0" y="1673"/>
                    <a:pt x="487" y="2129"/>
                    <a:pt x="1064" y="2129"/>
                  </a:cubicBezTo>
                  <a:cubicBezTo>
                    <a:pt x="1642" y="2129"/>
                    <a:pt x="2128" y="1673"/>
                    <a:pt x="2128" y="1065"/>
                  </a:cubicBezTo>
                  <a:cubicBezTo>
                    <a:pt x="2128" y="48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4" name="Google Shape;1104;p34"/>
            <p:cNvSpPr/>
            <p:nvPr/>
          </p:nvSpPr>
          <p:spPr>
            <a:xfrm>
              <a:off x="713225" y="4576150"/>
              <a:ext cx="53225" cy="53225"/>
            </a:xfrm>
            <a:custGeom>
              <a:avLst/>
              <a:gdLst/>
              <a:ahLst/>
              <a:cxnLst/>
              <a:rect l="l" t="t" r="r" b="b"/>
              <a:pathLst>
                <a:path w="2129" h="2129" extrusionOk="0">
                  <a:moveTo>
                    <a:pt x="1064" y="1"/>
                  </a:moveTo>
                  <a:cubicBezTo>
                    <a:pt x="487" y="1"/>
                    <a:pt x="1" y="487"/>
                    <a:pt x="1" y="1065"/>
                  </a:cubicBezTo>
                  <a:cubicBezTo>
                    <a:pt x="1" y="1673"/>
                    <a:pt x="487" y="2129"/>
                    <a:pt x="1064" y="2129"/>
                  </a:cubicBezTo>
                  <a:cubicBezTo>
                    <a:pt x="1672" y="2129"/>
                    <a:pt x="2128" y="1673"/>
                    <a:pt x="2128" y="1065"/>
                  </a:cubicBezTo>
                  <a:cubicBezTo>
                    <a:pt x="2128" y="48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5" name="Google Shape;1105;p34"/>
            <p:cNvSpPr/>
            <p:nvPr/>
          </p:nvSpPr>
          <p:spPr>
            <a:xfrm>
              <a:off x="16965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6" name="Google Shape;1106;p34"/>
            <p:cNvSpPr/>
            <p:nvPr/>
          </p:nvSpPr>
          <p:spPr>
            <a:xfrm>
              <a:off x="1565825" y="4468250"/>
              <a:ext cx="53225" cy="53225"/>
            </a:xfrm>
            <a:custGeom>
              <a:avLst/>
              <a:gdLst/>
              <a:ahLst/>
              <a:cxnLst/>
              <a:rect l="l" t="t" r="r" b="b"/>
              <a:pathLst>
                <a:path w="2129" h="2129" extrusionOk="0">
                  <a:moveTo>
                    <a:pt x="1064" y="1"/>
                  </a:moveTo>
                  <a:cubicBezTo>
                    <a:pt x="456" y="1"/>
                    <a:pt x="1" y="457"/>
                    <a:pt x="1" y="1065"/>
                  </a:cubicBezTo>
                  <a:cubicBezTo>
                    <a:pt x="1" y="1642"/>
                    <a:pt x="456"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7" name="Google Shape;1107;p34"/>
            <p:cNvSpPr/>
            <p:nvPr/>
          </p:nvSpPr>
          <p:spPr>
            <a:xfrm>
              <a:off x="14070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9" y="1642"/>
                    <a:pt x="2129" y="1065"/>
                  </a:cubicBezTo>
                  <a:cubicBezTo>
                    <a:pt x="2129"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8" name="Google Shape;1108;p34"/>
            <p:cNvSpPr/>
            <p:nvPr/>
          </p:nvSpPr>
          <p:spPr>
            <a:xfrm>
              <a:off x="12755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09" name="Google Shape;1109;p34"/>
            <p:cNvSpPr/>
            <p:nvPr/>
          </p:nvSpPr>
          <p:spPr>
            <a:xfrm>
              <a:off x="1126600" y="4468250"/>
              <a:ext cx="53225" cy="53225"/>
            </a:xfrm>
            <a:custGeom>
              <a:avLst/>
              <a:gdLst/>
              <a:ahLst/>
              <a:cxnLst/>
              <a:rect l="l" t="t" r="r" b="b"/>
              <a:pathLst>
                <a:path w="2129" h="2129" extrusionOk="0">
                  <a:moveTo>
                    <a:pt x="1065" y="1"/>
                  </a:moveTo>
                  <a:cubicBezTo>
                    <a:pt x="487" y="1"/>
                    <a:pt x="1" y="457"/>
                    <a:pt x="1" y="1065"/>
                  </a:cubicBezTo>
                  <a:cubicBezTo>
                    <a:pt x="1" y="1642"/>
                    <a:pt x="48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0" name="Google Shape;1110;p34"/>
            <p:cNvSpPr/>
            <p:nvPr/>
          </p:nvSpPr>
          <p:spPr>
            <a:xfrm>
              <a:off x="995900" y="4468250"/>
              <a:ext cx="53225" cy="53225"/>
            </a:xfrm>
            <a:custGeom>
              <a:avLst/>
              <a:gdLst/>
              <a:ahLst/>
              <a:cxnLst/>
              <a:rect l="l" t="t" r="r" b="b"/>
              <a:pathLst>
                <a:path w="2129" h="2129" extrusionOk="0">
                  <a:moveTo>
                    <a:pt x="1065" y="1"/>
                  </a:moveTo>
                  <a:cubicBezTo>
                    <a:pt x="457" y="1"/>
                    <a:pt x="1" y="457"/>
                    <a:pt x="1" y="1065"/>
                  </a:cubicBezTo>
                  <a:cubicBezTo>
                    <a:pt x="1" y="1642"/>
                    <a:pt x="457" y="2128"/>
                    <a:pt x="1065" y="2128"/>
                  </a:cubicBezTo>
                  <a:cubicBezTo>
                    <a:pt x="1642" y="2128"/>
                    <a:pt x="2128" y="1642"/>
                    <a:pt x="2128" y="1065"/>
                  </a:cubicBezTo>
                  <a:cubicBezTo>
                    <a:pt x="2128" y="457"/>
                    <a:pt x="1642" y="1"/>
                    <a:pt x="106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1" name="Google Shape;1111;p34"/>
            <p:cNvSpPr/>
            <p:nvPr/>
          </p:nvSpPr>
          <p:spPr>
            <a:xfrm>
              <a:off x="845450" y="4468250"/>
              <a:ext cx="53225" cy="53225"/>
            </a:xfrm>
            <a:custGeom>
              <a:avLst/>
              <a:gdLst/>
              <a:ahLst/>
              <a:cxnLst/>
              <a:rect l="l" t="t" r="r" b="b"/>
              <a:pathLst>
                <a:path w="2129" h="2129" extrusionOk="0">
                  <a:moveTo>
                    <a:pt x="1064" y="1"/>
                  </a:moveTo>
                  <a:cubicBezTo>
                    <a:pt x="487" y="1"/>
                    <a:pt x="0" y="457"/>
                    <a:pt x="0" y="1065"/>
                  </a:cubicBezTo>
                  <a:cubicBezTo>
                    <a:pt x="0" y="1642"/>
                    <a:pt x="487" y="2128"/>
                    <a:pt x="1064" y="2128"/>
                  </a:cubicBezTo>
                  <a:cubicBezTo>
                    <a:pt x="1642" y="2128"/>
                    <a:pt x="2128" y="1642"/>
                    <a:pt x="2128" y="1065"/>
                  </a:cubicBezTo>
                  <a:cubicBezTo>
                    <a:pt x="2128" y="457"/>
                    <a:pt x="164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2" name="Google Shape;1112;p34"/>
            <p:cNvSpPr/>
            <p:nvPr/>
          </p:nvSpPr>
          <p:spPr>
            <a:xfrm>
              <a:off x="713225" y="4468250"/>
              <a:ext cx="53225" cy="53225"/>
            </a:xfrm>
            <a:custGeom>
              <a:avLst/>
              <a:gdLst/>
              <a:ahLst/>
              <a:cxnLst/>
              <a:rect l="l" t="t" r="r" b="b"/>
              <a:pathLst>
                <a:path w="2129" h="2129" extrusionOk="0">
                  <a:moveTo>
                    <a:pt x="1064" y="1"/>
                  </a:moveTo>
                  <a:cubicBezTo>
                    <a:pt x="487" y="1"/>
                    <a:pt x="1" y="457"/>
                    <a:pt x="1" y="1065"/>
                  </a:cubicBezTo>
                  <a:cubicBezTo>
                    <a:pt x="1" y="1642"/>
                    <a:pt x="487" y="2128"/>
                    <a:pt x="1064" y="2128"/>
                  </a:cubicBezTo>
                  <a:cubicBezTo>
                    <a:pt x="1672" y="2128"/>
                    <a:pt x="2128" y="1642"/>
                    <a:pt x="2128" y="1065"/>
                  </a:cubicBezTo>
                  <a:cubicBezTo>
                    <a:pt x="2128" y="457"/>
                    <a:pt x="1672" y="1"/>
                    <a:pt x="10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113" name="Google Shape;1113;p34"/>
          <p:cNvSpPr/>
          <p:nvPr/>
        </p:nvSpPr>
        <p:spPr>
          <a:xfrm rot="8100000">
            <a:off x="8283378" y="2626337"/>
            <a:ext cx="3519129" cy="3519129"/>
          </a:xfrm>
          <a:prstGeom prst="blockArc">
            <a:avLst>
              <a:gd name="adj1" fmla="val 10800000"/>
              <a:gd name="adj2" fmla="val 0"/>
              <a:gd name="adj3" fmla="val 25000"/>
            </a:avLst>
          </a:prstGeom>
          <a:noFill/>
          <a:ln w="2857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grpSp>
        <p:nvGrpSpPr>
          <p:cNvPr id="1114" name="Google Shape;1114;p34"/>
          <p:cNvGrpSpPr/>
          <p:nvPr/>
        </p:nvGrpSpPr>
        <p:grpSpPr>
          <a:xfrm>
            <a:off x="5703592" y="155405"/>
            <a:ext cx="785800" cy="1352025"/>
            <a:chOff x="832925" y="1132500"/>
            <a:chExt cx="376125" cy="647150"/>
          </a:xfrm>
        </p:grpSpPr>
        <p:sp>
          <p:nvSpPr>
            <p:cNvPr id="1115" name="Google Shape;1115;p34"/>
            <p:cNvSpPr/>
            <p:nvPr/>
          </p:nvSpPr>
          <p:spPr>
            <a:xfrm>
              <a:off x="870450" y="1668725"/>
              <a:ext cx="110100" cy="110925"/>
            </a:xfrm>
            <a:custGeom>
              <a:avLst/>
              <a:gdLst/>
              <a:ahLst/>
              <a:cxnLst/>
              <a:rect l="l" t="t" r="r" b="b"/>
              <a:pathLst>
                <a:path w="4404" h="4437" extrusionOk="0">
                  <a:moveTo>
                    <a:pt x="2202" y="667"/>
                  </a:moveTo>
                  <a:cubicBezTo>
                    <a:pt x="3036" y="667"/>
                    <a:pt x="3736" y="1401"/>
                    <a:pt x="3703" y="2168"/>
                  </a:cubicBezTo>
                  <a:cubicBezTo>
                    <a:pt x="3703" y="3002"/>
                    <a:pt x="3036" y="3669"/>
                    <a:pt x="2202" y="3669"/>
                  </a:cubicBezTo>
                  <a:cubicBezTo>
                    <a:pt x="1368" y="3669"/>
                    <a:pt x="701" y="3002"/>
                    <a:pt x="701" y="2168"/>
                  </a:cubicBezTo>
                  <a:cubicBezTo>
                    <a:pt x="701" y="1334"/>
                    <a:pt x="1368" y="667"/>
                    <a:pt x="2202" y="667"/>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6" name="Google Shape;1116;p34"/>
            <p:cNvSpPr/>
            <p:nvPr/>
          </p:nvSpPr>
          <p:spPr>
            <a:xfrm>
              <a:off x="832925" y="1365175"/>
              <a:ext cx="110100" cy="110925"/>
            </a:xfrm>
            <a:custGeom>
              <a:avLst/>
              <a:gdLst/>
              <a:ahLst/>
              <a:cxnLst/>
              <a:rect l="l" t="t" r="r" b="b"/>
              <a:pathLst>
                <a:path w="4404" h="4437" extrusionOk="0">
                  <a:moveTo>
                    <a:pt x="2202" y="701"/>
                  </a:moveTo>
                  <a:cubicBezTo>
                    <a:pt x="3036" y="701"/>
                    <a:pt x="3703" y="1368"/>
                    <a:pt x="3703" y="2202"/>
                  </a:cubicBezTo>
                  <a:cubicBezTo>
                    <a:pt x="3703" y="3036"/>
                    <a:pt x="3036" y="3669"/>
                    <a:pt x="2202" y="3669"/>
                  </a:cubicBezTo>
                  <a:cubicBezTo>
                    <a:pt x="1368" y="3669"/>
                    <a:pt x="701" y="3036"/>
                    <a:pt x="701" y="2202"/>
                  </a:cubicBezTo>
                  <a:cubicBezTo>
                    <a:pt x="701" y="1368"/>
                    <a:pt x="1368" y="701"/>
                    <a:pt x="2202" y="701"/>
                  </a:cubicBezTo>
                  <a:close/>
                  <a:moveTo>
                    <a:pt x="2202" y="0"/>
                  </a:moveTo>
                  <a:cubicBezTo>
                    <a:pt x="1001" y="0"/>
                    <a:pt x="0" y="1001"/>
                    <a:pt x="0" y="2235"/>
                  </a:cubicBezTo>
                  <a:cubicBezTo>
                    <a:pt x="0" y="3436"/>
                    <a:pt x="1001" y="4437"/>
                    <a:pt x="2202" y="4437"/>
                  </a:cubicBezTo>
                  <a:cubicBezTo>
                    <a:pt x="3403" y="4437"/>
                    <a:pt x="4403" y="3436"/>
                    <a:pt x="4403" y="2235"/>
                  </a:cubicBezTo>
                  <a:cubicBezTo>
                    <a:pt x="4403" y="1001"/>
                    <a:pt x="3403" y="0"/>
                    <a:pt x="22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7" name="Google Shape;1117;p34"/>
            <p:cNvSpPr/>
            <p:nvPr/>
          </p:nvSpPr>
          <p:spPr>
            <a:xfrm>
              <a:off x="1138125" y="1432700"/>
              <a:ext cx="16725" cy="55075"/>
            </a:xfrm>
            <a:custGeom>
              <a:avLst/>
              <a:gdLst/>
              <a:ahLst/>
              <a:cxnLst/>
              <a:rect l="l" t="t" r="r" b="b"/>
              <a:pathLst>
                <a:path w="669" h="2203" extrusionOk="0">
                  <a:moveTo>
                    <a:pt x="335" y="1"/>
                  </a:moveTo>
                  <a:cubicBezTo>
                    <a:pt x="168" y="1"/>
                    <a:pt x="1" y="101"/>
                    <a:pt x="1" y="335"/>
                  </a:cubicBezTo>
                  <a:lnTo>
                    <a:pt x="1" y="1869"/>
                  </a:lnTo>
                  <a:cubicBezTo>
                    <a:pt x="1" y="2036"/>
                    <a:pt x="134" y="2203"/>
                    <a:pt x="335" y="2203"/>
                  </a:cubicBezTo>
                  <a:cubicBezTo>
                    <a:pt x="535" y="2203"/>
                    <a:pt x="668" y="2036"/>
                    <a:pt x="668" y="1869"/>
                  </a:cubicBezTo>
                  <a:lnTo>
                    <a:pt x="668" y="335"/>
                  </a:lnTo>
                  <a:cubicBezTo>
                    <a:pt x="668" y="168"/>
                    <a:pt x="535" y="1"/>
                    <a:pt x="33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8" name="Google Shape;1118;p34"/>
            <p:cNvSpPr/>
            <p:nvPr/>
          </p:nvSpPr>
          <p:spPr>
            <a:xfrm>
              <a:off x="1138125" y="1498600"/>
              <a:ext cx="16725" cy="55900"/>
            </a:xfrm>
            <a:custGeom>
              <a:avLst/>
              <a:gdLst/>
              <a:ahLst/>
              <a:cxnLst/>
              <a:rect l="l" t="t" r="r" b="b"/>
              <a:pathLst>
                <a:path w="669" h="2236" extrusionOk="0">
                  <a:moveTo>
                    <a:pt x="335" y="0"/>
                  </a:moveTo>
                  <a:cubicBezTo>
                    <a:pt x="168" y="0"/>
                    <a:pt x="1" y="134"/>
                    <a:pt x="1" y="367"/>
                  </a:cubicBezTo>
                  <a:lnTo>
                    <a:pt x="1" y="1902"/>
                  </a:lnTo>
                  <a:cubicBezTo>
                    <a:pt x="1" y="2068"/>
                    <a:pt x="134" y="2235"/>
                    <a:pt x="335" y="2235"/>
                  </a:cubicBezTo>
                  <a:cubicBezTo>
                    <a:pt x="535" y="2235"/>
                    <a:pt x="668" y="2068"/>
                    <a:pt x="668" y="1902"/>
                  </a:cubicBezTo>
                  <a:lnTo>
                    <a:pt x="668" y="367"/>
                  </a:lnTo>
                  <a:cubicBezTo>
                    <a:pt x="668" y="200"/>
                    <a:pt x="535" y="0"/>
                    <a:pt x="3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19" name="Google Shape;1119;p34"/>
            <p:cNvSpPr/>
            <p:nvPr/>
          </p:nvSpPr>
          <p:spPr>
            <a:xfrm>
              <a:off x="1158150" y="1485250"/>
              <a:ext cx="50900" cy="16700"/>
            </a:xfrm>
            <a:custGeom>
              <a:avLst/>
              <a:gdLst/>
              <a:ahLst/>
              <a:cxnLst/>
              <a:rect l="l" t="t" r="r" b="b"/>
              <a:pathLst>
                <a:path w="2036" h="668" extrusionOk="0">
                  <a:moveTo>
                    <a:pt x="334" y="0"/>
                  </a:moveTo>
                  <a:cubicBezTo>
                    <a:pt x="167" y="0"/>
                    <a:pt x="1" y="134"/>
                    <a:pt x="1" y="334"/>
                  </a:cubicBezTo>
                  <a:cubicBezTo>
                    <a:pt x="1" y="501"/>
                    <a:pt x="134" y="668"/>
                    <a:pt x="334" y="668"/>
                  </a:cubicBezTo>
                  <a:lnTo>
                    <a:pt x="1702" y="668"/>
                  </a:lnTo>
                  <a:cubicBezTo>
                    <a:pt x="1869" y="668"/>
                    <a:pt x="2035" y="501"/>
                    <a:pt x="2035" y="334"/>
                  </a:cubicBezTo>
                  <a:cubicBezTo>
                    <a:pt x="2035" y="167"/>
                    <a:pt x="1902" y="0"/>
                    <a:pt x="170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0" name="Google Shape;1120;p34"/>
            <p:cNvSpPr/>
            <p:nvPr/>
          </p:nvSpPr>
          <p:spPr>
            <a:xfrm>
              <a:off x="1084775" y="1485250"/>
              <a:ext cx="51725" cy="16700"/>
            </a:xfrm>
            <a:custGeom>
              <a:avLst/>
              <a:gdLst/>
              <a:ahLst/>
              <a:cxnLst/>
              <a:rect l="l" t="t" r="r" b="b"/>
              <a:pathLst>
                <a:path w="2069" h="668" extrusionOk="0">
                  <a:moveTo>
                    <a:pt x="334" y="0"/>
                  </a:moveTo>
                  <a:cubicBezTo>
                    <a:pt x="167" y="0"/>
                    <a:pt x="0" y="134"/>
                    <a:pt x="0" y="334"/>
                  </a:cubicBezTo>
                  <a:cubicBezTo>
                    <a:pt x="0" y="501"/>
                    <a:pt x="134" y="668"/>
                    <a:pt x="334" y="668"/>
                  </a:cubicBezTo>
                  <a:lnTo>
                    <a:pt x="1735" y="668"/>
                  </a:lnTo>
                  <a:cubicBezTo>
                    <a:pt x="1868" y="668"/>
                    <a:pt x="2068" y="501"/>
                    <a:pt x="2068" y="334"/>
                  </a:cubicBezTo>
                  <a:cubicBezTo>
                    <a:pt x="2068" y="167"/>
                    <a:pt x="1935" y="0"/>
                    <a:pt x="17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1" name="Google Shape;1121;p34"/>
            <p:cNvSpPr/>
            <p:nvPr/>
          </p:nvSpPr>
          <p:spPr>
            <a:xfrm>
              <a:off x="1101450" y="1132500"/>
              <a:ext cx="16700" cy="55050"/>
            </a:xfrm>
            <a:custGeom>
              <a:avLst/>
              <a:gdLst/>
              <a:ahLst/>
              <a:cxnLst/>
              <a:rect l="l" t="t" r="r" b="b"/>
              <a:pathLst>
                <a:path w="668" h="2202" extrusionOk="0">
                  <a:moveTo>
                    <a:pt x="334" y="0"/>
                  </a:moveTo>
                  <a:cubicBezTo>
                    <a:pt x="167" y="0"/>
                    <a:pt x="0" y="100"/>
                    <a:pt x="0" y="334"/>
                  </a:cubicBezTo>
                  <a:lnTo>
                    <a:pt x="0" y="1868"/>
                  </a:lnTo>
                  <a:cubicBezTo>
                    <a:pt x="0" y="2035"/>
                    <a:pt x="134" y="2202"/>
                    <a:pt x="334" y="2202"/>
                  </a:cubicBezTo>
                  <a:cubicBezTo>
                    <a:pt x="567" y="2202"/>
                    <a:pt x="667" y="2035"/>
                    <a:pt x="667" y="1868"/>
                  </a:cubicBezTo>
                  <a:lnTo>
                    <a:pt x="667" y="334"/>
                  </a:lnTo>
                  <a:cubicBezTo>
                    <a:pt x="667" y="167"/>
                    <a:pt x="567" y="0"/>
                    <a:pt x="3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2" name="Google Shape;1122;p34"/>
            <p:cNvSpPr/>
            <p:nvPr/>
          </p:nvSpPr>
          <p:spPr>
            <a:xfrm>
              <a:off x="1101450" y="1199200"/>
              <a:ext cx="16700" cy="55075"/>
            </a:xfrm>
            <a:custGeom>
              <a:avLst/>
              <a:gdLst/>
              <a:ahLst/>
              <a:cxnLst/>
              <a:rect l="l" t="t" r="r" b="b"/>
              <a:pathLst>
                <a:path w="668" h="2203" extrusionOk="0">
                  <a:moveTo>
                    <a:pt x="334" y="1"/>
                  </a:moveTo>
                  <a:cubicBezTo>
                    <a:pt x="167" y="1"/>
                    <a:pt x="0" y="101"/>
                    <a:pt x="0" y="335"/>
                  </a:cubicBezTo>
                  <a:lnTo>
                    <a:pt x="0" y="1869"/>
                  </a:lnTo>
                  <a:cubicBezTo>
                    <a:pt x="0" y="2036"/>
                    <a:pt x="134" y="2203"/>
                    <a:pt x="334" y="2203"/>
                  </a:cubicBezTo>
                  <a:cubicBezTo>
                    <a:pt x="567" y="2203"/>
                    <a:pt x="667" y="2036"/>
                    <a:pt x="667" y="1869"/>
                  </a:cubicBezTo>
                  <a:lnTo>
                    <a:pt x="667" y="335"/>
                  </a:lnTo>
                  <a:cubicBezTo>
                    <a:pt x="667" y="168"/>
                    <a:pt x="567" y="1"/>
                    <a:pt x="33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3" name="Google Shape;1123;p34"/>
            <p:cNvSpPr/>
            <p:nvPr/>
          </p:nvSpPr>
          <p:spPr>
            <a:xfrm>
              <a:off x="1121450" y="1184200"/>
              <a:ext cx="50900" cy="16700"/>
            </a:xfrm>
            <a:custGeom>
              <a:avLst/>
              <a:gdLst/>
              <a:ahLst/>
              <a:cxnLst/>
              <a:rect l="l" t="t" r="r" b="b"/>
              <a:pathLst>
                <a:path w="2036" h="668" extrusionOk="0">
                  <a:moveTo>
                    <a:pt x="334" y="1"/>
                  </a:moveTo>
                  <a:cubicBezTo>
                    <a:pt x="168" y="1"/>
                    <a:pt x="1" y="134"/>
                    <a:pt x="1" y="334"/>
                  </a:cubicBezTo>
                  <a:cubicBezTo>
                    <a:pt x="1" y="501"/>
                    <a:pt x="134" y="668"/>
                    <a:pt x="334" y="668"/>
                  </a:cubicBezTo>
                  <a:lnTo>
                    <a:pt x="1702" y="668"/>
                  </a:lnTo>
                  <a:cubicBezTo>
                    <a:pt x="1869" y="668"/>
                    <a:pt x="2036" y="534"/>
                    <a:pt x="2036" y="334"/>
                  </a:cubicBezTo>
                  <a:cubicBezTo>
                    <a:pt x="2036" y="167"/>
                    <a:pt x="1936" y="1"/>
                    <a:pt x="17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sp>
          <p:nvSpPr>
            <p:cNvPr id="1124" name="Google Shape;1124;p34"/>
            <p:cNvSpPr/>
            <p:nvPr/>
          </p:nvSpPr>
          <p:spPr>
            <a:xfrm>
              <a:off x="1048900" y="1185594"/>
              <a:ext cx="50900" cy="16700"/>
            </a:xfrm>
            <a:custGeom>
              <a:avLst/>
              <a:gdLst/>
              <a:ahLst/>
              <a:cxnLst/>
              <a:rect l="l" t="t" r="r" b="b"/>
              <a:pathLst>
                <a:path w="2036" h="668" extrusionOk="0">
                  <a:moveTo>
                    <a:pt x="334" y="1"/>
                  </a:moveTo>
                  <a:cubicBezTo>
                    <a:pt x="168" y="1"/>
                    <a:pt x="1" y="134"/>
                    <a:pt x="1" y="334"/>
                  </a:cubicBezTo>
                  <a:cubicBezTo>
                    <a:pt x="1" y="501"/>
                    <a:pt x="101" y="668"/>
                    <a:pt x="334" y="668"/>
                  </a:cubicBezTo>
                  <a:lnTo>
                    <a:pt x="1702" y="668"/>
                  </a:lnTo>
                  <a:cubicBezTo>
                    <a:pt x="1869" y="668"/>
                    <a:pt x="2036" y="534"/>
                    <a:pt x="2036" y="334"/>
                  </a:cubicBezTo>
                  <a:cubicBezTo>
                    <a:pt x="2036" y="167"/>
                    <a:pt x="1902" y="1"/>
                    <a:pt x="17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67"/>
            </a:p>
          </p:txBody>
        </p:sp>
      </p:grpSp>
      <p:sp>
        <p:nvSpPr>
          <p:cNvPr id="1125" name="Google Shape;1125;p34"/>
          <p:cNvSpPr txBox="1">
            <a:spLocks noGrp="1"/>
          </p:cNvSpPr>
          <p:nvPr>
            <p:ph type="title"/>
          </p:nvPr>
        </p:nvSpPr>
        <p:spPr>
          <a:xfrm>
            <a:off x="3657600" y="1644600"/>
            <a:ext cx="4876800" cy="861600"/>
          </a:xfrm>
          <a:prstGeom prst="rect">
            <a:avLst/>
          </a:prstGeom>
        </p:spPr>
        <p:txBody>
          <a:bodyPr spcFirstLastPara="1" wrap="square" lIns="0" tIns="0" rIns="0" bIns="0" anchor="t" anchorCtr="0">
            <a:noAutofit/>
          </a:bodyPr>
          <a:lstStyle>
            <a:lvl1pPr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126" name="Google Shape;1126;p34"/>
          <p:cNvSpPr txBox="1"/>
          <p:nvPr/>
        </p:nvSpPr>
        <p:spPr>
          <a:xfrm>
            <a:off x="3901400" y="5230368"/>
            <a:ext cx="4389200" cy="927200"/>
          </a:xfrm>
          <a:prstGeom prst="rect">
            <a:avLst/>
          </a:prstGeom>
          <a:noFill/>
          <a:ln>
            <a:noFill/>
          </a:ln>
        </p:spPr>
        <p:txBody>
          <a:bodyPr spcFirstLastPara="1" wrap="square" lIns="0" tIns="0" rIns="0" bIns="0" anchor="t" anchorCtr="0">
            <a:noAutofit/>
          </a:bodyPr>
          <a:lstStyle/>
          <a:p>
            <a:pPr marL="0" lvl="0" indent="0" algn="ctr" rtl="0">
              <a:spcBef>
                <a:spcPts val="400"/>
              </a:spcBef>
              <a:spcAft>
                <a:spcPts val="0"/>
              </a:spcAft>
              <a:buNone/>
            </a:pPr>
            <a:r>
              <a:rPr lang="en" sz="1467" b="1">
                <a:solidFill>
                  <a:schemeClr val="accent4"/>
                </a:solidFill>
                <a:latin typeface="Lato"/>
                <a:ea typeface="Lato"/>
                <a:cs typeface="Lato"/>
                <a:sym typeface="Lato"/>
              </a:rPr>
              <a:t>Credits:</a:t>
            </a:r>
            <a:r>
              <a:rPr lang="en" sz="1467">
                <a:solidFill>
                  <a:schemeClr val="accent4"/>
                </a:solidFill>
                <a:latin typeface="Lato"/>
                <a:ea typeface="Lato"/>
                <a:cs typeface="Lato"/>
                <a:sym typeface="Lato"/>
              </a:rPr>
              <a:t> This presentation template was created </a:t>
            </a:r>
            <a:r>
              <a:rPr lang="en" sz="1467" b="1">
                <a:solidFill>
                  <a:schemeClr val="accent4"/>
                </a:solidFill>
                <a:latin typeface="Lato"/>
                <a:ea typeface="Lato"/>
                <a:cs typeface="Lato"/>
                <a:sym typeface="Lato"/>
              </a:rPr>
              <a:t>by </a:t>
            </a:r>
            <a:r>
              <a:rPr lang="en" sz="1467" b="1">
                <a:solidFill>
                  <a:schemeClr val="accent4"/>
                </a:solidFill>
                <a:uFill>
                  <a:noFill/>
                </a:uFill>
                <a:latin typeface="Lato"/>
                <a:ea typeface="Lato"/>
                <a:cs typeface="Lato"/>
                <a:sym typeface="Lato"/>
                <a:hlinkClick r:id="rId2">
                  <a:extLst>
                    <a:ext uri="{A12FA001-AC4F-418D-AE19-62706E023703}">
                      <ahyp:hlinkClr xmlns:ahyp="http://schemas.microsoft.com/office/drawing/2018/hyperlinkcolor" val="tx"/>
                    </a:ext>
                  </a:extLst>
                </a:hlinkClick>
              </a:rPr>
              <a:t>Slidesgo</a:t>
            </a:r>
            <a:r>
              <a:rPr lang="en" sz="1467" b="1">
                <a:solidFill>
                  <a:schemeClr val="accent4"/>
                </a:solidFill>
                <a:latin typeface="Lato"/>
                <a:ea typeface="Lato"/>
                <a:cs typeface="Lato"/>
                <a:sym typeface="Lato"/>
              </a:rPr>
              <a:t>,</a:t>
            </a:r>
            <a:r>
              <a:rPr lang="en" sz="1467">
                <a:solidFill>
                  <a:schemeClr val="accent4"/>
                </a:solidFill>
                <a:latin typeface="Lato"/>
                <a:ea typeface="Lato"/>
                <a:cs typeface="Lato"/>
                <a:sym typeface="Lato"/>
              </a:rPr>
              <a:t> including icons </a:t>
            </a:r>
            <a:r>
              <a:rPr lang="en" sz="1467" b="1">
                <a:solidFill>
                  <a:schemeClr val="accent4"/>
                </a:solidFill>
                <a:latin typeface="Lato"/>
                <a:ea typeface="Lato"/>
                <a:cs typeface="Lato"/>
                <a:sym typeface="Lato"/>
              </a:rPr>
              <a:t>by </a:t>
            </a:r>
            <a:r>
              <a:rPr lang="en" sz="1467" b="1">
                <a:solidFill>
                  <a:schemeClr val="accent4"/>
                </a:solidFill>
                <a:uFill>
                  <a:noFill/>
                </a:uFill>
                <a:latin typeface="Lato"/>
                <a:ea typeface="Lato"/>
                <a:cs typeface="Lato"/>
                <a:sym typeface="Lato"/>
                <a:hlinkClick r:id="rId3">
                  <a:extLst>
                    <a:ext uri="{A12FA001-AC4F-418D-AE19-62706E023703}">
                      <ahyp:hlinkClr xmlns:ahyp="http://schemas.microsoft.com/office/drawing/2018/hyperlinkcolor" val="tx"/>
                    </a:ext>
                  </a:extLst>
                </a:hlinkClick>
              </a:rPr>
              <a:t>Flaticon</a:t>
            </a:r>
            <a:r>
              <a:rPr lang="en" sz="1467">
                <a:solidFill>
                  <a:schemeClr val="accent4"/>
                </a:solidFill>
                <a:latin typeface="Lato"/>
                <a:ea typeface="Lato"/>
                <a:cs typeface="Lato"/>
                <a:sym typeface="Lato"/>
              </a:rPr>
              <a:t>, and infographics &amp; images </a:t>
            </a:r>
            <a:r>
              <a:rPr lang="en" sz="1467" b="1">
                <a:solidFill>
                  <a:schemeClr val="accent4"/>
                </a:solidFill>
                <a:latin typeface="Lato"/>
                <a:ea typeface="Lato"/>
                <a:cs typeface="Lato"/>
                <a:sym typeface="Lato"/>
              </a:rPr>
              <a:t>by </a:t>
            </a:r>
            <a:r>
              <a:rPr lang="en" sz="1467" b="1">
                <a:solidFill>
                  <a:schemeClr val="accent4"/>
                </a:solidFill>
                <a:uFill>
                  <a:noFill/>
                </a:uFill>
                <a:latin typeface="Lato"/>
                <a:ea typeface="Lato"/>
                <a:cs typeface="Lato"/>
                <a:sym typeface="Lato"/>
                <a:hlinkClick r:id="rId4">
                  <a:extLst>
                    <a:ext uri="{A12FA001-AC4F-418D-AE19-62706E023703}">
                      <ahyp:hlinkClr xmlns:ahyp="http://schemas.microsoft.com/office/drawing/2018/hyperlinkcolor" val="tx"/>
                    </a:ext>
                  </a:extLst>
                </a:hlinkClick>
              </a:rPr>
              <a:t>Freepik</a:t>
            </a:r>
            <a:r>
              <a:rPr lang="en" sz="1467">
                <a:solidFill>
                  <a:schemeClr val="accent4"/>
                </a:solidFill>
                <a:latin typeface="Lato"/>
                <a:ea typeface="Lato"/>
                <a:cs typeface="Lato"/>
                <a:sym typeface="Lato"/>
              </a:rPr>
              <a:t> </a:t>
            </a:r>
            <a:endParaRPr sz="1467">
              <a:solidFill>
                <a:schemeClr val="accent4"/>
              </a:solidFill>
              <a:latin typeface="Lato"/>
              <a:ea typeface="Lato"/>
              <a:cs typeface="Lato"/>
              <a:sym typeface="Lato"/>
            </a:endParaRPr>
          </a:p>
        </p:txBody>
      </p:sp>
      <p:sp>
        <p:nvSpPr>
          <p:cNvPr id="1127" name="Google Shape;1127;p34"/>
          <p:cNvSpPr txBox="1">
            <a:spLocks noGrp="1"/>
          </p:cNvSpPr>
          <p:nvPr>
            <p:ph type="subTitle" idx="1"/>
          </p:nvPr>
        </p:nvSpPr>
        <p:spPr>
          <a:xfrm>
            <a:off x="3657600" y="2462784"/>
            <a:ext cx="4876800" cy="3656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b="1">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1128" name="Google Shape;1128;p34"/>
          <p:cNvSpPr txBox="1">
            <a:spLocks noGrp="1"/>
          </p:cNvSpPr>
          <p:nvPr>
            <p:ph type="subTitle" idx="2"/>
          </p:nvPr>
        </p:nvSpPr>
        <p:spPr>
          <a:xfrm>
            <a:off x="3657600" y="2926080"/>
            <a:ext cx="4876800" cy="11904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
        <p:nvSpPr>
          <p:cNvPr id="1129" name="Google Shape;1129;p34"/>
          <p:cNvSpPr txBox="1">
            <a:spLocks noGrp="1"/>
          </p:cNvSpPr>
          <p:nvPr>
            <p:ph type="subTitle" idx="3"/>
          </p:nvPr>
        </p:nvSpPr>
        <p:spPr>
          <a:xfrm>
            <a:off x="3657600" y="4799584"/>
            <a:ext cx="4876800" cy="4876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4"/>
              </a:buClr>
              <a:buSzPts val="1800"/>
              <a:buNone/>
              <a:defRPr>
                <a:solidFill>
                  <a:schemeClr val="accent4"/>
                </a:solidFill>
              </a:defRPr>
            </a:lvl1pPr>
            <a:lvl2pPr lvl="1" rtl="0">
              <a:spcBef>
                <a:spcPts val="0"/>
              </a:spcBef>
              <a:spcAft>
                <a:spcPts val="0"/>
              </a:spcAft>
              <a:buSzPts val="1400"/>
              <a:buFont typeface="Lato"/>
              <a:buNone/>
              <a:defRPr>
                <a:latin typeface="Lato"/>
                <a:ea typeface="Lato"/>
                <a:cs typeface="Lato"/>
                <a:sym typeface="Lato"/>
              </a:defRPr>
            </a:lvl2pPr>
            <a:lvl3pPr lvl="2" rtl="0">
              <a:spcBef>
                <a:spcPts val="0"/>
              </a:spcBef>
              <a:spcAft>
                <a:spcPts val="0"/>
              </a:spcAft>
              <a:buSzPts val="1400"/>
              <a:buFont typeface="Lato"/>
              <a:buNone/>
              <a:defRPr>
                <a:latin typeface="Lato"/>
                <a:ea typeface="Lato"/>
                <a:cs typeface="Lato"/>
                <a:sym typeface="Lato"/>
              </a:defRPr>
            </a:lvl3pPr>
            <a:lvl4pPr lvl="3" rtl="0">
              <a:spcBef>
                <a:spcPts val="0"/>
              </a:spcBef>
              <a:spcAft>
                <a:spcPts val="0"/>
              </a:spcAft>
              <a:buSzPts val="1400"/>
              <a:buFont typeface="Lato"/>
              <a:buNone/>
              <a:defRPr>
                <a:latin typeface="Lato"/>
                <a:ea typeface="Lato"/>
                <a:cs typeface="Lato"/>
                <a:sym typeface="Lato"/>
              </a:defRPr>
            </a:lvl4pPr>
            <a:lvl5pPr lvl="4" rtl="0">
              <a:spcBef>
                <a:spcPts val="0"/>
              </a:spcBef>
              <a:spcAft>
                <a:spcPts val="0"/>
              </a:spcAft>
              <a:buSzPts val="1400"/>
              <a:buFont typeface="Lato"/>
              <a:buNone/>
              <a:defRPr>
                <a:latin typeface="Lato"/>
                <a:ea typeface="Lato"/>
                <a:cs typeface="Lato"/>
                <a:sym typeface="Lato"/>
              </a:defRPr>
            </a:lvl5pPr>
            <a:lvl6pPr lvl="5" rtl="0">
              <a:spcBef>
                <a:spcPts val="0"/>
              </a:spcBef>
              <a:spcAft>
                <a:spcPts val="0"/>
              </a:spcAft>
              <a:buSzPts val="1400"/>
              <a:buFont typeface="Lato"/>
              <a:buNone/>
              <a:defRPr>
                <a:latin typeface="Lato"/>
                <a:ea typeface="Lato"/>
                <a:cs typeface="Lato"/>
                <a:sym typeface="Lato"/>
              </a:defRPr>
            </a:lvl6pPr>
            <a:lvl7pPr lvl="6" rtl="0">
              <a:spcBef>
                <a:spcPts val="0"/>
              </a:spcBef>
              <a:spcAft>
                <a:spcPts val="0"/>
              </a:spcAft>
              <a:buSzPts val="1400"/>
              <a:buFont typeface="Lato"/>
              <a:buNone/>
              <a:defRPr>
                <a:latin typeface="Lato"/>
                <a:ea typeface="Lato"/>
                <a:cs typeface="Lato"/>
                <a:sym typeface="Lato"/>
              </a:defRPr>
            </a:lvl7pPr>
            <a:lvl8pPr lvl="7" rtl="0">
              <a:spcBef>
                <a:spcPts val="0"/>
              </a:spcBef>
              <a:spcAft>
                <a:spcPts val="0"/>
              </a:spcAft>
              <a:buSzPts val="1400"/>
              <a:buFont typeface="Lato"/>
              <a:buNone/>
              <a:defRPr>
                <a:latin typeface="Lato"/>
                <a:ea typeface="Lato"/>
                <a:cs typeface="Lato"/>
                <a:sym typeface="Lato"/>
              </a:defRPr>
            </a:lvl8pPr>
            <a:lvl9pPr lvl="8" rtl="0">
              <a:spcBef>
                <a:spcPts val="0"/>
              </a:spcBef>
              <a:spcAft>
                <a:spcPts val="0"/>
              </a:spcAft>
              <a:buSzPts val="1400"/>
              <a:buFont typeface="Lato"/>
              <a:buNone/>
              <a:defRPr>
                <a:latin typeface="Lato"/>
                <a:ea typeface="Lato"/>
                <a:cs typeface="Lato"/>
                <a:sym typeface="Lato"/>
              </a:defRPr>
            </a:lvl9pPr>
          </a:lstStyle>
          <a:p>
            <a:r>
              <a:rPr lang="en-US"/>
              <a:t>Click to edit Master subtitle style</a:t>
            </a:r>
            <a:endParaRPr/>
          </a:p>
        </p:txBody>
      </p:sp>
    </p:spTree>
    <p:extLst>
      <p:ext uri="{BB962C8B-B14F-4D97-AF65-F5344CB8AC3E}">
        <p14:creationId xmlns:p14="http://schemas.microsoft.com/office/powerpoint/2010/main" val="3594494606"/>
      </p:ext>
    </p:extLst>
  </p:cSld>
  <p:clrMapOvr>
    <a:masterClrMapping/>
  </p:clrMapOvr>
  <p:hf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130"/>
        <p:cNvGrpSpPr/>
        <p:nvPr/>
      </p:nvGrpSpPr>
      <p:grpSpPr>
        <a:xfrm>
          <a:off x="0" y="0"/>
          <a:ext cx="0" cy="0"/>
          <a:chOff x="0" y="0"/>
          <a:chExt cx="0" cy="0"/>
        </a:xfrm>
      </p:grpSpPr>
      <p:sp>
        <p:nvSpPr>
          <p:cNvPr id="1131" name="Google Shape;1131;p35"/>
          <p:cNvSpPr/>
          <p:nvPr/>
        </p:nvSpPr>
        <p:spPr>
          <a:xfrm rot="2700000">
            <a:off x="-718136" y="5378122"/>
            <a:ext cx="2264439" cy="2264439"/>
          </a:xfrm>
          <a:prstGeom prst="blockArc">
            <a:avLst>
              <a:gd name="adj1" fmla="val 10800000"/>
              <a:gd name="adj2" fmla="val 0"/>
              <a:gd name="adj3" fmla="val 25000"/>
            </a:avLst>
          </a:prstGeom>
          <a:noFill/>
          <a:ln w="28575" cap="flat" cmpd="sng">
            <a:solidFill>
              <a:schemeClr val="accent5"/>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850123476"/>
      </p:ext>
    </p:extLst>
  </p:cSld>
  <p:clrMapOvr>
    <a:masterClrMapping/>
  </p:clrMapOvr>
  <p:hf hdr="0" ftr="0" dt="0"/>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1132"/>
        <p:cNvGrpSpPr/>
        <p:nvPr/>
      </p:nvGrpSpPr>
      <p:grpSpPr>
        <a:xfrm>
          <a:off x="0" y="0"/>
          <a:ext cx="0" cy="0"/>
          <a:chOff x="0" y="0"/>
          <a:chExt cx="0" cy="0"/>
        </a:xfrm>
      </p:grpSpPr>
      <p:sp>
        <p:nvSpPr>
          <p:cNvPr id="1133" name="Google Shape;1133;p36"/>
          <p:cNvSpPr/>
          <p:nvPr/>
        </p:nvSpPr>
        <p:spPr>
          <a:xfrm>
            <a:off x="-3216683" y="641200"/>
            <a:ext cx="5575600" cy="5575600"/>
          </a:xfrm>
          <a:prstGeom prst="donut">
            <a:avLst>
              <a:gd name="adj" fmla="val 25000"/>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899772882"/>
      </p:ext>
    </p:extLst>
  </p:cSld>
  <p:clrMapOvr>
    <a:masterClrMapping/>
  </p:clrMapOvr>
  <p:hf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20B0FE-6DB4-4637-A111-5B1080C98248}" type="datetime1">
              <a:rPr lang="en-US" smtClean="0"/>
              <a:t>12/12/2025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294184510"/>
      </p:ext>
    </p:extLst>
  </p:cSld>
  <p:clrMapOvr>
    <a:masterClrMapping/>
  </p:clrMapOvr>
  <p:hf hdr="0" ftr="0" dt="0"/>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137"/>
        <p:cNvGrpSpPr/>
        <p:nvPr/>
      </p:nvGrpSpPr>
      <p:grpSpPr>
        <a:xfrm>
          <a:off x="0" y="0"/>
          <a:ext cx="0" cy="0"/>
          <a:chOff x="0" y="0"/>
          <a:chExt cx="0" cy="0"/>
        </a:xfrm>
      </p:grpSpPr>
    </p:spTree>
    <p:extLst>
      <p:ext uri="{BB962C8B-B14F-4D97-AF65-F5344CB8AC3E}">
        <p14:creationId xmlns:p14="http://schemas.microsoft.com/office/powerpoint/2010/main" val="217981527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itle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21208" y="566548"/>
            <a:ext cx="7336917" cy="3635797"/>
          </a:xfrm>
          <a:prstGeom prst="rect">
            <a:avLst/>
          </a:prstGeom>
        </p:spPr>
        <p:txBody>
          <a:bodyPr anchor="t">
            <a:normAutofit/>
          </a:bodyPr>
          <a:lstStyle>
            <a:lvl1pPr algn="l">
              <a:defRPr sz="5400">
                <a:solidFill>
                  <a:schemeClr val="accent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473553"/>
            <a:ext cx="6655522" cy="1545336"/>
          </a:xfrm>
          <a:prstGeom prst="rect">
            <a:avLst/>
          </a:prstGeom>
        </p:spPr>
        <p:txBody>
          <a:bodyPr anchor="b">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4">
            <a:extLst>
              <a:ext uri="{FF2B5EF4-FFF2-40B4-BE49-F238E27FC236}">
                <a16:creationId xmlns:a16="http://schemas.microsoft.com/office/drawing/2014/main" id="{C81B904C-8777-90E1-93E3-D21CB5CEDA23}"/>
              </a:ext>
            </a:extLst>
          </p:cNvPr>
          <p:cNvSpPr>
            <a:spLocks noGrp="1"/>
          </p:cNvSpPr>
          <p:nvPr>
            <p:ph type="body" sz="quarter" idx="27" hasCustomPrompt="1"/>
          </p:nvPr>
        </p:nvSpPr>
        <p:spPr>
          <a:xfrm>
            <a:off x="7862665" y="5715676"/>
            <a:ext cx="2401888" cy="303213"/>
          </a:xfrm>
        </p:spPr>
        <p:txBody>
          <a:bodyPr>
            <a:normAutofit/>
          </a:bodyPr>
          <a:lstStyle>
            <a:lvl1pPr>
              <a:defRPr sz="1600">
                <a:solidFill>
                  <a:schemeClr val="bg1"/>
                </a:solidFill>
              </a:defRPr>
            </a:lvl1pPr>
          </a:lstStyle>
          <a:p>
            <a:pPr lvl="0"/>
            <a:r>
              <a:rPr lang="en-US" altLang="zh-CN"/>
              <a:t>Presenter Name</a:t>
            </a:r>
            <a:endParaRPr lang="zh-CN" altLang="en-US"/>
          </a:p>
        </p:txBody>
      </p:sp>
      <p:sp>
        <p:nvSpPr>
          <p:cNvPr id="10" name="Date Placeholder 9">
            <a:extLst>
              <a:ext uri="{FF2B5EF4-FFF2-40B4-BE49-F238E27FC236}">
                <a16:creationId xmlns:a16="http://schemas.microsoft.com/office/drawing/2014/main" id="{1621BDE2-7C18-5353-2229-C7EFFF78ACE7}"/>
              </a:ext>
            </a:extLst>
          </p:cNvPr>
          <p:cNvSpPr>
            <a:spLocks noGrp="1"/>
          </p:cNvSpPr>
          <p:nvPr>
            <p:ph type="dt" sz="half" idx="10"/>
          </p:nvPr>
        </p:nvSpPr>
        <p:spPr>
          <a:xfrm>
            <a:off x="657225" y="6400800"/>
            <a:ext cx="2743200" cy="266700"/>
          </a:xfrm>
          <a:prstGeom prst="rect">
            <a:avLst/>
          </a:prstGeom>
        </p:spPr>
        <p:txBody>
          <a:bodyPr/>
          <a:lstStyle>
            <a:lvl1pPr>
              <a:defRPr>
                <a:solidFill>
                  <a:schemeClr val="bg1"/>
                </a:solidFill>
              </a:defRPr>
            </a:lvl1pPr>
          </a:lstStyle>
          <a:p>
            <a:r>
              <a:rPr lang="en-US"/>
              <a:t>00/00/00</a:t>
            </a:r>
            <a:endParaRPr lang="en-US" dirty="0"/>
          </a:p>
        </p:txBody>
      </p:sp>
      <p:sp>
        <p:nvSpPr>
          <p:cNvPr id="11" name="Footer Placeholder 10">
            <a:extLst>
              <a:ext uri="{FF2B5EF4-FFF2-40B4-BE49-F238E27FC236}">
                <a16:creationId xmlns:a16="http://schemas.microsoft.com/office/drawing/2014/main" id="{068D39B4-49E9-7496-BA2F-2BA04BDA2253}"/>
              </a:ext>
            </a:extLst>
          </p:cNvPr>
          <p:cNvSpPr>
            <a:spLocks noGrp="1"/>
          </p:cNvSpPr>
          <p:nvPr>
            <p:ph type="ftr" sz="quarter" idx="11"/>
          </p:nvPr>
        </p:nvSpPr>
        <p:spPr>
          <a:xfrm>
            <a:off x="3800475" y="6400800"/>
            <a:ext cx="3657600" cy="266700"/>
          </a:xfrm>
        </p:spPr>
        <p:txBody>
          <a:bodyPr/>
          <a:lstStyle>
            <a:lvl1pPr>
              <a:defRPr>
                <a:solidFill>
                  <a:schemeClr val="bg1"/>
                </a:solidFill>
              </a:defRPr>
            </a:lvl1pPr>
          </a:lstStyle>
          <a:p>
            <a:endParaRPr lang="en-US" dirty="0"/>
          </a:p>
        </p:txBody>
      </p:sp>
      <p:sp>
        <p:nvSpPr>
          <p:cNvPr id="12" name="Slide Number Placeholder 11">
            <a:extLst>
              <a:ext uri="{FF2B5EF4-FFF2-40B4-BE49-F238E27FC236}">
                <a16:creationId xmlns:a16="http://schemas.microsoft.com/office/drawing/2014/main" id="{CF1AB9F8-6500-CA50-36B1-ABF006319106}"/>
              </a:ext>
            </a:extLst>
          </p:cNvPr>
          <p:cNvSpPr>
            <a:spLocks noGrp="1"/>
          </p:cNvSpPr>
          <p:nvPr>
            <p:ph type="sldNum" sz="half" idx="12"/>
          </p:nvPr>
        </p:nvSpPr>
        <p:spPr>
          <a:xfrm>
            <a:off x="7858125" y="6400800"/>
            <a:ext cx="3657600" cy="266700"/>
          </a:xfrm>
          <a:prstGeom prst="rect">
            <a:avLst/>
          </a:prstGeom>
        </p:spPr>
        <p:txBody>
          <a:bodyPr/>
          <a:lstStyle>
            <a:lvl1pPr>
              <a:defRPr>
                <a:solidFill>
                  <a:schemeClr val="bg1"/>
                </a:solidFill>
              </a:defRPr>
            </a:lvl1pPr>
          </a:lstStyle>
          <a:p>
            <a:fld id="{EB37DED6-D4C7-42EE-AB49-D2E39E64FDE4}" type="slidenum">
              <a:rPr lang="en-US" smtClean="0"/>
              <a:pPr/>
              <a:t>‹#›</a:t>
            </a:fld>
            <a:endParaRPr lang="en-US" dirty="0"/>
          </a:p>
        </p:txBody>
      </p:sp>
      <p:sp>
        <p:nvSpPr>
          <p:cNvPr id="6" name="Freeform: Shape 2">
            <a:extLst>
              <a:ext uri="{FF2B5EF4-FFF2-40B4-BE49-F238E27FC236}">
                <a16:creationId xmlns:a16="http://schemas.microsoft.com/office/drawing/2014/main" id="{CDFE2D54-C7B4-C4ED-3199-F80F6B79E5F2}"/>
              </a:ext>
              <a:ext uri="{C183D7F6-B498-43B3-948B-1728B52AA6E4}">
                <adec:decorative xmlns:adec="http://schemas.microsoft.com/office/drawing/2017/decorative" val="1"/>
              </a:ext>
            </a:extLst>
          </p:cNvPr>
          <p:cNvSpPr/>
          <p:nvPr/>
        </p:nvSpPr>
        <p:spPr>
          <a:xfrm rot="5400000">
            <a:off x="9510522" y="893826"/>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8" name="Freeform: Shape 6">
            <a:extLst>
              <a:ext uri="{FF2B5EF4-FFF2-40B4-BE49-F238E27FC236}">
                <a16:creationId xmlns:a16="http://schemas.microsoft.com/office/drawing/2014/main" id="{C10A3C26-EC11-A41B-3F86-D24065443458}"/>
              </a:ext>
              <a:ext uri="{C183D7F6-B498-43B3-948B-1728B52AA6E4}">
                <adec:decorative xmlns:adec="http://schemas.microsoft.com/office/drawing/2017/decorative" val="1"/>
              </a:ext>
            </a:extLst>
          </p:cNvPr>
          <p:cNvSpPr/>
          <p:nvPr/>
        </p:nvSpPr>
        <p:spPr>
          <a:xfrm rot="5400000">
            <a:off x="10404348" y="0"/>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9" name="Freeform: Shape 23">
            <a:extLst>
              <a:ext uri="{FF2B5EF4-FFF2-40B4-BE49-F238E27FC236}">
                <a16:creationId xmlns:a16="http://schemas.microsoft.com/office/drawing/2014/main" id="{F56993FA-CA32-C406-BEF9-4438E713F2E8}"/>
              </a:ext>
              <a:ext uri="{C183D7F6-B498-43B3-948B-1728B52AA6E4}">
                <adec:decorative xmlns:adec="http://schemas.microsoft.com/office/drawing/2017/decorative" val="1"/>
              </a:ext>
            </a:extLst>
          </p:cNvPr>
          <p:cNvSpPr/>
          <p:nvPr/>
        </p:nvSpPr>
        <p:spPr>
          <a:xfrm rot="5400000">
            <a:off x="8616696" y="0"/>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3" name="Freeform: Shape 24">
            <a:extLst>
              <a:ext uri="{FF2B5EF4-FFF2-40B4-BE49-F238E27FC236}">
                <a16:creationId xmlns:a16="http://schemas.microsoft.com/office/drawing/2014/main" id="{53033142-7561-E784-0B0A-431225E63780}"/>
              </a:ext>
              <a:ext uri="{C183D7F6-B498-43B3-948B-1728B52AA6E4}">
                <adec:decorative xmlns:adec="http://schemas.microsoft.com/office/drawing/2017/decorative" val="1"/>
              </a:ext>
            </a:extLst>
          </p:cNvPr>
          <p:cNvSpPr/>
          <p:nvPr/>
        </p:nvSpPr>
        <p:spPr>
          <a:xfrm rot="5400000">
            <a:off x="11298174" y="0"/>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4" name="TextBox 14">
            <a:extLst>
              <a:ext uri="{FF2B5EF4-FFF2-40B4-BE49-F238E27FC236}">
                <a16:creationId xmlns:a16="http://schemas.microsoft.com/office/drawing/2014/main" id="{16782F90-89F4-9EB9-A3BD-2D3F986C0FDE}"/>
              </a:ext>
              <a:ext uri="{C183D7F6-B498-43B3-948B-1728B52AA6E4}">
                <adec:decorative xmlns:adec="http://schemas.microsoft.com/office/drawing/2017/decorative" val="1"/>
              </a:ext>
            </a:extLst>
          </p:cNvPr>
          <p:cNvSpPr txBox="1"/>
          <p:nvPr/>
        </p:nvSpPr>
        <p:spPr>
          <a:xfrm>
            <a:off x="9401979" y="2921586"/>
            <a:ext cx="1005379" cy="1005379"/>
          </a:xfrm>
          <a:prstGeom prst="rect">
            <a:avLst/>
          </a:prstGeom>
          <a:solidFill>
            <a:schemeClr val="accent4"/>
          </a:solidFill>
        </p:spPr>
        <p:txBody>
          <a:bodyPr lIns="33867" tIns="33867" rIns="33867" bIns="33867" rtlCol="0" anchor="ctr"/>
          <a:lstStyle/>
          <a:p>
            <a:pPr algn="ctr">
              <a:lnSpc>
                <a:spcPts val="1759"/>
              </a:lnSpc>
            </a:pPr>
            <a:endParaRPr sz="800"/>
          </a:p>
        </p:txBody>
      </p:sp>
      <p:sp>
        <p:nvSpPr>
          <p:cNvPr id="15" name="Freeform: Shape 2">
            <a:extLst>
              <a:ext uri="{FF2B5EF4-FFF2-40B4-BE49-F238E27FC236}">
                <a16:creationId xmlns:a16="http://schemas.microsoft.com/office/drawing/2014/main" id="{2BE7CCFC-783E-018B-234C-AAD0E4715654}"/>
              </a:ext>
              <a:ext uri="{C183D7F6-B498-43B3-948B-1728B52AA6E4}">
                <adec:decorative xmlns:adec="http://schemas.microsoft.com/office/drawing/2017/decorative" val="1"/>
              </a:ext>
            </a:extLst>
          </p:cNvPr>
          <p:cNvSpPr/>
          <p:nvPr/>
        </p:nvSpPr>
        <p:spPr>
          <a:xfrm rot="16200000" flipH="1">
            <a:off x="11298174" y="4820791"/>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6" name="Freeform: Shape 6">
            <a:extLst>
              <a:ext uri="{FF2B5EF4-FFF2-40B4-BE49-F238E27FC236}">
                <a16:creationId xmlns:a16="http://schemas.microsoft.com/office/drawing/2014/main" id="{9204846B-5D3F-14AE-9E15-4B927B1A41B5}"/>
              </a:ext>
              <a:ext uri="{C183D7F6-B498-43B3-948B-1728B52AA6E4}">
                <adec:decorative xmlns:adec="http://schemas.microsoft.com/office/drawing/2017/decorative" val="1"/>
              </a:ext>
            </a:extLst>
          </p:cNvPr>
          <p:cNvSpPr/>
          <p:nvPr/>
        </p:nvSpPr>
        <p:spPr>
          <a:xfrm rot="16200000" flipH="1">
            <a:off x="10404348" y="3926965"/>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lumMod val="40000"/>
              <a:lumOff val="60000"/>
            </a:schemeClr>
          </a:solidFill>
          <a:ln cap="sq">
            <a:noFill/>
            <a:prstDash val="solid"/>
            <a:miter/>
          </a:ln>
        </p:spPr>
        <p:txBody>
          <a:bodyPr/>
          <a:lstStyle/>
          <a:p>
            <a:endParaRPr lang="zh-CN" altLang="en-US" sz="800"/>
          </a:p>
        </p:txBody>
      </p:sp>
      <p:sp>
        <p:nvSpPr>
          <p:cNvPr id="17" name="Freeform: Shape 23">
            <a:extLst>
              <a:ext uri="{FF2B5EF4-FFF2-40B4-BE49-F238E27FC236}">
                <a16:creationId xmlns:a16="http://schemas.microsoft.com/office/drawing/2014/main" id="{FF3A4CFE-B12E-8C64-0F57-0BD00F8983A4}"/>
              </a:ext>
              <a:ext uri="{C183D7F6-B498-43B3-948B-1728B52AA6E4}">
                <adec:decorative xmlns:adec="http://schemas.microsoft.com/office/drawing/2017/decorative" val="1"/>
              </a:ext>
            </a:extLst>
          </p:cNvPr>
          <p:cNvSpPr/>
          <p:nvPr/>
        </p:nvSpPr>
        <p:spPr>
          <a:xfrm rot="5400000">
            <a:off x="11298174" y="3033139"/>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8" name="Freeform: Shape 14">
            <a:extLst>
              <a:ext uri="{FF2B5EF4-FFF2-40B4-BE49-F238E27FC236}">
                <a16:creationId xmlns:a16="http://schemas.microsoft.com/office/drawing/2014/main" id="{B0660EFA-411E-E1AC-8C08-2CBE5603DF99}"/>
              </a:ext>
              <a:ext uri="{C183D7F6-B498-43B3-948B-1728B52AA6E4}">
                <adec:decorative xmlns:adec="http://schemas.microsoft.com/office/drawing/2017/decorative" val="1"/>
              </a:ext>
            </a:extLst>
          </p:cNvPr>
          <p:cNvSpPr/>
          <p:nvPr/>
        </p:nvSpPr>
        <p:spPr>
          <a:xfrm rot="16200000" flipH="1">
            <a:off x="10348137" y="1849888"/>
            <a:ext cx="1129845" cy="1005380"/>
          </a:xfrm>
          <a:custGeom>
            <a:avLst/>
            <a:gdLst>
              <a:gd name="connsiteX0" fmla="*/ 0 w 677557"/>
              <a:gd name="connsiteY0" fmla="*/ 0 h 677557"/>
              <a:gd name="connsiteX1" fmla="*/ 677557 w 677557"/>
              <a:gd name="connsiteY1" fmla="*/ 0 h 677557"/>
              <a:gd name="connsiteX2" fmla="*/ 0 w 677557"/>
              <a:gd name="connsiteY2" fmla="*/ 677557 h 677557"/>
            </a:gdLst>
            <a:ahLst/>
            <a:cxnLst>
              <a:cxn ang="0">
                <a:pos x="connsiteX0" y="connsiteY0"/>
              </a:cxn>
              <a:cxn ang="0">
                <a:pos x="connsiteX1" y="connsiteY1"/>
              </a:cxn>
              <a:cxn ang="0">
                <a:pos x="connsiteX2" y="connsiteY2"/>
              </a:cxn>
            </a:cxnLst>
            <a:rect l="l" t="t" r="r" b="b"/>
            <a:pathLst>
              <a:path w="677557" h="677557">
                <a:moveTo>
                  <a:pt x="0" y="0"/>
                </a:moveTo>
                <a:lnTo>
                  <a:pt x="677557" y="0"/>
                </a:lnTo>
                <a:cubicBezTo>
                  <a:pt x="677557" y="374204"/>
                  <a:pt x="374204" y="677557"/>
                  <a:pt x="0" y="67755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2660695059"/>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8008" y="854239"/>
            <a:ext cx="7876287" cy="3592629"/>
          </a:xfrm>
          <a:prstGeom prst="rect">
            <a:avLst/>
          </a:prstGeom>
        </p:spPr>
        <p:txBody>
          <a:bodyPr anchor="b">
            <a:normAutofit/>
          </a:bodyPr>
          <a:lstStyle>
            <a:lvl1pPr algn="l">
              <a:defRPr sz="5400">
                <a:solidFill>
                  <a:schemeClr val="accent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8" y="4617138"/>
            <a:ext cx="7375466" cy="1014984"/>
          </a:xfrm>
          <a:prstGeom prst="rect">
            <a:avLst/>
          </a:prstGeom>
        </p:spPr>
        <p:txBody>
          <a:bodyPr anchor="t">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Text Placeholder 4">
            <a:extLst>
              <a:ext uri="{FF2B5EF4-FFF2-40B4-BE49-F238E27FC236}">
                <a16:creationId xmlns:a16="http://schemas.microsoft.com/office/drawing/2014/main" id="{61A6B142-CCED-AEC5-DEFE-A7DA986DF83F}"/>
              </a:ext>
            </a:extLst>
          </p:cNvPr>
          <p:cNvSpPr>
            <a:spLocks noGrp="1"/>
          </p:cNvSpPr>
          <p:nvPr>
            <p:ph type="body" sz="quarter" idx="27" hasCustomPrompt="1"/>
          </p:nvPr>
        </p:nvSpPr>
        <p:spPr>
          <a:xfrm>
            <a:off x="657225" y="5783721"/>
            <a:ext cx="2401888" cy="303213"/>
          </a:xfrm>
        </p:spPr>
        <p:txBody>
          <a:bodyPr>
            <a:normAutofit/>
          </a:bodyPr>
          <a:lstStyle>
            <a:lvl1pPr>
              <a:defRPr sz="1600">
                <a:solidFill>
                  <a:schemeClr val="bg1"/>
                </a:solidFill>
              </a:defRPr>
            </a:lvl1pPr>
          </a:lstStyle>
          <a:p>
            <a:pPr lvl="0"/>
            <a:r>
              <a:rPr lang="en-US" altLang="zh-CN"/>
              <a:t>Presenter Name</a:t>
            </a:r>
            <a:endParaRPr lang="zh-CN" altLang="en-US"/>
          </a:p>
        </p:txBody>
      </p:sp>
      <p:sp>
        <p:nvSpPr>
          <p:cNvPr id="7" name="Date Placeholder 6">
            <a:extLst>
              <a:ext uri="{FF2B5EF4-FFF2-40B4-BE49-F238E27FC236}">
                <a16:creationId xmlns:a16="http://schemas.microsoft.com/office/drawing/2014/main" id="{E02FAABF-824B-6D9F-5B9B-7AFEC5278978}"/>
              </a:ext>
            </a:extLst>
          </p:cNvPr>
          <p:cNvSpPr>
            <a:spLocks noGrp="1"/>
          </p:cNvSpPr>
          <p:nvPr>
            <p:ph type="dt" sz="half" idx="10"/>
          </p:nvPr>
        </p:nvSpPr>
        <p:spPr>
          <a:xfrm>
            <a:off x="657225" y="6400800"/>
            <a:ext cx="2743200" cy="266700"/>
          </a:xfrm>
          <a:prstGeom prst="rect">
            <a:avLst/>
          </a:prstGeom>
        </p:spPr>
        <p:txBody>
          <a:bodyPr/>
          <a:lstStyle>
            <a:lvl1pPr>
              <a:defRPr>
                <a:solidFill>
                  <a:schemeClr val="bg1"/>
                </a:solidFill>
              </a:defRPr>
            </a:lvl1pPr>
          </a:lstStyle>
          <a:p>
            <a:r>
              <a:rPr lang="en-US"/>
              <a:t>00/00/00</a:t>
            </a:r>
            <a:endParaRPr lang="en-US" dirty="0"/>
          </a:p>
        </p:txBody>
      </p:sp>
      <p:sp>
        <p:nvSpPr>
          <p:cNvPr id="8" name="Footer Placeholder 7">
            <a:extLst>
              <a:ext uri="{FF2B5EF4-FFF2-40B4-BE49-F238E27FC236}">
                <a16:creationId xmlns:a16="http://schemas.microsoft.com/office/drawing/2014/main" id="{EE4456DF-D8F4-2F56-A4A6-D7E2BE54EF39}"/>
              </a:ext>
            </a:extLst>
          </p:cNvPr>
          <p:cNvSpPr>
            <a:spLocks noGrp="1"/>
          </p:cNvSpPr>
          <p:nvPr>
            <p:ph type="ftr" sz="quarter" idx="11"/>
          </p:nvPr>
        </p:nvSpPr>
        <p:spPr>
          <a:xfrm>
            <a:off x="3800475" y="6400800"/>
            <a:ext cx="3657600" cy="266700"/>
          </a:xfrm>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42B70E86-4A53-EFBF-CE9E-37AA1F6FA6D7}"/>
              </a:ext>
            </a:extLst>
          </p:cNvPr>
          <p:cNvSpPr>
            <a:spLocks noGrp="1"/>
          </p:cNvSpPr>
          <p:nvPr>
            <p:ph type="sldNum" sz="half" idx="12"/>
          </p:nvPr>
        </p:nvSpPr>
        <p:spPr>
          <a:xfrm>
            <a:off x="7858125" y="6400800"/>
            <a:ext cx="3657600" cy="266700"/>
          </a:xfrm>
          <a:prstGeom prst="rect">
            <a:avLst/>
          </a:prstGeom>
        </p:spPr>
        <p:txBody>
          <a:bodyPr/>
          <a:lstStyle>
            <a:lvl1pPr>
              <a:defRPr>
                <a:solidFill>
                  <a:schemeClr val="bg1"/>
                </a:solidFill>
              </a:defRPr>
            </a:lvl1pPr>
          </a:lstStyle>
          <a:p>
            <a:fld id="{EB37DED6-D4C7-42EE-AB49-D2E39E64FDE4}" type="slidenum">
              <a:rPr lang="en-US" smtClean="0"/>
              <a:pPr/>
              <a:t>‹#›</a:t>
            </a:fld>
            <a:endParaRPr lang="en-US" dirty="0"/>
          </a:p>
        </p:txBody>
      </p:sp>
      <p:sp>
        <p:nvSpPr>
          <p:cNvPr id="5" name="Freeform: Shape 2">
            <a:extLst>
              <a:ext uri="{FF2B5EF4-FFF2-40B4-BE49-F238E27FC236}">
                <a16:creationId xmlns:a16="http://schemas.microsoft.com/office/drawing/2014/main" id="{D9CC9EB1-781F-EFE8-3725-AA5FDC64187B}"/>
              </a:ext>
              <a:ext uri="{C183D7F6-B498-43B3-948B-1728B52AA6E4}">
                <adec:decorative xmlns:adec="http://schemas.microsoft.com/office/drawing/2017/decorative" val="1"/>
              </a:ext>
            </a:extLst>
          </p:cNvPr>
          <p:cNvSpPr/>
          <p:nvPr/>
        </p:nvSpPr>
        <p:spPr>
          <a:xfrm rot="5400000">
            <a:off x="9510522" y="893826"/>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6" name="Freeform: Shape 6">
            <a:extLst>
              <a:ext uri="{FF2B5EF4-FFF2-40B4-BE49-F238E27FC236}">
                <a16:creationId xmlns:a16="http://schemas.microsoft.com/office/drawing/2014/main" id="{54DE81F7-8C40-272F-7AEE-3359798A31A1}"/>
              </a:ext>
              <a:ext uri="{C183D7F6-B498-43B3-948B-1728B52AA6E4}">
                <adec:decorative xmlns:adec="http://schemas.microsoft.com/office/drawing/2017/decorative" val="1"/>
              </a:ext>
            </a:extLst>
          </p:cNvPr>
          <p:cNvSpPr/>
          <p:nvPr/>
        </p:nvSpPr>
        <p:spPr>
          <a:xfrm rot="5400000">
            <a:off x="10404348" y="0"/>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23">
            <a:extLst>
              <a:ext uri="{FF2B5EF4-FFF2-40B4-BE49-F238E27FC236}">
                <a16:creationId xmlns:a16="http://schemas.microsoft.com/office/drawing/2014/main" id="{94BA27A9-D846-DDAB-5A26-729BB7D1EF5C}"/>
              </a:ext>
              <a:ext uri="{C183D7F6-B498-43B3-948B-1728B52AA6E4}">
                <adec:decorative xmlns:adec="http://schemas.microsoft.com/office/drawing/2017/decorative" val="1"/>
              </a:ext>
            </a:extLst>
          </p:cNvPr>
          <p:cNvSpPr/>
          <p:nvPr/>
        </p:nvSpPr>
        <p:spPr>
          <a:xfrm rot="5400000">
            <a:off x="8616696" y="0"/>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2" name="Freeform: Shape 24">
            <a:extLst>
              <a:ext uri="{FF2B5EF4-FFF2-40B4-BE49-F238E27FC236}">
                <a16:creationId xmlns:a16="http://schemas.microsoft.com/office/drawing/2014/main" id="{9981E20C-3766-44A7-1B75-3EE1612D3B28}"/>
              </a:ext>
              <a:ext uri="{C183D7F6-B498-43B3-948B-1728B52AA6E4}">
                <adec:decorative xmlns:adec="http://schemas.microsoft.com/office/drawing/2017/decorative" val="1"/>
              </a:ext>
            </a:extLst>
          </p:cNvPr>
          <p:cNvSpPr/>
          <p:nvPr/>
        </p:nvSpPr>
        <p:spPr>
          <a:xfrm rot="5400000">
            <a:off x="11298174" y="0"/>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3" name="TextBox 14">
            <a:extLst>
              <a:ext uri="{FF2B5EF4-FFF2-40B4-BE49-F238E27FC236}">
                <a16:creationId xmlns:a16="http://schemas.microsoft.com/office/drawing/2014/main" id="{D2C6EF12-2853-278E-501C-3D465CA9784D}"/>
              </a:ext>
              <a:ext uri="{C183D7F6-B498-43B3-948B-1728B52AA6E4}">
                <adec:decorative xmlns:adec="http://schemas.microsoft.com/office/drawing/2017/decorative" val="1"/>
              </a:ext>
            </a:extLst>
          </p:cNvPr>
          <p:cNvSpPr txBox="1"/>
          <p:nvPr/>
        </p:nvSpPr>
        <p:spPr>
          <a:xfrm>
            <a:off x="9401979" y="2921586"/>
            <a:ext cx="1005379" cy="1005379"/>
          </a:xfrm>
          <a:prstGeom prst="rect">
            <a:avLst/>
          </a:prstGeom>
          <a:solidFill>
            <a:schemeClr val="accent4"/>
          </a:solidFill>
        </p:spPr>
        <p:txBody>
          <a:bodyPr lIns="33867" tIns="33867" rIns="33867" bIns="33867" rtlCol="0" anchor="ctr"/>
          <a:lstStyle/>
          <a:p>
            <a:pPr algn="ctr">
              <a:lnSpc>
                <a:spcPts val="1759"/>
              </a:lnSpc>
            </a:pPr>
            <a:endParaRPr sz="800"/>
          </a:p>
        </p:txBody>
      </p:sp>
      <p:sp>
        <p:nvSpPr>
          <p:cNvPr id="14" name="Freeform: Shape 2">
            <a:extLst>
              <a:ext uri="{FF2B5EF4-FFF2-40B4-BE49-F238E27FC236}">
                <a16:creationId xmlns:a16="http://schemas.microsoft.com/office/drawing/2014/main" id="{1DECCF75-D066-917A-1538-2D867380DA77}"/>
              </a:ext>
              <a:ext uri="{C183D7F6-B498-43B3-948B-1728B52AA6E4}">
                <adec:decorative xmlns:adec="http://schemas.microsoft.com/office/drawing/2017/decorative" val="1"/>
              </a:ext>
            </a:extLst>
          </p:cNvPr>
          <p:cNvSpPr/>
          <p:nvPr/>
        </p:nvSpPr>
        <p:spPr>
          <a:xfrm rot="16200000" flipH="1">
            <a:off x="11298174" y="4820791"/>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6">
            <a:extLst>
              <a:ext uri="{FF2B5EF4-FFF2-40B4-BE49-F238E27FC236}">
                <a16:creationId xmlns:a16="http://schemas.microsoft.com/office/drawing/2014/main" id="{8FA04E66-213C-DDEB-0D3E-9A5129DDCD3E}"/>
              </a:ext>
              <a:ext uri="{C183D7F6-B498-43B3-948B-1728B52AA6E4}">
                <adec:decorative xmlns:adec="http://schemas.microsoft.com/office/drawing/2017/decorative" val="1"/>
              </a:ext>
            </a:extLst>
          </p:cNvPr>
          <p:cNvSpPr/>
          <p:nvPr/>
        </p:nvSpPr>
        <p:spPr>
          <a:xfrm rot="16200000" flipH="1">
            <a:off x="10404348" y="3926965"/>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lumMod val="40000"/>
              <a:lumOff val="60000"/>
            </a:schemeClr>
          </a:solidFill>
          <a:ln cap="sq">
            <a:noFill/>
            <a:prstDash val="solid"/>
            <a:miter/>
          </a:ln>
        </p:spPr>
        <p:txBody>
          <a:bodyPr/>
          <a:lstStyle/>
          <a:p>
            <a:endParaRPr lang="zh-CN" altLang="en-US" sz="800"/>
          </a:p>
        </p:txBody>
      </p:sp>
      <p:sp>
        <p:nvSpPr>
          <p:cNvPr id="16" name="Freeform: Shape 23">
            <a:extLst>
              <a:ext uri="{FF2B5EF4-FFF2-40B4-BE49-F238E27FC236}">
                <a16:creationId xmlns:a16="http://schemas.microsoft.com/office/drawing/2014/main" id="{835866C3-D93C-B420-0416-FD8080686323}"/>
              </a:ext>
              <a:ext uri="{C183D7F6-B498-43B3-948B-1728B52AA6E4}">
                <adec:decorative xmlns:adec="http://schemas.microsoft.com/office/drawing/2017/decorative" val="1"/>
              </a:ext>
            </a:extLst>
          </p:cNvPr>
          <p:cNvSpPr/>
          <p:nvPr/>
        </p:nvSpPr>
        <p:spPr>
          <a:xfrm rot="5400000">
            <a:off x="11298174" y="3033139"/>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7" name="Freeform: Shape 14">
            <a:extLst>
              <a:ext uri="{FF2B5EF4-FFF2-40B4-BE49-F238E27FC236}">
                <a16:creationId xmlns:a16="http://schemas.microsoft.com/office/drawing/2014/main" id="{F63896DF-D4AA-41AB-717A-9F3129049029}"/>
              </a:ext>
              <a:ext uri="{C183D7F6-B498-43B3-948B-1728B52AA6E4}">
                <adec:decorative xmlns:adec="http://schemas.microsoft.com/office/drawing/2017/decorative" val="1"/>
              </a:ext>
            </a:extLst>
          </p:cNvPr>
          <p:cNvSpPr/>
          <p:nvPr/>
        </p:nvSpPr>
        <p:spPr>
          <a:xfrm rot="16200000" flipH="1">
            <a:off x="10348137" y="1849888"/>
            <a:ext cx="1129845" cy="1005380"/>
          </a:xfrm>
          <a:custGeom>
            <a:avLst/>
            <a:gdLst>
              <a:gd name="connsiteX0" fmla="*/ 0 w 677557"/>
              <a:gd name="connsiteY0" fmla="*/ 0 h 677557"/>
              <a:gd name="connsiteX1" fmla="*/ 677557 w 677557"/>
              <a:gd name="connsiteY1" fmla="*/ 0 h 677557"/>
              <a:gd name="connsiteX2" fmla="*/ 0 w 677557"/>
              <a:gd name="connsiteY2" fmla="*/ 677557 h 677557"/>
            </a:gdLst>
            <a:ahLst/>
            <a:cxnLst>
              <a:cxn ang="0">
                <a:pos x="connsiteX0" y="connsiteY0"/>
              </a:cxn>
              <a:cxn ang="0">
                <a:pos x="connsiteX1" y="connsiteY1"/>
              </a:cxn>
              <a:cxn ang="0">
                <a:pos x="connsiteX2" y="connsiteY2"/>
              </a:cxn>
            </a:cxnLst>
            <a:rect l="l" t="t" r="r" b="b"/>
            <a:pathLst>
              <a:path w="677557" h="677557">
                <a:moveTo>
                  <a:pt x="0" y="0"/>
                </a:moveTo>
                <a:lnTo>
                  <a:pt x="677557" y="0"/>
                </a:lnTo>
                <a:cubicBezTo>
                  <a:pt x="677557" y="374204"/>
                  <a:pt x="374204" y="677557"/>
                  <a:pt x="0" y="67755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819440439"/>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 3">
    <p:bg>
      <p:bgPr>
        <a:solidFill>
          <a:schemeClr val="tx2"/>
        </a:solidFill>
        <a:effectLst/>
      </p:bgPr>
    </p:bg>
    <p:spTree>
      <p:nvGrpSpPr>
        <p:cNvPr id="1" name=""/>
        <p:cNvGrpSpPr/>
        <p:nvPr/>
      </p:nvGrpSpPr>
      <p:grpSpPr>
        <a:xfrm>
          <a:off x="0" y="0"/>
          <a:ext cx="0" cy="0"/>
          <a:chOff x="0" y="0"/>
          <a:chExt cx="0" cy="0"/>
        </a:xfrm>
      </p:grpSpPr>
      <p:sp>
        <p:nvSpPr>
          <p:cNvPr id="15" name="Freeform: Shape 2">
            <a:extLst>
              <a:ext uri="{FF2B5EF4-FFF2-40B4-BE49-F238E27FC236}">
                <a16:creationId xmlns:a16="http://schemas.microsoft.com/office/drawing/2014/main" id="{B4A13763-79CB-81C9-CAE9-62365DBE89E5}"/>
              </a:ext>
              <a:ext uri="{C183D7F6-B498-43B3-948B-1728B52AA6E4}">
                <adec:decorative xmlns:adec="http://schemas.microsoft.com/office/drawing/2017/decorative" val="1"/>
              </a:ext>
            </a:extLst>
          </p:cNvPr>
          <p:cNvSpPr/>
          <p:nvPr/>
        </p:nvSpPr>
        <p:spPr>
          <a:xfrm rot="16200000" flipH="1">
            <a:off x="11298174" y="5230305"/>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6" name="Freeform: Shape 6">
            <a:extLst>
              <a:ext uri="{FF2B5EF4-FFF2-40B4-BE49-F238E27FC236}">
                <a16:creationId xmlns:a16="http://schemas.microsoft.com/office/drawing/2014/main" id="{BF9709BC-F72E-ED56-A2EE-CAEDA36F9158}"/>
              </a:ext>
              <a:ext uri="{C183D7F6-B498-43B3-948B-1728B52AA6E4}">
                <adec:decorative xmlns:adec="http://schemas.microsoft.com/office/drawing/2017/decorative" val="1"/>
              </a:ext>
            </a:extLst>
          </p:cNvPr>
          <p:cNvSpPr/>
          <p:nvPr/>
        </p:nvSpPr>
        <p:spPr>
          <a:xfrm rot="16200000" flipH="1">
            <a:off x="0" y="5230304"/>
            <a:ext cx="893826" cy="893826"/>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2" name="TextBox 14">
            <a:extLst>
              <a:ext uri="{FF2B5EF4-FFF2-40B4-BE49-F238E27FC236}">
                <a16:creationId xmlns:a16="http://schemas.microsoft.com/office/drawing/2014/main" id="{F5BEF0AA-35E3-6EFD-2BB0-5D49CCEA0F27}"/>
              </a:ext>
              <a:ext uri="{C183D7F6-B498-43B3-948B-1728B52AA6E4}">
                <adec:decorative xmlns:adec="http://schemas.microsoft.com/office/drawing/2017/decorative" val="1"/>
              </a:ext>
            </a:extLst>
          </p:cNvPr>
          <p:cNvSpPr txBox="1"/>
          <p:nvPr/>
        </p:nvSpPr>
        <p:spPr>
          <a:xfrm>
            <a:off x="0" y="0"/>
            <a:ext cx="733870" cy="733870"/>
          </a:xfrm>
          <a:prstGeom prst="rect">
            <a:avLst/>
          </a:prstGeom>
          <a:solidFill>
            <a:schemeClr val="accent4"/>
          </a:solidFill>
        </p:spPr>
        <p:txBody>
          <a:bodyPr lIns="33867" tIns="33867" rIns="33867" bIns="33867" rtlCol="0" anchor="ctr"/>
          <a:lstStyle/>
          <a:p>
            <a:pPr algn="ctr">
              <a:lnSpc>
                <a:spcPts val="1759"/>
              </a:lnSpc>
            </a:pPr>
            <a:endParaRPr sz="800"/>
          </a:p>
        </p:txBody>
      </p:sp>
      <p:sp>
        <p:nvSpPr>
          <p:cNvPr id="17" name="Freeform: Shape 23">
            <a:extLst>
              <a:ext uri="{FF2B5EF4-FFF2-40B4-BE49-F238E27FC236}">
                <a16:creationId xmlns:a16="http://schemas.microsoft.com/office/drawing/2014/main" id="{FD70C5D6-57DA-643C-F51A-5271E7F58B17}"/>
              </a:ext>
              <a:ext uri="{C183D7F6-B498-43B3-948B-1728B52AA6E4}">
                <adec:decorative xmlns:adec="http://schemas.microsoft.com/office/drawing/2017/decorative" val="1"/>
              </a:ext>
            </a:extLst>
          </p:cNvPr>
          <p:cNvSpPr/>
          <p:nvPr/>
        </p:nvSpPr>
        <p:spPr>
          <a:xfrm rot="5400000">
            <a:off x="718632" y="-1"/>
            <a:ext cx="733870" cy="73387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solidFill>
                <a:schemeClr val="bg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981200" y="854239"/>
            <a:ext cx="8229600" cy="3381211"/>
          </a:xfrm>
          <a:prstGeom prst="rect">
            <a:avLst/>
          </a:prstGeom>
        </p:spPr>
        <p:txBody>
          <a:bodyPr anchor="b">
            <a:normAutofit/>
          </a:bodyPr>
          <a:lstStyle>
            <a:lvl1pPr algn="ctr">
              <a:defRPr sz="5400">
                <a:solidFill>
                  <a:schemeClr val="accent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981200" y="4380277"/>
            <a:ext cx="8229599" cy="862553"/>
          </a:xfrm>
          <a:prstGeom prst="rect">
            <a:avLst/>
          </a:prstGeom>
        </p:spPr>
        <p:txBody>
          <a:bodyPr>
            <a:norm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3CDC104A-A777-A7B0-D959-8CA1F8223460}"/>
              </a:ext>
            </a:extLst>
          </p:cNvPr>
          <p:cNvSpPr>
            <a:spLocks noGrp="1"/>
          </p:cNvSpPr>
          <p:nvPr>
            <p:ph type="dt" sz="half" idx="10"/>
          </p:nvPr>
        </p:nvSpPr>
        <p:spPr>
          <a:xfrm>
            <a:off x="657225" y="6400800"/>
            <a:ext cx="2743200" cy="266700"/>
          </a:xfrm>
          <a:prstGeom prst="rect">
            <a:avLst/>
          </a:prstGeom>
        </p:spPr>
        <p:txBody>
          <a:bodyPr/>
          <a:lstStyle>
            <a:lvl1pPr>
              <a:defRPr>
                <a:solidFill>
                  <a:schemeClr val="bg1"/>
                </a:solidFill>
              </a:defRPr>
            </a:lvl1pPr>
          </a:lstStyle>
          <a:p>
            <a:r>
              <a:rPr lang="en-US"/>
              <a:t>00/00/00</a:t>
            </a:r>
            <a:endParaRPr lang="en-US" dirty="0"/>
          </a:p>
        </p:txBody>
      </p:sp>
      <p:sp>
        <p:nvSpPr>
          <p:cNvPr id="14" name="Footer Placeholder 13">
            <a:extLst>
              <a:ext uri="{FF2B5EF4-FFF2-40B4-BE49-F238E27FC236}">
                <a16:creationId xmlns:a16="http://schemas.microsoft.com/office/drawing/2014/main" id="{58E63A04-3DDF-5524-535D-97054A453617}"/>
              </a:ext>
            </a:extLst>
          </p:cNvPr>
          <p:cNvSpPr>
            <a:spLocks noGrp="1"/>
          </p:cNvSpPr>
          <p:nvPr>
            <p:ph type="ftr" sz="quarter" idx="11"/>
          </p:nvPr>
        </p:nvSpPr>
        <p:spPr>
          <a:xfrm>
            <a:off x="3800475" y="6400800"/>
            <a:ext cx="3657600" cy="266700"/>
          </a:xfrm>
        </p:spPr>
        <p:txBody>
          <a:bodyPr/>
          <a:lstStyle>
            <a:lvl1pPr>
              <a:defRPr>
                <a:solidFill>
                  <a:schemeClr val="bg1"/>
                </a:solidFill>
              </a:defRPr>
            </a:lvl1pPr>
          </a:lstStyle>
          <a:p>
            <a:endParaRPr lang="en-US" dirty="0"/>
          </a:p>
        </p:txBody>
      </p:sp>
      <p:sp>
        <p:nvSpPr>
          <p:cNvPr id="18" name="Slide Number Placeholder 17">
            <a:extLst>
              <a:ext uri="{FF2B5EF4-FFF2-40B4-BE49-F238E27FC236}">
                <a16:creationId xmlns:a16="http://schemas.microsoft.com/office/drawing/2014/main" id="{C6F5029C-529A-7C3E-DC71-92A383355951}"/>
              </a:ext>
            </a:extLst>
          </p:cNvPr>
          <p:cNvSpPr>
            <a:spLocks noGrp="1"/>
          </p:cNvSpPr>
          <p:nvPr>
            <p:ph type="sldNum" sz="half" idx="12"/>
          </p:nvPr>
        </p:nvSpPr>
        <p:spPr>
          <a:xfrm>
            <a:off x="7858125" y="6400800"/>
            <a:ext cx="3657600" cy="266700"/>
          </a:xfrm>
          <a:prstGeom prst="rect">
            <a:avLst/>
          </a:prstGeom>
        </p:spPr>
        <p:txBody>
          <a:bodyPr/>
          <a:lstStyle>
            <a:lvl1pPr>
              <a:defRPr>
                <a:solidFill>
                  <a:schemeClr val="bg1"/>
                </a:solidFill>
              </a:defRPr>
            </a:lvl1pPr>
          </a:lstStyle>
          <a:p>
            <a:fld id="{EB37DED6-D4C7-42EE-AB49-D2E39E64FDE4}" type="slidenum">
              <a:rPr lang="en-US" smtClean="0"/>
              <a:pPr/>
              <a:t>‹#›</a:t>
            </a:fld>
            <a:endParaRPr lang="en-US" dirty="0"/>
          </a:p>
        </p:txBody>
      </p:sp>
      <p:sp>
        <p:nvSpPr>
          <p:cNvPr id="8" name="Freeform: Shape 2">
            <a:extLst>
              <a:ext uri="{FF2B5EF4-FFF2-40B4-BE49-F238E27FC236}">
                <a16:creationId xmlns:a16="http://schemas.microsoft.com/office/drawing/2014/main" id="{BADFD317-16A6-BBB6-A296-CDE0C57C5511}"/>
              </a:ext>
              <a:ext uri="{C183D7F6-B498-43B3-948B-1728B52AA6E4}">
                <adec:decorative xmlns:adec="http://schemas.microsoft.com/office/drawing/2017/decorative" val="1"/>
              </a:ext>
            </a:extLst>
          </p:cNvPr>
          <p:cNvSpPr/>
          <p:nvPr/>
        </p:nvSpPr>
        <p:spPr>
          <a:xfrm rot="5400000">
            <a:off x="10747375" y="722313"/>
            <a:ext cx="722313" cy="722313"/>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solidFill>
                <a:schemeClr val="bg1"/>
              </a:solidFill>
            </a:endParaRPr>
          </a:p>
        </p:txBody>
      </p:sp>
      <p:sp>
        <p:nvSpPr>
          <p:cNvPr id="9" name="Freeform: Shape 6">
            <a:extLst>
              <a:ext uri="{FF2B5EF4-FFF2-40B4-BE49-F238E27FC236}">
                <a16:creationId xmlns:a16="http://schemas.microsoft.com/office/drawing/2014/main" id="{E3598211-F5AD-8F6E-6030-0A8794CCA3C5}"/>
              </a:ext>
              <a:ext uri="{C183D7F6-B498-43B3-948B-1728B52AA6E4}">
                <adec:decorative xmlns:adec="http://schemas.microsoft.com/office/drawing/2017/decorative" val="1"/>
              </a:ext>
            </a:extLst>
          </p:cNvPr>
          <p:cNvSpPr/>
          <p:nvPr/>
        </p:nvSpPr>
        <p:spPr>
          <a:xfrm rot="5400000">
            <a:off x="10747375" y="0"/>
            <a:ext cx="722313" cy="722313"/>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lumMod val="60000"/>
              <a:lumOff val="40000"/>
            </a:schemeClr>
          </a:solidFill>
          <a:ln cap="sq">
            <a:noFill/>
            <a:prstDash val="solid"/>
            <a:miter/>
          </a:ln>
        </p:spPr>
        <p:txBody>
          <a:bodyPr/>
          <a:lstStyle/>
          <a:p>
            <a:endParaRPr lang="zh-CN" altLang="en-US" sz="800">
              <a:solidFill>
                <a:schemeClr val="bg1"/>
              </a:solidFill>
            </a:endParaRPr>
          </a:p>
        </p:txBody>
      </p:sp>
      <p:sp>
        <p:nvSpPr>
          <p:cNvPr id="10" name="Freeform: Shape 23">
            <a:extLst>
              <a:ext uri="{FF2B5EF4-FFF2-40B4-BE49-F238E27FC236}">
                <a16:creationId xmlns:a16="http://schemas.microsoft.com/office/drawing/2014/main" id="{371B281B-C8D7-79E0-C4BD-CE77782E45BA}"/>
              </a:ext>
              <a:ext uri="{C183D7F6-B498-43B3-948B-1728B52AA6E4}">
                <adec:decorative xmlns:adec="http://schemas.microsoft.com/office/drawing/2017/decorative" val="1"/>
              </a:ext>
            </a:extLst>
          </p:cNvPr>
          <p:cNvSpPr/>
          <p:nvPr/>
        </p:nvSpPr>
        <p:spPr>
          <a:xfrm rot="5400000">
            <a:off x="9302750" y="0"/>
            <a:ext cx="722313" cy="722313"/>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solidFill>
                <a:schemeClr val="bg1"/>
              </a:solidFill>
            </a:endParaRPr>
          </a:p>
        </p:txBody>
      </p:sp>
      <p:sp>
        <p:nvSpPr>
          <p:cNvPr id="11" name="Freeform: Shape 24">
            <a:extLst>
              <a:ext uri="{FF2B5EF4-FFF2-40B4-BE49-F238E27FC236}">
                <a16:creationId xmlns:a16="http://schemas.microsoft.com/office/drawing/2014/main" id="{B52DF987-F396-B4F9-680B-2C4FFB00FF2B}"/>
              </a:ext>
              <a:ext uri="{C183D7F6-B498-43B3-948B-1728B52AA6E4}">
                <adec:decorative xmlns:adec="http://schemas.microsoft.com/office/drawing/2017/decorative" val="1"/>
              </a:ext>
            </a:extLst>
          </p:cNvPr>
          <p:cNvSpPr/>
          <p:nvPr/>
        </p:nvSpPr>
        <p:spPr>
          <a:xfrm rot="5400000">
            <a:off x="11469687" y="0"/>
            <a:ext cx="722313" cy="722313"/>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21" name="Freeform: Shape  20">
            <a:extLst>
              <a:ext uri="{FF2B5EF4-FFF2-40B4-BE49-F238E27FC236}">
                <a16:creationId xmlns:a16="http://schemas.microsoft.com/office/drawing/2014/main" id="{15F118BE-B483-7C7A-6164-E4D460CE0817}"/>
              </a:ext>
              <a:ext uri="{C183D7F6-B498-43B3-948B-1728B52AA6E4}">
                <adec:decorative xmlns:adec="http://schemas.microsoft.com/office/drawing/2017/decorative" val="1"/>
              </a:ext>
            </a:extLst>
          </p:cNvPr>
          <p:cNvSpPr/>
          <p:nvPr/>
        </p:nvSpPr>
        <p:spPr>
          <a:xfrm rot="5400000" flipH="1">
            <a:off x="11469687" y="1444625"/>
            <a:ext cx="722313" cy="722313"/>
          </a:xfrm>
          <a:custGeom>
            <a:avLst/>
            <a:gdLst>
              <a:gd name="connsiteX0" fmla="*/ 647700 w 647700"/>
              <a:gd name="connsiteY0" fmla="*/ 0 h 647700"/>
              <a:gd name="connsiteX1" fmla="*/ 647700 w 647700"/>
              <a:gd name="connsiteY1" fmla="*/ 647700 h 647700"/>
              <a:gd name="connsiteX2" fmla="*/ 0 w 647700"/>
              <a:gd name="connsiteY2" fmla="*/ 647700 h 647700"/>
              <a:gd name="connsiteX3" fmla="*/ 647700 w 647700"/>
              <a:gd name="connsiteY3" fmla="*/ 0 h 647700"/>
            </a:gdLst>
            <a:ahLst/>
            <a:cxnLst>
              <a:cxn ang="0">
                <a:pos x="connsiteX0" y="connsiteY0"/>
              </a:cxn>
              <a:cxn ang="0">
                <a:pos x="connsiteX1" y="connsiteY1"/>
              </a:cxn>
              <a:cxn ang="0">
                <a:pos x="connsiteX2" y="connsiteY2"/>
              </a:cxn>
              <a:cxn ang="0">
                <a:pos x="connsiteX3" y="connsiteY3"/>
              </a:cxn>
            </a:cxnLst>
            <a:rect l="l" t="t" r="r" b="b"/>
            <a:pathLst>
              <a:path w="647700" h="647700">
                <a:moveTo>
                  <a:pt x="647700" y="0"/>
                </a:moveTo>
                <a:lnTo>
                  <a:pt x="647700" y="647700"/>
                </a:lnTo>
                <a:lnTo>
                  <a:pt x="0" y="647700"/>
                </a:lnTo>
                <a:cubicBezTo>
                  <a:pt x="0" y="289985"/>
                  <a:pt x="289985" y="0"/>
                  <a:pt x="647700"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Freeform: Shape 23">
            <a:extLst>
              <a:ext uri="{FF2B5EF4-FFF2-40B4-BE49-F238E27FC236}">
                <a16:creationId xmlns:a16="http://schemas.microsoft.com/office/drawing/2014/main" id="{10A3EE84-5267-E69E-E8BA-A4D0595D17AD}"/>
              </a:ext>
              <a:ext uri="{C183D7F6-B498-43B3-948B-1728B52AA6E4}">
                <adec:decorative xmlns:adec="http://schemas.microsoft.com/office/drawing/2017/decorative" val="1"/>
              </a:ext>
            </a:extLst>
          </p:cNvPr>
          <p:cNvSpPr/>
          <p:nvPr/>
        </p:nvSpPr>
        <p:spPr>
          <a:xfrm rot="5400000">
            <a:off x="10025062" y="0"/>
            <a:ext cx="722313" cy="722313"/>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solidFill>
                <a:schemeClr val="bg1"/>
              </a:solidFill>
            </a:endParaRPr>
          </a:p>
        </p:txBody>
      </p:sp>
      <p:sp>
        <p:nvSpPr>
          <p:cNvPr id="5" name="Text Placeholder 4">
            <a:extLst>
              <a:ext uri="{FF2B5EF4-FFF2-40B4-BE49-F238E27FC236}">
                <a16:creationId xmlns:a16="http://schemas.microsoft.com/office/drawing/2014/main" id="{00827185-1655-7139-0EEA-8E50961F00C2}"/>
              </a:ext>
            </a:extLst>
          </p:cNvPr>
          <p:cNvSpPr>
            <a:spLocks noGrp="1"/>
          </p:cNvSpPr>
          <p:nvPr>
            <p:ph type="body" sz="quarter" idx="27" hasCustomPrompt="1"/>
          </p:nvPr>
        </p:nvSpPr>
        <p:spPr>
          <a:xfrm>
            <a:off x="4895055" y="5525610"/>
            <a:ext cx="2401888" cy="303213"/>
          </a:xfrm>
        </p:spPr>
        <p:txBody>
          <a:bodyPr>
            <a:normAutofit/>
          </a:bodyPr>
          <a:lstStyle>
            <a:lvl1pPr algn="ctr">
              <a:defRPr sz="1600">
                <a:solidFill>
                  <a:schemeClr val="bg1"/>
                </a:solidFill>
              </a:defRPr>
            </a:lvl1pPr>
          </a:lstStyle>
          <a:p>
            <a:pPr lvl="0"/>
            <a:r>
              <a:rPr lang="en-US" altLang="zh-CN"/>
              <a:t>Presenter Name</a:t>
            </a:r>
            <a:endParaRPr lang="zh-CN" altLang="en-US"/>
          </a:p>
        </p:txBody>
      </p:sp>
    </p:spTree>
    <p:extLst>
      <p:ext uri="{BB962C8B-B14F-4D97-AF65-F5344CB8AC3E}">
        <p14:creationId xmlns:p14="http://schemas.microsoft.com/office/powerpoint/2010/main" val="1682704612"/>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itle, Photo 1">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24A208E-BD69-BB12-21B8-DA405B501FA8}"/>
              </a:ext>
              <a:ext uri="{C183D7F6-B498-43B3-948B-1728B52AA6E4}">
                <adec:decorative xmlns:adec="http://schemas.microsoft.com/office/drawing/2017/decorative" val="1"/>
              </a:ext>
            </a:extLst>
          </p:cNvPr>
          <p:cNvSpPr>
            <a:spLocks noGrp="1"/>
          </p:cNvSpPr>
          <p:nvPr>
            <p:ph type="pic" sz="quarter" idx="13"/>
          </p:nvPr>
        </p:nvSpPr>
        <p:spPr>
          <a:xfrm>
            <a:off x="0" y="1"/>
            <a:ext cx="12191999" cy="2971934"/>
          </a:xfrm>
          <a:prstGeom prst="rect">
            <a:avLst/>
          </a:prstGeom>
          <a:noFill/>
        </p:spPr>
        <p:txBody>
          <a:bodyPr/>
          <a:lstStyle/>
          <a:p>
            <a:r>
              <a:rPr lang="en-US"/>
              <a:t>Click icon to add picture</a:t>
            </a:r>
          </a:p>
        </p:txBody>
      </p:sp>
      <p:sp>
        <p:nvSpPr>
          <p:cNvPr id="17" name="Freeform: Shape 2">
            <a:extLst>
              <a:ext uri="{FF2B5EF4-FFF2-40B4-BE49-F238E27FC236}">
                <a16:creationId xmlns:a16="http://schemas.microsoft.com/office/drawing/2014/main" id="{005B09C0-BC16-E11D-00A4-9B12C4C3CF36}"/>
              </a:ext>
              <a:ext uri="{C183D7F6-B498-43B3-948B-1728B52AA6E4}">
                <adec:decorative xmlns:adec="http://schemas.microsoft.com/office/drawing/2017/decorative" val="1"/>
              </a:ext>
            </a:extLst>
          </p:cNvPr>
          <p:cNvSpPr/>
          <p:nvPr/>
        </p:nvSpPr>
        <p:spPr>
          <a:xfrm rot="16200000" flipH="1">
            <a:off x="11569700" y="6235700"/>
            <a:ext cx="622300" cy="62230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365760" y="3086100"/>
            <a:ext cx="11460480" cy="2414521"/>
          </a:xfrm>
          <a:prstGeom prst="rect">
            <a:avLst/>
          </a:prstGeom>
        </p:spPr>
        <p:txBody>
          <a:bodyPr anchor="b">
            <a:noAutofit/>
          </a:bodyPr>
          <a:lstStyle>
            <a:lvl1pPr algn="l">
              <a:defRPr sz="5400">
                <a:solidFill>
                  <a:schemeClr val="accent2"/>
                </a:solidFill>
              </a:defRPr>
            </a:lvl1pPr>
          </a:lstStyle>
          <a:p>
            <a:r>
              <a:rPr lang="en-US"/>
              <a:t>Click to edit Master title style</a:t>
            </a:r>
          </a:p>
        </p:txBody>
      </p:sp>
      <p:sp>
        <p:nvSpPr>
          <p:cNvPr id="10" name="Subtitle 2">
            <a:extLst>
              <a:ext uri="{FF2B5EF4-FFF2-40B4-BE49-F238E27FC236}">
                <a16:creationId xmlns:a16="http://schemas.microsoft.com/office/drawing/2014/main" id="{52C78526-D7FD-65CF-CC10-5ACA5072FD92}"/>
              </a:ext>
            </a:extLst>
          </p:cNvPr>
          <p:cNvSpPr>
            <a:spLocks noGrp="1"/>
          </p:cNvSpPr>
          <p:nvPr>
            <p:ph type="subTitle" idx="1" hasCustomPrompt="1"/>
          </p:nvPr>
        </p:nvSpPr>
        <p:spPr>
          <a:xfrm>
            <a:off x="365760" y="5572493"/>
            <a:ext cx="8229599" cy="549041"/>
          </a:xfrm>
          <a:prstGeom prst="rect">
            <a:avLst/>
          </a:prstGeom>
        </p:spPr>
        <p:txBody>
          <a:bodyPr lIns="0" tIns="0" rIns="0" bIns="0" anchor="b">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E09801-C736-06C4-DE80-18E32A0BB0BD}"/>
              </a:ext>
            </a:extLst>
          </p:cNvPr>
          <p:cNvSpPr>
            <a:spLocks noGrp="1"/>
          </p:cNvSpPr>
          <p:nvPr>
            <p:ph type="dt" sz="half" idx="14"/>
          </p:nvPr>
        </p:nvSpPr>
        <p:spPr>
          <a:xfrm>
            <a:off x="657225" y="6400800"/>
            <a:ext cx="2743200" cy="266700"/>
          </a:xfrm>
          <a:prstGeom prst="rect">
            <a:avLst/>
          </a:prstGeom>
        </p:spPr>
        <p:txBody>
          <a:bodyPr/>
          <a:lstStyle>
            <a:lvl1pPr>
              <a:defRPr>
                <a:solidFill>
                  <a:schemeClr val="bg1"/>
                </a:solidFill>
              </a:defRPr>
            </a:lvl1pPr>
          </a:lstStyle>
          <a:p>
            <a:r>
              <a:rPr lang="en-US"/>
              <a:t>00/00/00</a:t>
            </a:r>
            <a:endParaRPr lang="en-US" dirty="0"/>
          </a:p>
        </p:txBody>
      </p:sp>
      <p:sp>
        <p:nvSpPr>
          <p:cNvPr id="5" name="Footer Placeholder 4">
            <a:extLst>
              <a:ext uri="{FF2B5EF4-FFF2-40B4-BE49-F238E27FC236}">
                <a16:creationId xmlns:a16="http://schemas.microsoft.com/office/drawing/2014/main" id="{F3A6D894-38C4-3A9E-6F62-3FD23B9532FA}"/>
              </a:ext>
            </a:extLst>
          </p:cNvPr>
          <p:cNvSpPr>
            <a:spLocks noGrp="1"/>
          </p:cNvSpPr>
          <p:nvPr>
            <p:ph type="ftr" sz="quarter" idx="15"/>
          </p:nvPr>
        </p:nvSpPr>
        <p:spPr>
          <a:xfrm>
            <a:off x="3800475" y="6400800"/>
            <a:ext cx="3657600" cy="266700"/>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100CB1E4-0711-AA8E-4AC8-921C52FFA785}"/>
              </a:ext>
            </a:extLst>
          </p:cNvPr>
          <p:cNvSpPr>
            <a:spLocks noGrp="1"/>
          </p:cNvSpPr>
          <p:nvPr>
            <p:ph type="sldNum" sz="half" idx="16"/>
          </p:nvPr>
        </p:nvSpPr>
        <p:spPr>
          <a:xfrm>
            <a:off x="7858125" y="6400800"/>
            <a:ext cx="3657600" cy="266700"/>
          </a:xfrm>
          <a:prstGeom prst="rect">
            <a:avLst/>
          </a:prstGeom>
        </p:spPr>
        <p:txBody>
          <a:bodyPr/>
          <a:lstStyle>
            <a:lvl1pPr>
              <a:defRPr>
                <a:solidFill>
                  <a:schemeClr val="bg1"/>
                </a:solidFill>
              </a:defRPr>
            </a:lvl1pPr>
          </a:lstStyle>
          <a:p>
            <a:fld id="{EB37DED6-D4C7-42EE-AB49-D2E39E64FDE4}" type="slidenum">
              <a:rPr lang="en-US" smtClean="0"/>
              <a:pPr/>
              <a:t>‹#›</a:t>
            </a:fld>
            <a:endParaRPr lang="en-US" dirty="0"/>
          </a:p>
        </p:txBody>
      </p:sp>
      <p:sp>
        <p:nvSpPr>
          <p:cNvPr id="3" name="Text Placeholder 4">
            <a:extLst>
              <a:ext uri="{FF2B5EF4-FFF2-40B4-BE49-F238E27FC236}">
                <a16:creationId xmlns:a16="http://schemas.microsoft.com/office/drawing/2014/main" id="{BA084642-FA12-0F65-2ECA-1D4A286C51E4}"/>
              </a:ext>
            </a:extLst>
          </p:cNvPr>
          <p:cNvSpPr>
            <a:spLocks noGrp="1"/>
          </p:cNvSpPr>
          <p:nvPr>
            <p:ph type="body" sz="quarter" idx="27" hasCustomPrompt="1"/>
          </p:nvPr>
        </p:nvSpPr>
        <p:spPr>
          <a:xfrm>
            <a:off x="9424352" y="5792853"/>
            <a:ext cx="2401888" cy="303213"/>
          </a:xfrm>
        </p:spPr>
        <p:txBody>
          <a:bodyPr>
            <a:normAutofit/>
          </a:bodyPr>
          <a:lstStyle>
            <a:lvl1pPr algn="r">
              <a:defRPr sz="1600">
                <a:solidFill>
                  <a:schemeClr val="bg1"/>
                </a:solidFill>
              </a:defRPr>
            </a:lvl1pPr>
          </a:lstStyle>
          <a:p>
            <a:pPr lvl="0"/>
            <a:r>
              <a:rPr lang="en-US" altLang="zh-CN"/>
              <a:t>Presenter Name</a:t>
            </a:r>
            <a:endParaRPr lang="zh-CN" altLang="en-US"/>
          </a:p>
        </p:txBody>
      </p:sp>
    </p:spTree>
    <p:extLst>
      <p:ext uri="{BB962C8B-B14F-4D97-AF65-F5344CB8AC3E}">
        <p14:creationId xmlns:p14="http://schemas.microsoft.com/office/powerpoint/2010/main" val="4046228617"/>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Title Photo 2">
    <p:bg>
      <p:bgPr>
        <a:solidFill>
          <a:schemeClr val="tx2"/>
        </a:solidFill>
        <a:effectLst/>
      </p:bgPr>
    </p:bg>
    <p:spTree>
      <p:nvGrpSpPr>
        <p:cNvPr id="1" name=""/>
        <p:cNvGrpSpPr/>
        <p:nvPr/>
      </p:nvGrpSpPr>
      <p:grpSpPr>
        <a:xfrm>
          <a:off x="0" y="0"/>
          <a:ext cx="0" cy="0"/>
          <a:chOff x="0" y="0"/>
          <a:chExt cx="0" cy="0"/>
        </a:xfrm>
      </p:grpSpPr>
      <p:sp>
        <p:nvSpPr>
          <p:cNvPr id="24" name="TextBox 14">
            <a:extLst>
              <a:ext uri="{FF2B5EF4-FFF2-40B4-BE49-F238E27FC236}">
                <a16:creationId xmlns:a16="http://schemas.microsoft.com/office/drawing/2014/main" id="{DE6CD9B1-3C13-91D7-0B35-7210DDF15012}"/>
              </a:ext>
              <a:ext uri="{C183D7F6-B498-43B3-948B-1728B52AA6E4}">
                <adec:decorative xmlns:adec="http://schemas.microsoft.com/office/drawing/2017/decorative" val="1"/>
              </a:ext>
            </a:extLst>
          </p:cNvPr>
          <p:cNvSpPr txBox="1"/>
          <p:nvPr/>
        </p:nvSpPr>
        <p:spPr>
          <a:xfrm flipH="1">
            <a:off x="10575273" y="3608134"/>
            <a:ext cx="1153853" cy="2619992"/>
          </a:xfrm>
          <a:prstGeom prst="rect">
            <a:avLst/>
          </a:prstGeom>
          <a:solidFill>
            <a:schemeClr val="accent3">
              <a:lumMod val="90000"/>
            </a:schemeClr>
          </a:solidFill>
        </p:spPr>
        <p:txBody>
          <a:bodyPr lIns="33867" tIns="33867" rIns="33867" bIns="33867" rtlCol="0" anchor="ctr"/>
          <a:lstStyle/>
          <a:p>
            <a:pPr algn="ctr">
              <a:lnSpc>
                <a:spcPts val="1759"/>
              </a:lnSpc>
            </a:pPr>
            <a:endParaRPr sz="800"/>
          </a:p>
        </p:txBody>
      </p:sp>
      <p:sp>
        <p:nvSpPr>
          <p:cNvPr id="15" name="Freeform: Shape 14">
            <a:extLst>
              <a:ext uri="{FF2B5EF4-FFF2-40B4-BE49-F238E27FC236}">
                <a16:creationId xmlns:a16="http://schemas.microsoft.com/office/drawing/2014/main" id="{3877E0A5-0331-62CB-180E-E34D972B9ABE}"/>
              </a:ext>
              <a:ext uri="{C183D7F6-B498-43B3-948B-1728B52AA6E4}">
                <adec:decorative xmlns:adec="http://schemas.microsoft.com/office/drawing/2017/decorative" val="1"/>
              </a:ext>
            </a:extLst>
          </p:cNvPr>
          <p:cNvSpPr/>
          <p:nvPr/>
        </p:nvSpPr>
        <p:spPr>
          <a:xfrm rot="16200000">
            <a:off x="10575273" y="2459359"/>
            <a:ext cx="1153853" cy="1153853"/>
          </a:xfrm>
          <a:custGeom>
            <a:avLst/>
            <a:gdLst>
              <a:gd name="connsiteX0" fmla="*/ 0 w 677557"/>
              <a:gd name="connsiteY0" fmla="*/ 0 h 677557"/>
              <a:gd name="connsiteX1" fmla="*/ 677557 w 677557"/>
              <a:gd name="connsiteY1" fmla="*/ 0 h 677557"/>
              <a:gd name="connsiteX2" fmla="*/ 0 w 677557"/>
              <a:gd name="connsiteY2" fmla="*/ 677557 h 677557"/>
            </a:gdLst>
            <a:ahLst/>
            <a:cxnLst>
              <a:cxn ang="0">
                <a:pos x="connsiteX0" y="connsiteY0"/>
              </a:cxn>
              <a:cxn ang="0">
                <a:pos x="connsiteX1" y="connsiteY1"/>
              </a:cxn>
              <a:cxn ang="0">
                <a:pos x="connsiteX2" y="connsiteY2"/>
              </a:cxn>
            </a:cxnLst>
            <a:rect l="l" t="t" r="r" b="b"/>
            <a:pathLst>
              <a:path w="677557" h="677557">
                <a:moveTo>
                  <a:pt x="0" y="0"/>
                </a:moveTo>
                <a:lnTo>
                  <a:pt x="677557" y="0"/>
                </a:lnTo>
                <a:cubicBezTo>
                  <a:pt x="677557" y="374204"/>
                  <a:pt x="374204" y="677557"/>
                  <a:pt x="0" y="677557"/>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9" name="Freeform: Shape 16">
            <a:extLst>
              <a:ext uri="{FF2B5EF4-FFF2-40B4-BE49-F238E27FC236}">
                <a16:creationId xmlns:a16="http://schemas.microsoft.com/office/drawing/2014/main" id="{A28D47C3-6DEC-ACF5-0DD4-112B3DBDC5A1}"/>
              </a:ext>
              <a:ext uri="{C183D7F6-B498-43B3-948B-1728B52AA6E4}">
                <adec:decorative xmlns:adec="http://schemas.microsoft.com/office/drawing/2017/decorative" val="1"/>
              </a:ext>
            </a:extLst>
          </p:cNvPr>
          <p:cNvSpPr/>
          <p:nvPr/>
        </p:nvSpPr>
        <p:spPr>
          <a:xfrm>
            <a:off x="0" y="-7990"/>
            <a:ext cx="715963" cy="810083"/>
          </a:xfrm>
          <a:custGeom>
            <a:avLst/>
            <a:gdLst>
              <a:gd name="connsiteX0" fmla="*/ 0 w 457200"/>
              <a:gd name="connsiteY0" fmla="*/ 0 h 517303"/>
              <a:gd name="connsiteX1" fmla="*/ 451141 w 457200"/>
              <a:gd name="connsiteY1" fmla="*/ 0 h 517303"/>
              <a:gd name="connsiteX2" fmla="*/ 457200 w 457200"/>
              <a:gd name="connsiteY2" fmla="*/ 60103 h 517303"/>
              <a:gd name="connsiteX3" fmla="*/ 0 w 457200"/>
              <a:gd name="connsiteY3" fmla="*/ 517303 h 517303"/>
            </a:gdLst>
            <a:ahLst/>
            <a:cxnLst>
              <a:cxn ang="0">
                <a:pos x="connsiteX0" y="connsiteY0"/>
              </a:cxn>
              <a:cxn ang="0">
                <a:pos x="connsiteX1" y="connsiteY1"/>
              </a:cxn>
              <a:cxn ang="0">
                <a:pos x="connsiteX2" y="connsiteY2"/>
              </a:cxn>
              <a:cxn ang="0">
                <a:pos x="connsiteX3" y="connsiteY3"/>
              </a:cxn>
            </a:cxnLst>
            <a:rect l="l" t="t" r="r" b="b"/>
            <a:pathLst>
              <a:path w="457200" h="517303">
                <a:moveTo>
                  <a:pt x="0" y="0"/>
                </a:moveTo>
                <a:lnTo>
                  <a:pt x="451141" y="0"/>
                </a:lnTo>
                <a:lnTo>
                  <a:pt x="457200" y="60103"/>
                </a:lnTo>
                <a:cubicBezTo>
                  <a:pt x="457200" y="312608"/>
                  <a:pt x="252505" y="517303"/>
                  <a:pt x="0" y="51730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Right Triangle 15">
            <a:extLst>
              <a:ext uri="{FF2B5EF4-FFF2-40B4-BE49-F238E27FC236}">
                <a16:creationId xmlns:a16="http://schemas.microsoft.com/office/drawing/2014/main" id="{F16C5736-7338-CB71-59DF-910D5C4F2309}"/>
              </a:ext>
              <a:ext uri="{C183D7F6-B498-43B3-948B-1728B52AA6E4}">
                <adec:decorative xmlns:adec="http://schemas.microsoft.com/office/drawing/2017/decorative" val="1"/>
              </a:ext>
            </a:extLst>
          </p:cNvPr>
          <p:cNvSpPr/>
          <p:nvPr/>
        </p:nvSpPr>
        <p:spPr>
          <a:xfrm rot="10800000">
            <a:off x="9665022" y="787177"/>
            <a:ext cx="910251" cy="910251"/>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4">
            <a:extLst>
              <a:ext uri="{FF2B5EF4-FFF2-40B4-BE49-F238E27FC236}">
                <a16:creationId xmlns:a16="http://schemas.microsoft.com/office/drawing/2014/main" id="{279ECC79-3B65-3DCB-5284-DA9AB0B5EE65}"/>
              </a:ext>
              <a:ext uri="{C183D7F6-B498-43B3-948B-1728B52AA6E4}">
                <adec:decorative xmlns:adec="http://schemas.microsoft.com/office/drawing/2017/decorative" val="1"/>
              </a:ext>
            </a:extLst>
          </p:cNvPr>
          <p:cNvSpPr txBox="1"/>
          <p:nvPr/>
        </p:nvSpPr>
        <p:spPr>
          <a:xfrm flipH="1">
            <a:off x="7008523" y="787177"/>
            <a:ext cx="1351722" cy="910252"/>
          </a:xfrm>
          <a:prstGeom prst="rect">
            <a:avLst/>
          </a:prstGeom>
          <a:solidFill>
            <a:schemeClr val="accent3"/>
          </a:solidFill>
        </p:spPr>
        <p:txBody>
          <a:bodyPr lIns="33867" tIns="33867" rIns="33867" bIns="33867" rtlCol="0" anchor="ctr"/>
          <a:lstStyle/>
          <a:p>
            <a:pPr algn="ctr">
              <a:lnSpc>
                <a:spcPts val="1759"/>
              </a:lnSpc>
            </a:pPr>
            <a:endParaRPr sz="800"/>
          </a:p>
        </p:txBody>
      </p:sp>
      <p:sp>
        <p:nvSpPr>
          <p:cNvPr id="14" name="Right Triangle 15">
            <a:extLst>
              <a:ext uri="{FF2B5EF4-FFF2-40B4-BE49-F238E27FC236}">
                <a16:creationId xmlns:a16="http://schemas.microsoft.com/office/drawing/2014/main" id="{734F53B5-B93F-DC84-C12D-B6CB414D6B08}"/>
              </a:ext>
              <a:ext uri="{C183D7F6-B498-43B3-948B-1728B52AA6E4}">
                <adec:decorative xmlns:adec="http://schemas.microsoft.com/office/drawing/2017/decorative" val="1"/>
              </a:ext>
            </a:extLst>
          </p:cNvPr>
          <p:cNvSpPr/>
          <p:nvPr/>
        </p:nvSpPr>
        <p:spPr>
          <a:xfrm rot="10800000">
            <a:off x="7008525" y="5417794"/>
            <a:ext cx="910251" cy="910251"/>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Oval 12">
            <a:extLst>
              <a:ext uri="{FF2B5EF4-FFF2-40B4-BE49-F238E27FC236}">
                <a16:creationId xmlns:a16="http://schemas.microsoft.com/office/drawing/2014/main" id="{833CD137-451F-ADC5-EAAA-9B11E1A2C88C}"/>
              </a:ext>
              <a:ext uri="{C183D7F6-B498-43B3-948B-1728B52AA6E4}">
                <adec:decorative xmlns:adec="http://schemas.microsoft.com/office/drawing/2017/decorative" val="1"/>
              </a:ext>
            </a:extLst>
          </p:cNvPr>
          <p:cNvSpPr/>
          <p:nvPr/>
        </p:nvSpPr>
        <p:spPr>
          <a:xfrm>
            <a:off x="8360245" y="786125"/>
            <a:ext cx="910253" cy="91025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62867" y="624839"/>
            <a:ext cx="5328920" cy="3979951"/>
          </a:xfrm>
          <a:prstGeom prst="rect">
            <a:avLst/>
          </a:prstGeom>
        </p:spPr>
        <p:txBody>
          <a:bodyPr anchor="b">
            <a:normAutofit/>
          </a:bodyPr>
          <a:lstStyle>
            <a:lvl1pPr algn="l">
              <a:defRPr sz="5400">
                <a:solidFill>
                  <a:schemeClr val="accent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62867" y="4731335"/>
            <a:ext cx="5328919" cy="1184585"/>
          </a:xfrm>
          <a:prstGeom prst="rect">
            <a:avLst/>
          </a:prstGeom>
        </p:spPr>
        <p:txBody>
          <a:bodyPr anchor="t">
            <a:normAutofit/>
          </a:bodyPr>
          <a:lstStyle>
            <a:lvl1pPr marL="0" indent="0" algn="l">
              <a:buNone/>
              <a:tabLst>
                <a:tab pos="628650" algn="l"/>
              </a:tabLst>
              <a:defRPr sz="24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4">
            <a:extLst>
              <a:ext uri="{FF2B5EF4-FFF2-40B4-BE49-F238E27FC236}">
                <a16:creationId xmlns:a16="http://schemas.microsoft.com/office/drawing/2014/main" id="{47976631-804A-BD0F-F7AD-6B27B01A59F8}"/>
              </a:ext>
            </a:extLst>
          </p:cNvPr>
          <p:cNvSpPr>
            <a:spLocks noGrp="1"/>
          </p:cNvSpPr>
          <p:nvPr>
            <p:ph type="body" sz="quarter" idx="27" hasCustomPrompt="1"/>
          </p:nvPr>
        </p:nvSpPr>
        <p:spPr>
          <a:xfrm>
            <a:off x="462867" y="6024833"/>
            <a:ext cx="2401888" cy="303213"/>
          </a:xfrm>
        </p:spPr>
        <p:txBody>
          <a:bodyPr>
            <a:normAutofit/>
          </a:bodyPr>
          <a:lstStyle>
            <a:lvl1pPr algn="l">
              <a:defRPr sz="1600">
                <a:solidFill>
                  <a:schemeClr val="bg1"/>
                </a:solidFill>
              </a:defRPr>
            </a:lvl1pPr>
          </a:lstStyle>
          <a:p>
            <a:pPr lvl="0"/>
            <a:r>
              <a:rPr lang="en-US" altLang="zh-CN"/>
              <a:t>Presenter Name</a:t>
            </a:r>
            <a:endParaRPr lang="zh-CN" altLang="en-US"/>
          </a:p>
        </p:txBody>
      </p:sp>
      <p:sp>
        <p:nvSpPr>
          <p:cNvPr id="11" name="Picture Placeholder 10">
            <a:extLst>
              <a:ext uri="{FF2B5EF4-FFF2-40B4-BE49-F238E27FC236}">
                <a16:creationId xmlns:a16="http://schemas.microsoft.com/office/drawing/2014/main" id="{B24A208E-BD69-BB12-21B8-DA405B501FA8}"/>
              </a:ext>
              <a:ext uri="{C183D7F6-B498-43B3-948B-1728B52AA6E4}">
                <adec:decorative xmlns:adec="http://schemas.microsoft.com/office/drawing/2017/decorative" val="0"/>
              </a:ext>
            </a:extLst>
          </p:cNvPr>
          <p:cNvSpPr>
            <a:spLocks noGrp="1"/>
          </p:cNvSpPr>
          <p:nvPr>
            <p:ph type="pic" sz="quarter" idx="13"/>
          </p:nvPr>
        </p:nvSpPr>
        <p:spPr>
          <a:xfrm>
            <a:off x="7008523" y="1696135"/>
            <a:ext cx="3568330" cy="3721659"/>
          </a:xfrm>
          <a:prstGeom prst="rect">
            <a:avLst/>
          </a:prstGeom>
          <a:noFill/>
        </p:spPr>
        <p:txBody>
          <a:bodyPr/>
          <a:lstStyle/>
          <a:p>
            <a:r>
              <a:rPr lang="en-US"/>
              <a:t>Click icon to add picture</a:t>
            </a:r>
          </a:p>
        </p:txBody>
      </p:sp>
      <p:sp>
        <p:nvSpPr>
          <p:cNvPr id="26" name="Picture Placeholder">
            <a:extLst>
              <a:ext uri="{FF2B5EF4-FFF2-40B4-BE49-F238E27FC236}">
                <a16:creationId xmlns:a16="http://schemas.microsoft.com/office/drawing/2014/main" id="{906F6FE7-7F47-E595-A1C0-07AD40CD4CF0}"/>
              </a:ext>
              <a:ext uri="{C183D7F6-B498-43B3-948B-1728B52AA6E4}">
                <adec:decorative xmlns:adec="http://schemas.microsoft.com/office/drawing/2017/decorative" val="0"/>
              </a:ext>
            </a:extLst>
          </p:cNvPr>
          <p:cNvSpPr>
            <a:spLocks noGrp="1"/>
          </p:cNvSpPr>
          <p:nvPr>
            <p:ph type="pic" sz="quarter" idx="21"/>
          </p:nvPr>
        </p:nvSpPr>
        <p:spPr>
          <a:xfrm>
            <a:off x="9682517" y="4186590"/>
            <a:ext cx="2046616" cy="2046616"/>
          </a:xfrm>
          <a:prstGeom prst="ellipse">
            <a:avLst/>
          </a:prstGeom>
          <a:noFill/>
        </p:spPr>
        <p:txBody>
          <a:bodyPr/>
          <a:lstStyle/>
          <a:p>
            <a:r>
              <a:rPr lang="en-US" altLang="zh-CN"/>
              <a:t>Click icon to add picture</a:t>
            </a:r>
            <a:endParaRPr lang="zh-CN" altLang="en-US"/>
          </a:p>
        </p:txBody>
      </p:sp>
      <p:sp>
        <p:nvSpPr>
          <p:cNvPr id="4" name="Date Placeholder 3">
            <a:extLst>
              <a:ext uri="{FF2B5EF4-FFF2-40B4-BE49-F238E27FC236}">
                <a16:creationId xmlns:a16="http://schemas.microsoft.com/office/drawing/2014/main" id="{AED57422-AA76-28CC-A312-829FF90355D3}"/>
              </a:ext>
            </a:extLst>
          </p:cNvPr>
          <p:cNvSpPr>
            <a:spLocks noGrp="1"/>
          </p:cNvSpPr>
          <p:nvPr>
            <p:ph type="dt" sz="half" idx="22"/>
          </p:nvPr>
        </p:nvSpPr>
        <p:spPr>
          <a:xfrm>
            <a:off x="657225" y="6400800"/>
            <a:ext cx="2743200" cy="266700"/>
          </a:xfrm>
          <a:prstGeom prst="rect">
            <a:avLst/>
          </a:prstGeom>
        </p:spPr>
        <p:txBody>
          <a:bodyPr/>
          <a:lstStyle>
            <a:lvl1pPr>
              <a:defRPr>
                <a:solidFill>
                  <a:schemeClr val="bg1"/>
                </a:solidFill>
              </a:defRPr>
            </a:lvl1pPr>
          </a:lstStyle>
          <a:p>
            <a:r>
              <a:rPr lang="en-US"/>
              <a:t>00/00/00</a:t>
            </a:r>
            <a:endParaRPr lang="en-US" dirty="0"/>
          </a:p>
        </p:txBody>
      </p:sp>
      <p:sp>
        <p:nvSpPr>
          <p:cNvPr id="5" name="Footer Placeholder 4">
            <a:extLst>
              <a:ext uri="{FF2B5EF4-FFF2-40B4-BE49-F238E27FC236}">
                <a16:creationId xmlns:a16="http://schemas.microsoft.com/office/drawing/2014/main" id="{B84E990E-C531-8B14-201F-17A7ECA8B9F8}"/>
              </a:ext>
            </a:extLst>
          </p:cNvPr>
          <p:cNvSpPr>
            <a:spLocks noGrp="1"/>
          </p:cNvSpPr>
          <p:nvPr>
            <p:ph type="ftr" sz="quarter" idx="23"/>
          </p:nvPr>
        </p:nvSpPr>
        <p:spPr>
          <a:xfrm>
            <a:off x="3800475" y="6400800"/>
            <a:ext cx="3657600" cy="266700"/>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3E47C8B8-A43B-EAD6-9ADB-9E71EDF0ED97}"/>
              </a:ext>
            </a:extLst>
          </p:cNvPr>
          <p:cNvSpPr>
            <a:spLocks noGrp="1"/>
          </p:cNvSpPr>
          <p:nvPr>
            <p:ph type="sldNum" sz="half" idx="24"/>
          </p:nvPr>
        </p:nvSpPr>
        <p:spPr>
          <a:xfrm>
            <a:off x="7858125" y="6400800"/>
            <a:ext cx="3657600" cy="266700"/>
          </a:xfrm>
          <a:prstGeom prst="rect">
            <a:avLst/>
          </a:prstGeom>
        </p:spPr>
        <p:txBody>
          <a:bodyPr/>
          <a:lstStyle>
            <a:lvl1pPr>
              <a:defRPr>
                <a:solidFill>
                  <a:schemeClr val="bg1"/>
                </a:solidFill>
              </a:defRPr>
            </a:lvl1p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228255064"/>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Title Photo 3">
    <p:bg>
      <p:bgPr>
        <a:solidFill>
          <a:schemeClr val="tx2"/>
        </a:solidFill>
        <a:effectLst/>
      </p:bgPr>
    </p:bg>
    <p:spTree>
      <p:nvGrpSpPr>
        <p:cNvPr id="1" name=""/>
        <p:cNvGrpSpPr/>
        <p:nvPr/>
      </p:nvGrpSpPr>
      <p:grpSpPr>
        <a:xfrm>
          <a:off x="0" y="0"/>
          <a:ext cx="0" cy="0"/>
          <a:chOff x="0" y="0"/>
          <a:chExt cx="0" cy="0"/>
        </a:xfrm>
      </p:grpSpPr>
      <p:sp>
        <p:nvSpPr>
          <p:cNvPr id="4" name="TextBox 14">
            <a:extLst>
              <a:ext uri="{FF2B5EF4-FFF2-40B4-BE49-F238E27FC236}">
                <a16:creationId xmlns:a16="http://schemas.microsoft.com/office/drawing/2014/main" id="{22DD92FE-0A42-159E-CE1B-B0280B1933A0}"/>
              </a:ext>
              <a:ext uri="{C183D7F6-B498-43B3-948B-1728B52AA6E4}">
                <adec:decorative xmlns:adec="http://schemas.microsoft.com/office/drawing/2017/decorative" val="1"/>
              </a:ext>
            </a:extLst>
          </p:cNvPr>
          <p:cNvSpPr txBox="1"/>
          <p:nvPr/>
        </p:nvSpPr>
        <p:spPr>
          <a:xfrm>
            <a:off x="0" y="0"/>
            <a:ext cx="510435" cy="510435"/>
          </a:xfrm>
          <a:prstGeom prst="rect">
            <a:avLst/>
          </a:prstGeom>
          <a:solidFill>
            <a:schemeClr val="accent4"/>
          </a:solidFill>
        </p:spPr>
        <p:txBody>
          <a:bodyPr lIns="33867" tIns="33867" rIns="33867" bIns="33867" rtlCol="0" anchor="ctr"/>
          <a:lstStyle/>
          <a:p>
            <a:pPr algn="ctr">
              <a:lnSpc>
                <a:spcPts val="1759"/>
              </a:lnSpc>
            </a:pPr>
            <a:endParaRPr sz="800"/>
          </a:p>
        </p:txBody>
      </p:sp>
      <p:sp>
        <p:nvSpPr>
          <p:cNvPr id="5" name="Freeform: Shape 23">
            <a:extLst>
              <a:ext uri="{FF2B5EF4-FFF2-40B4-BE49-F238E27FC236}">
                <a16:creationId xmlns:a16="http://schemas.microsoft.com/office/drawing/2014/main" id="{E8F233C1-BEE9-77D3-AB1B-1D818118B253}"/>
              </a:ext>
              <a:ext uri="{C183D7F6-B498-43B3-948B-1728B52AA6E4}">
                <adec:decorative xmlns:adec="http://schemas.microsoft.com/office/drawing/2017/decorative" val="1"/>
              </a:ext>
            </a:extLst>
          </p:cNvPr>
          <p:cNvSpPr/>
          <p:nvPr/>
        </p:nvSpPr>
        <p:spPr>
          <a:xfrm rot="5400000">
            <a:off x="495405" y="-1"/>
            <a:ext cx="510435" cy="510435"/>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solidFill>
                <a:schemeClr val="bg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365760" y="624839"/>
            <a:ext cx="4654296" cy="3998469"/>
          </a:xfrm>
          <a:prstGeom prst="rect">
            <a:avLst/>
          </a:prstGeom>
        </p:spPr>
        <p:txBody>
          <a:bodyPr anchor="b" anchorCtr="0">
            <a:normAutofit/>
          </a:bodyPr>
          <a:lstStyle>
            <a:lvl1pPr algn="l">
              <a:defRPr sz="5200">
                <a:solidFill>
                  <a:schemeClr val="accent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365759" y="4691634"/>
            <a:ext cx="4654295" cy="910739"/>
          </a:xfrm>
          <a:prstGeom prst="rect">
            <a:avLst/>
          </a:prstGeom>
        </p:spPr>
        <p:txBody>
          <a:bodyPr anchor="t" anchorCtr="0">
            <a:noAutofit/>
          </a:bodyPr>
          <a:lstStyle>
            <a:lvl1pPr marL="0" indent="0" algn="l">
              <a:buNone/>
              <a:defRPr sz="24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Text Placeholder 4">
            <a:extLst>
              <a:ext uri="{FF2B5EF4-FFF2-40B4-BE49-F238E27FC236}">
                <a16:creationId xmlns:a16="http://schemas.microsoft.com/office/drawing/2014/main" id="{A91CC8F7-9409-A40C-679D-1CB5C59505DD}"/>
              </a:ext>
            </a:extLst>
          </p:cNvPr>
          <p:cNvSpPr>
            <a:spLocks noGrp="1"/>
          </p:cNvSpPr>
          <p:nvPr>
            <p:ph type="body" sz="quarter" idx="27" hasCustomPrompt="1"/>
          </p:nvPr>
        </p:nvSpPr>
        <p:spPr>
          <a:xfrm>
            <a:off x="365759" y="5769165"/>
            <a:ext cx="2401888" cy="303213"/>
          </a:xfrm>
        </p:spPr>
        <p:txBody>
          <a:bodyPr>
            <a:normAutofit/>
          </a:bodyPr>
          <a:lstStyle>
            <a:lvl1pPr algn="l">
              <a:defRPr sz="1600">
                <a:solidFill>
                  <a:schemeClr val="bg1"/>
                </a:solidFill>
              </a:defRPr>
            </a:lvl1pPr>
          </a:lstStyle>
          <a:p>
            <a:pPr lvl="0"/>
            <a:r>
              <a:rPr lang="en-US" altLang="zh-CN"/>
              <a:t>Presenter Name</a:t>
            </a:r>
            <a:endParaRPr lang="zh-CN" altLang="en-US"/>
          </a:p>
        </p:txBody>
      </p:sp>
      <p:sp>
        <p:nvSpPr>
          <p:cNvPr id="11" name="Picture Placeholder 10">
            <a:extLst>
              <a:ext uri="{FF2B5EF4-FFF2-40B4-BE49-F238E27FC236}">
                <a16:creationId xmlns:a16="http://schemas.microsoft.com/office/drawing/2014/main" id="{B24A208E-BD69-BB12-21B8-DA405B501FA8}"/>
              </a:ext>
              <a:ext uri="{C183D7F6-B498-43B3-948B-1728B52AA6E4}">
                <adec:decorative xmlns:adec="http://schemas.microsoft.com/office/drawing/2017/decorative" val="0"/>
              </a:ext>
            </a:extLst>
          </p:cNvPr>
          <p:cNvSpPr>
            <a:spLocks noGrp="1"/>
          </p:cNvSpPr>
          <p:nvPr>
            <p:ph type="pic" sz="quarter" idx="13"/>
          </p:nvPr>
        </p:nvSpPr>
        <p:spPr>
          <a:xfrm>
            <a:off x="5596128" y="624839"/>
            <a:ext cx="6595872" cy="5447539"/>
          </a:xfrm>
          <a:prstGeom prst="rect">
            <a:avLst/>
          </a:prstGeom>
          <a:noFill/>
        </p:spPr>
        <p:txBody>
          <a:bodyPr/>
          <a:lstStyle/>
          <a:p>
            <a:r>
              <a:rPr lang="en-US"/>
              <a:t>Click icon to add picture</a:t>
            </a:r>
          </a:p>
        </p:txBody>
      </p:sp>
      <p:sp>
        <p:nvSpPr>
          <p:cNvPr id="12" name="Footer Placeholder 11">
            <a:extLst>
              <a:ext uri="{FF2B5EF4-FFF2-40B4-BE49-F238E27FC236}">
                <a16:creationId xmlns:a16="http://schemas.microsoft.com/office/drawing/2014/main" id="{705C5E9E-7D6B-F674-383A-D41C9E808065}"/>
              </a:ext>
            </a:extLst>
          </p:cNvPr>
          <p:cNvSpPr>
            <a:spLocks noGrp="1"/>
          </p:cNvSpPr>
          <p:nvPr>
            <p:ph type="ftr" sz="quarter" idx="15"/>
          </p:nvPr>
        </p:nvSpPr>
        <p:spPr>
          <a:xfrm>
            <a:off x="3800475" y="6400800"/>
            <a:ext cx="3657600" cy="266700"/>
          </a:xfrm>
        </p:spPr>
        <p:txBody>
          <a:bodyPr/>
          <a:lstStyle>
            <a:lvl1pPr>
              <a:defRPr>
                <a:solidFill>
                  <a:schemeClr val="bg1"/>
                </a:solidFill>
              </a:defRPr>
            </a:lvl1pPr>
          </a:lstStyle>
          <a:p>
            <a:endParaRPr lang="en-US" dirty="0"/>
          </a:p>
        </p:txBody>
      </p:sp>
      <p:sp>
        <p:nvSpPr>
          <p:cNvPr id="13" name="Slide Number Placeholder 12">
            <a:extLst>
              <a:ext uri="{FF2B5EF4-FFF2-40B4-BE49-F238E27FC236}">
                <a16:creationId xmlns:a16="http://schemas.microsoft.com/office/drawing/2014/main" id="{4F9783F3-50D7-87F6-543D-A56B968B9A9B}"/>
              </a:ext>
            </a:extLst>
          </p:cNvPr>
          <p:cNvSpPr>
            <a:spLocks noGrp="1"/>
          </p:cNvSpPr>
          <p:nvPr>
            <p:ph type="sldNum" sz="half" idx="16"/>
          </p:nvPr>
        </p:nvSpPr>
        <p:spPr>
          <a:xfrm>
            <a:off x="7858125" y="6400800"/>
            <a:ext cx="3657600" cy="266700"/>
          </a:xfrm>
          <a:prstGeom prst="rect">
            <a:avLst/>
          </a:prstGeom>
        </p:spPr>
        <p:txBody>
          <a:bodyPr/>
          <a:lstStyle>
            <a:lvl1pPr>
              <a:defRPr>
                <a:solidFill>
                  <a:schemeClr val="bg1"/>
                </a:solidFill>
              </a:defRPr>
            </a:lvl1pPr>
          </a:lstStyle>
          <a:p>
            <a:fld id="{EB37DED6-D4C7-42EE-AB49-D2E39E64FDE4}" type="slidenum">
              <a:rPr lang="en-US" smtClean="0"/>
              <a:pPr/>
              <a:t>‹#›</a:t>
            </a:fld>
            <a:endParaRPr lang="en-US" dirty="0"/>
          </a:p>
        </p:txBody>
      </p:sp>
      <p:sp>
        <p:nvSpPr>
          <p:cNvPr id="6" name="Date Placeholder 3">
            <a:extLst>
              <a:ext uri="{FF2B5EF4-FFF2-40B4-BE49-F238E27FC236}">
                <a16:creationId xmlns:a16="http://schemas.microsoft.com/office/drawing/2014/main" id="{7ED12D94-DECC-F8F8-9DC6-A83C3A58D70E}"/>
              </a:ext>
            </a:extLst>
          </p:cNvPr>
          <p:cNvSpPr>
            <a:spLocks noGrp="1"/>
          </p:cNvSpPr>
          <p:nvPr>
            <p:ph type="dt" sz="half" idx="14"/>
          </p:nvPr>
        </p:nvSpPr>
        <p:spPr>
          <a:xfrm>
            <a:off x="657225" y="6400800"/>
            <a:ext cx="2743200" cy="266700"/>
          </a:xfrm>
          <a:prstGeom prst="rect">
            <a:avLst/>
          </a:prstGeom>
        </p:spPr>
        <p:txBody>
          <a:bodyPr/>
          <a:lstStyle>
            <a:lvl1pPr>
              <a:defRPr>
                <a:solidFill>
                  <a:schemeClr val="bg1"/>
                </a:solidFill>
              </a:defRPr>
            </a:lvl1pPr>
          </a:lstStyle>
          <a:p>
            <a:r>
              <a:rPr lang="en-US"/>
              <a:t>00/00/00</a:t>
            </a:r>
            <a:endParaRPr lang="en-US" dirty="0"/>
          </a:p>
        </p:txBody>
      </p:sp>
    </p:spTree>
    <p:extLst>
      <p:ext uri="{BB962C8B-B14F-4D97-AF65-F5344CB8AC3E}">
        <p14:creationId xmlns:p14="http://schemas.microsoft.com/office/powerpoint/2010/main" val="1746989480"/>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p:cSld name="Section Header, Photo 1">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34CF8F0-0086-A532-B3E4-168E346604B2}"/>
              </a:ext>
            </a:extLst>
          </p:cNvPr>
          <p:cNvSpPr>
            <a:spLocks noGrp="1"/>
          </p:cNvSpPr>
          <p:nvPr>
            <p:ph type="title" hasCustomPrompt="1"/>
          </p:nvPr>
        </p:nvSpPr>
        <p:spPr>
          <a:xfrm>
            <a:off x="6324600" y="624838"/>
            <a:ext cx="4953001" cy="4052821"/>
          </a:xfrm>
          <a:prstGeom prst="rect">
            <a:avLst/>
          </a:prstGeom>
        </p:spPr>
        <p:txBody>
          <a:bodyPr anchor="b" anchorCtr="0">
            <a:noAutofit/>
          </a:bodyPr>
          <a:lstStyle>
            <a:lvl1pPr>
              <a:defRPr sz="5400">
                <a:solidFill>
                  <a:schemeClr val="accent2"/>
                </a:solidFill>
              </a:defRPr>
            </a:lvl1pPr>
          </a:lstStyle>
          <a:p>
            <a:r>
              <a:rPr lang="en-US" altLang="zh-CN"/>
              <a:t>Click to edit Master title style</a:t>
            </a:r>
            <a:endParaRPr lang="zh-CN" altLang="en-US"/>
          </a:p>
        </p:txBody>
      </p:sp>
      <p:sp>
        <p:nvSpPr>
          <p:cNvPr id="11" name="Subtitle 2">
            <a:extLst>
              <a:ext uri="{FF2B5EF4-FFF2-40B4-BE49-F238E27FC236}">
                <a16:creationId xmlns:a16="http://schemas.microsoft.com/office/drawing/2014/main" id="{EFBD0E3D-9C53-6464-1D1B-030AAA02833D}"/>
              </a:ext>
            </a:extLst>
          </p:cNvPr>
          <p:cNvSpPr>
            <a:spLocks noGrp="1"/>
          </p:cNvSpPr>
          <p:nvPr>
            <p:ph type="subTitle" idx="1" hasCustomPrompt="1"/>
          </p:nvPr>
        </p:nvSpPr>
        <p:spPr>
          <a:xfrm>
            <a:off x="6324600" y="4874612"/>
            <a:ext cx="4953001" cy="1271654"/>
          </a:xfrm>
          <a:prstGeom prst="rect">
            <a:avLst/>
          </a:prstGeom>
        </p:spPr>
        <p:txBody>
          <a:bodyPr>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10" name="Chart Placeholder">
            <a:extLst>
              <a:ext uri="{FF2B5EF4-FFF2-40B4-BE49-F238E27FC236}">
                <a16:creationId xmlns:a16="http://schemas.microsoft.com/office/drawing/2014/main" id="{9E5BF179-C4FB-6849-327F-FA6680541C1E}"/>
              </a:ext>
              <a:ext uri="{C183D7F6-B498-43B3-948B-1728B52AA6E4}">
                <adec:decorative xmlns:adec="http://schemas.microsoft.com/office/drawing/2017/decorative" val="0"/>
              </a:ext>
            </a:extLst>
          </p:cNvPr>
          <p:cNvSpPr>
            <a:spLocks noGrp="1"/>
          </p:cNvSpPr>
          <p:nvPr>
            <p:ph type="pic" sz="quarter" idx="20"/>
          </p:nvPr>
        </p:nvSpPr>
        <p:spPr>
          <a:xfrm>
            <a:off x="914399" y="1304924"/>
            <a:ext cx="2265982" cy="2263334"/>
          </a:xfrm>
          <a:custGeom>
            <a:avLst/>
            <a:gdLst>
              <a:gd name="connsiteX0" fmla="*/ 0 w 2265982"/>
              <a:gd name="connsiteY0" fmla="*/ 0 h 2263334"/>
              <a:gd name="connsiteX1" fmla="*/ 2265363 w 2265982"/>
              <a:gd name="connsiteY1" fmla="*/ 0 h 2263334"/>
              <a:gd name="connsiteX2" fmla="*/ 2265363 w 2265982"/>
              <a:gd name="connsiteY2" fmla="*/ 1601 h 2263334"/>
              <a:gd name="connsiteX3" fmla="*/ 2265982 w 2265982"/>
              <a:gd name="connsiteY3" fmla="*/ 1601 h 2263334"/>
              <a:gd name="connsiteX4" fmla="*/ 2265982 w 2265982"/>
              <a:gd name="connsiteY4" fmla="*/ 2263334 h 2263334"/>
              <a:gd name="connsiteX5" fmla="*/ 0 w 2265982"/>
              <a:gd name="connsiteY5" fmla="*/ 2263334 h 2263334"/>
              <a:gd name="connsiteX6" fmla="*/ 0 w 2265982"/>
              <a:gd name="connsiteY6" fmla="*/ 2239963 h 2263334"/>
              <a:gd name="connsiteX7" fmla="*/ 0 w 2265982"/>
              <a:gd name="connsiteY7" fmla="*/ 1601 h 226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5982" h="2263334">
                <a:moveTo>
                  <a:pt x="0" y="0"/>
                </a:moveTo>
                <a:lnTo>
                  <a:pt x="2265363" y="0"/>
                </a:lnTo>
                <a:lnTo>
                  <a:pt x="2265363" y="1601"/>
                </a:lnTo>
                <a:lnTo>
                  <a:pt x="2265982" y="1601"/>
                </a:lnTo>
                <a:lnTo>
                  <a:pt x="2265982" y="2263334"/>
                </a:lnTo>
                <a:lnTo>
                  <a:pt x="0" y="2263334"/>
                </a:lnTo>
                <a:lnTo>
                  <a:pt x="0" y="2239963"/>
                </a:lnTo>
                <a:lnTo>
                  <a:pt x="0" y="1601"/>
                </a:lnTo>
                <a:close/>
              </a:path>
            </a:pathLst>
          </a:custGeom>
          <a:noFill/>
        </p:spPr>
        <p:txBody>
          <a:bodyPr wrap="square">
            <a:noAutofit/>
          </a:bodyPr>
          <a:lstStyle>
            <a:lvl1pPr>
              <a:defRPr>
                <a:solidFill>
                  <a:schemeClr val="bg1"/>
                </a:solidFill>
              </a:defRPr>
            </a:lvl1pPr>
          </a:lstStyle>
          <a:p>
            <a:r>
              <a:rPr lang="en-US" altLang="zh-CN"/>
              <a:t>Click icon to add picture</a:t>
            </a:r>
            <a:endParaRPr lang="zh-CN" altLang="en-US"/>
          </a:p>
        </p:txBody>
      </p:sp>
      <p:sp>
        <p:nvSpPr>
          <p:cNvPr id="7" name="Chart Placeholder">
            <a:extLst>
              <a:ext uri="{FF2B5EF4-FFF2-40B4-BE49-F238E27FC236}">
                <a16:creationId xmlns:a16="http://schemas.microsoft.com/office/drawing/2014/main" id="{B48038FB-11B4-9D9D-128D-B64489D61DB1}"/>
              </a:ext>
              <a:ext uri="{C183D7F6-B498-43B3-948B-1728B52AA6E4}">
                <adec:decorative xmlns:adec="http://schemas.microsoft.com/office/drawing/2017/decorative" val="0"/>
              </a:ext>
            </a:extLst>
          </p:cNvPr>
          <p:cNvSpPr>
            <a:spLocks noGrp="1"/>
          </p:cNvSpPr>
          <p:nvPr>
            <p:ph type="pic" sz="quarter" idx="19"/>
          </p:nvPr>
        </p:nvSpPr>
        <p:spPr>
          <a:xfrm>
            <a:off x="3179763" y="2274585"/>
            <a:ext cx="2695883" cy="3413678"/>
          </a:xfrm>
          <a:custGeom>
            <a:avLst/>
            <a:gdLst>
              <a:gd name="connsiteX0" fmla="*/ 1083 w 2695883"/>
              <a:gd name="connsiteY0" fmla="*/ 0 h 3413678"/>
              <a:gd name="connsiteX1" fmla="*/ 2695883 w 2695883"/>
              <a:gd name="connsiteY1" fmla="*/ 0 h 3413678"/>
              <a:gd name="connsiteX2" fmla="*/ 2695883 w 2695883"/>
              <a:gd name="connsiteY2" fmla="*/ 3413678 h 3413678"/>
              <a:gd name="connsiteX3" fmla="*/ 1083 w 2695883"/>
              <a:gd name="connsiteY3" fmla="*/ 3413678 h 3413678"/>
              <a:gd name="connsiteX4" fmla="*/ 1083 w 2695883"/>
              <a:gd name="connsiteY4" fmla="*/ 3402315 h 3413678"/>
              <a:gd name="connsiteX5" fmla="*/ 0 w 2695883"/>
              <a:gd name="connsiteY5" fmla="*/ 3402315 h 3413678"/>
              <a:gd name="connsiteX6" fmla="*/ 0 w 2695883"/>
              <a:gd name="connsiteY6" fmla="*/ 303 h 3413678"/>
              <a:gd name="connsiteX7" fmla="*/ 1083 w 2695883"/>
              <a:gd name="connsiteY7" fmla="*/ 303 h 341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5883" h="3413678">
                <a:moveTo>
                  <a:pt x="1083" y="0"/>
                </a:moveTo>
                <a:lnTo>
                  <a:pt x="2695883" y="0"/>
                </a:lnTo>
                <a:lnTo>
                  <a:pt x="2695883" y="3413678"/>
                </a:lnTo>
                <a:lnTo>
                  <a:pt x="1083" y="3413678"/>
                </a:lnTo>
                <a:lnTo>
                  <a:pt x="1083" y="3402315"/>
                </a:lnTo>
                <a:lnTo>
                  <a:pt x="0" y="3402315"/>
                </a:lnTo>
                <a:lnTo>
                  <a:pt x="0" y="303"/>
                </a:lnTo>
                <a:lnTo>
                  <a:pt x="1083" y="303"/>
                </a:lnTo>
                <a:close/>
              </a:path>
            </a:pathLst>
          </a:custGeom>
          <a:noFill/>
        </p:spPr>
        <p:txBody>
          <a:bodyPr wrap="square">
            <a:noAutofit/>
          </a:bodyPr>
          <a:lstStyle>
            <a:lvl1pPr>
              <a:defRPr>
                <a:solidFill>
                  <a:schemeClr val="bg1"/>
                </a:solidFill>
              </a:defRPr>
            </a:lvl1pPr>
          </a:lstStyle>
          <a:p>
            <a:r>
              <a:rPr lang="en-US" altLang="zh-CN"/>
              <a:t>Click icon to add picture</a:t>
            </a:r>
            <a:endParaRPr lang="zh-CN" altLang="en-US"/>
          </a:p>
        </p:txBody>
      </p:sp>
      <p:sp>
        <p:nvSpPr>
          <p:cNvPr id="2" name="Date Placeholder 1">
            <a:extLst>
              <a:ext uri="{FF2B5EF4-FFF2-40B4-BE49-F238E27FC236}">
                <a16:creationId xmlns:a16="http://schemas.microsoft.com/office/drawing/2014/main" id="{E55B6BD4-BA63-7549-0A90-CED396DDBBAD}"/>
              </a:ext>
            </a:extLst>
          </p:cNvPr>
          <p:cNvSpPr>
            <a:spLocks noGrp="1"/>
          </p:cNvSpPr>
          <p:nvPr>
            <p:ph type="dt" sz="half" idx="21"/>
          </p:nvPr>
        </p:nvSpPr>
        <p:spPr>
          <a:xfrm>
            <a:off x="657225" y="6400800"/>
            <a:ext cx="2743200" cy="266700"/>
          </a:xfrm>
          <a:prstGeom prst="rect">
            <a:avLst/>
          </a:prstGeom>
        </p:spPr>
        <p:txBody>
          <a:bodyPr/>
          <a:lstStyle>
            <a:lvl1pPr>
              <a:defRPr>
                <a:solidFill>
                  <a:schemeClr val="bg1"/>
                </a:solidFill>
              </a:defRPr>
            </a:lvl1pPr>
          </a:lstStyle>
          <a:p>
            <a:r>
              <a:rPr lang="en-US"/>
              <a:t>00/00/00</a:t>
            </a:r>
            <a:endParaRPr lang="en-US" dirty="0"/>
          </a:p>
        </p:txBody>
      </p:sp>
      <p:sp>
        <p:nvSpPr>
          <p:cNvPr id="8" name="Footer Placeholder 7">
            <a:extLst>
              <a:ext uri="{FF2B5EF4-FFF2-40B4-BE49-F238E27FC236}">
                <a16:creationId xmlns:a16="http://schemas.microsoft.com/office/drawing/2014/main" id="{621353F3-66AE-39A0-ADBB-1F9FFCF73319}"/>
              </a:ext>
            </a:extLst>
          </p:cNvPr>
          <p:cNvSpPr>
            <a:spLocks noGrp="1"/>
          </p:cNvSpPr>
          <p:nvPr>
            <p:ph type="ftr" sz="quarter" idx="22"/>
          </p:nvPr>
        </p:nvSpPr>
        <p:spPr>
          <a:xfrm>
            <a:off x="3800475" y="6400800"/>
            <a:ext cx="3657600" cy="266700"/>
          </a:xfrm>
        </p:spPr>
        <p:txBody>
          <a:bodyPr/>
          <a:lstStyle>
            <a:lvl1pPr>
              <a:defRPr>
                <a:solidFill>
                  <a:schemeClr val="bg1"/>
                </a:solidFill>
              </a:defRPr>
            </a:lvl1pPr>
          </a:lstStyle>
          <a:p>
            <a:endParaRPr lang="en-US" dirty="0"/>
          </a:p>
        </p:txBody>
      </p:sp>
      <p:sp>
        <p:nvSpPr>
          <p:cNvPr id="9" name="Slide Number Placeholder 8">
            <a:extLst>
              <a:ext uri="{FF2B5EF4-FFF2-40B4-BE49-F238E27FC236}">
                <a16:creationId xmlns:a16="http://schemas.microsoft.com/office/drawing/2014/main" id="{8275C48F-B696-0D4B-1C6A-A4FCC57E326A}"/>
              </a:ext>
            </a:extLst>
          </p:cNvPr>
          <p:cNvSpPr>
            <a:spLocks noGrp="1"/>
          </p:cNvSpPr>
          <p:nvPr>
            <p:ph type="sldNum" sz="half" idx="23"/>
          </p:nvPr>
        </p:nvSpPr>
        <p:spPr>
          <a:xfrm>
            <a:off x="7858125" y="6400800"/>
            <a:ext cx="3657600" cy="266700"/>
          </a:xfrm>
          <a:prstGeom prst="rect">
            <a:avLst/>
          </a:prstGeom>
        </p:spPr>
        <p:txBody>
          <a:bodyPr/>
          <a:lstStyle>
            <a:lvl1pPr>
              <a:defRPr>
                <a:solidFill>
                  <a:schemeClr val="bg1"/>
                </a:solidFill>
              </a:defRPr>
            </a:lvl1pPr>
          </a:lstStyle>
          <a:p>
            <a:fld id="{EB37DED6-D4C7-42EE-AB49-D2E39E64FDE4}" type="slidenum">
              <a:rPr lang="en-US" smtClean="0"/>
              <a:pPr/>
              <a:t>‹#›</a:t>
            </a:fld>
            <a:endParaRPr lang="en-US" dirty="0"/>
          </a:p>
        </p:txBody>
      </p:sp>
      <p:sp>
        <p:nvSpPr>
          <p:cNvPr id="4" name="Right Triangle 15">
            <a:extLst>
              <a:ext uri="{FF2B5EF4-FFF2-40B4-BE49-F238E27FC236}">
                <a16:creationId xmlns:a16="http://schemas.microsoft.com/office/drawing/2014/main" id="{F9484684-FDCF-ADA4-B5C4-4C78E689CB80}"/>
              </a:ext>
              <a:ext uri="{C183D7F6-B498-43B3-948B-1728B52AA6E4}">
                <adec:decorative xmlns:adec="http://schemas.microsoft.com/office/drawing/2017/decorative" val="1"/>
              </a:ext>
            </a:extLst>
          </p:cNvPr>
          <p:cNvSpPr/>
          <p:nvPr/>
        </p:nvSpPr>
        <p:spPr>
          <a:xfrm rot="10800000" flipH="1">
            <a:off x="914399" y="3568258"/>
            <a:ext cx="910251" cy="91025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Oval 13">
            <a:extLst>
              <a:ext uri="{FF2B5EF4-FFF2-40B4-BE49-F238E27FC236}">
                <a16:creationId xmlns:a16="http://schemas.microsoft.com/office/drawing/2014/main" id="{D3EFC802-7E67-480F-CBBA-23E6550DD258}"/>
              </a:ext>
              <a:ext uri="{C183D7F6-B498-43B3-948B-1728B52AA6E4}">
                <adec:decorative xmlns:adec="http://schemas.microsoft.com/office/drawing/2017/decorative" val="1"/>
              </a:ext>
            </a:extLst>
          </p:cNvPr>
          <p:cNvSpPr/>
          <p:nvPr/>
        </p:nvSpPr>
        <p:spPr>
          <a:xfrm>
            <a:off x="4835986" y="1234925"/>
            <a:ext cx="1039660" cy="103966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Shape 18">
            <a:extLst>
              <a:ext uri="{FF2B5EF4-FFF2-40B4-BE49-F238E27FC236}">
                <a16:creationId xmlns:a16="http://schemas.microsoft.com/office/drawing/2014/main" id="{718388CB-EA5B-4EAE-EC9A-3161865EC763}"/>
              </a:ext>
              <a:ext uri="{C183D7F6-B498-43B3-948B-1728B52AA6E4}">
                <adec:decorative xmlns:adec="http://schemas.microsoft.com/office/drawing/2017/decorative" val="1"/>
              </a:ext>
            </a:extLst>
          </p:cNvPr>
          <p:cNvSpPr/>
          <p:nvPr/>
        </p:nvSpPr>
        <p:spPr>
          <a:xfrm rot="10800000">
            <a:off x="2181685" y="4677660"/>
            <a:ext cx="1010603" cy="1010603"/>
          </a:xfrm>
          <a:custGeom>
            <a:avLst/>
            <a:gdLst>
              <a:gd name="connsiteX0" fmla="*/ 0 w 677557"/>
              <a:gd name="connsiteY0" fmla="*/ 0 h 677557"/>
              <a:gd name="connsiteX1" fmla="*/ 677557 w 677557"/>
              <a:gd name="connsiteY1" fmla="*/ 0 h 677557"/>
              <a:gd name="connsiteX2" fmla="*/ 0 w 677557"/>
              <a:gd name="connsiteY2" fmla="*/ 677557 h 677557"/>
            </a:gdLst>
            <a:ahLst/>
            <a:cxnLst>
              <a:cxn ang="0">
                <a:pos x="connsiteX0" y="connsiteY0"/>
              </a:cxn>
              <a:cxn ang="0">
                <a:pos x="connsiteX1" y="connsiteY1"/>
              </a:cxn>
              <a:cxn ang="0">
                <a:pos x="connsiteX2" y="connsiteY2"/>
              </a:cxn>
            </a:cxnLst>
            <a:rect l="l" t="t" r="r" b="b"/>
            <a:pathLst>
              <a:path w="677557" h="677557">
                <a:moveTo>
                  <a:pt x="0" y="0"/>
                </a:moveTo>
                <a:lnTo>
                  <a:pt x="677557" y="0"/>
                </a:lnTo>
                <a:cubicBezTo>
                  <a:pt x="677557" y="374204"/>
                  <a:pt x="374204" y="677557"/>
                  <a:pt x="0" y="67755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Freeform: Shape 16">
            <a:extLst>
              <a:ext uri="{FF2B5EF4-FFF2-40B4-BE49-F238E27FC236}">
                <a16:creationId xmlns:a16="http://schemas.microsoft.com/office/drawing/2014/main" id="{5FF290D8-6A99-00F4-D406-4C60D6226623}"/>
              </a:ext>
              <a:ext uri="{C183D7F6-B498-43B3-948B-1728B52AA6E4}">
                <adec:decorative xmlns:adec="http://schemas.microsoft.com/office/drawing/2017/decorative" val="1"/>
              </a:ext>
            </a:extLst>
          </p:cNvPr>
          <p:cNvSpPr/>
          <p:nvPr/>
        </p:nvSpPr>
        <p:spPr>
          <a:xfrm flipH="1">
            <a:off x="11399226" y="-7990"/>
            <a:ext cx="792773" cy="896990"/>
          </a:xfrm>
          <a:custGeom>
            <a:avLst/>
            <a:gdLst>
              <a:gd name="connsiteX0" fmla="*/ 0 w 457200"/>
              <a:gd name="connsiteY0" fmla="*/ 0 h 517303"/>
              <a:gd name="connsiteX1" fmla="*/ 451141 w 457200"/>
              <a:gd name="connsiteY1" fmla="*/ 0 h 517303"/>
              <a:gd name="connsiteX2" fmla="*/ 457200 w 457200"/>
              <a:gd name="connsiteY2" fmla="*/ 60103 h 517303"/>
              <a:gd name="connsiteX3" fmla="*/ 0 w 457200"/>
              <a:gd name="connsiteY3" fmla="*/ 517303 h 517303"/>
            </a:gdLst>
            <a:ahLst/>
            <a:cxnLst>
              <a:cxn ang="0">
                <a:pos x="connsiteX0" y="connsiteY0"/>
              </a:cxn>
              <a:cxn ang="0">
                <a:pos x="connsiteX1" y="connsiteY1"/>
              </a:cxn>
              <a:cxn ang="0">
                <a:pos x="connsiteX2" y="connsiteY2"/>
              </a:cxn>
              <a:cxn ang="0">
                <a:pos x="connsiteX3" y="connsiteY3"/>
              </a:cxn>
            </a:cxnLst>
            <a:rect l="l" t="t" r="r" b="b"/>
            <a:pathLst>
              <a:path w="457200" h="517303">
                <a:moveTo>
                  <a:pt x="0" y="0"/>
                </a:moveTo>
                <a:lnTo>
                  <a:pt x="451141" y="0"/>
                </a:lnTo>
                <a:lnTo>
                  <a:pt x="457200" y="60103"/>
                </a:lnTo>
                <a:cubicBezTo>
                  <a:pt x="457200" y="312608"/>
                  <a:pt x="252505" y="517303"/>
                  <a:pt x="0" y="51730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222581078"/>
      </p:ext>
    </p:extLst>
  </p:cSld>
  <p:clrMapOvr>
    <a:masterClrMapping/>
  </p:clrMapOvr>
  <p:hf hdr="0" ftr="0" dt="0"/>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Section Header, Photo 2">
    <p:bg>
      <p:bgPr>
        <a:solidFill>
          <a:schemeClr val="bg2"/>
        </a:solidFill>
        <a:effectLst/>
      </p:bgPr>
    </p:bg>
    <p:spTree>
      <p:nvGrpSpPr>
        <p:cNvPr id="1" name=""/>
        <p:cNvGrpSpPr/>
        <p:nvPr/>
      </p:nvGrpSpPr>
      <p:grpSpPr>
        <a:xfrm>
          <a:off x="0" y="0"/>
          <a:ext cx="0" cy="0"/>
          <a:chOff x="0" y="0"/>
          <a:chExt cx="0" cy="0"/>
        </a:xfrm>
      </p:grpSpPr>
      <p:sp>
        <p:nvSpPr>
          <p:cNvPr id="19" name="Freeform: Shape 16">
            <a:extLst>
              <a:ext uri="{FF2B5EF4-FFF2-40B4-BE49-F238E27FC236}">
                <a16:creationId xmlns:a16="http://schemas.microsoft.com/office/drawing/2014/main" id="{1A1E5C52-240B-0A27-FB4A-A2555C86A09C}"/>
              </a:ext>
              <a:ext uri="{C183D7F6-B498-43B3-948B-1728B52AA6E4}">
                <adec:decorative xmlns:adec="http://schemas.microsoft.com/office/drawing/2017/decorative" val="1"/>
              </a:ext>
            </a:extLst>
          </p:cNvPr>
          <p:cNvSpPr/>
          <p:nvPr/>
        </p:nvSpPr>
        <p:spPr>
          <a:xfrm>
            <a:off x="0" y="-7990"/>
            <a:ext cx="594804" cy="672996"/>
          </a:xfrm>
          <a:custGeom>
            <a:avLst/>
            <a:gdLst>
              <a:gd name="connsiteX0" fmla="*/ 0 w 457200"/>
              <a:gd name="connsiteY0" fmla="*/ 0 h 517303"/>
              <a:gd name="connsiteX1" fmla="*/ 451141 w 457200"/>
              <a:gd name="connsiteY1" fmla="*/ 0 h 517303"/>
              <a:gd name="connsiteX2" fmla="*/ 457200 w 457200"/>
              <a:gd name="connsiteY2" fmla="*/ 60103 h 517303"/>
              <a:gd name="connsiteX3" fmla="*/ 0 w 457200"/>
              <a:gd name="connsiteY3" fmla="*/ 517303 h 517303"/>
            </a:gdLst>
            <a:ahLst/>
            <a:cxnLst>
              <a:cxn ang="0">
                <a:pos x="connsiteX0" y="connsiteY0"/>
              </a:cxn>
              <a:cxn ang="0">
                <a:pos x="connsiteX1" y="connsiteY1"/>
              </a:cxn>
              <a:cxn ang="0">
                <a:pos x="connsiteX2" y="connsiteY2"/>
              </a:cxn>
              <a:cxn ang="0">
                <a:pos x="connsiteX3" y="connsiteY3"/>
              </a:cxn>
            </a:cxnLst>
            <a:rect l="l" t="t" r="r" b="b"/>
            <a:pathLst>
              <a:path w="457200" h="517303">
                <a:moveTo>
                  <a:pt x="0" y="0"/>
                </a:moveTo>
                <a:lnTo>
                  <a:pt x="451141" y="0"/>
                </a:lnTo>
                <a:lnTo>
                  <a:pt x="457200" y="60103"/>
                </a:lnTo>
                <a:cubicBezTo>
                  <a:pt x="457200" y="312608"/>
                  <a:pt x="252505" y="517303"/>
                  <a:pt x="0" y="51730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Right Triangle 15">
            <a:extLst>
              <a:ext uri="{FF2B5EF4-FFF2-40B4-BE49-F238E27FC236}">
                <a16:creationId xmlns:a16="http://schemas.microsoft.com/office/drawing/2014/main" id="{E1557F00-3A5F-7A3C-C638-865BAF311D59}"/>
              </a:ext>
              <a:ext uri="{C183D7F6-B498-43B3-948B-1728B52AA6E4}">
                <adec:decorative xmlns:adec="http://schemas.microsoft.com/office/drawing/2017/decorative" val="1"/>
              </a:ext>
            </a:extLst>
          </p:cNvPr>
          <p:cNvSpPr/>
          <p:nvPr/>
        </p:nvSpPr>
        <p:spPr>
          <a:xfrm rot="10800000" flipH="1">
            <a:off x="6748557" y="3568258"/>
            <a:ext cx="910251" cy="91025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Oval 7">
            <a:extLst>
              <a:ext uri="{FF2B5EF4-FFF2-40B4-BE49-F238E27FC236}">
                <a16:creationId xmlns:a16="http://schemas.microsoft.com/office/drawing/2014/main" id="{588618F7-2DD4-2570-D5F4-BBC2F540F60F}"/>
              </a:ext>
              <a:ext uri="{C183D7F6-B498-43B3-948B-1728B52AA6E4}">
                <adec:decorative xmlns:adec="http://schemas.microsoft.com/office/drawing/2017/decorative" val="1"/>
              </a:ext>
            </a:extLst>
          </p:cNvPr>
          <p:cNvSpPr/>
          <p:nvPr/>
        </p:nvSpPr>
        <p:spPr>
          <a:xfrm>
            <a:off x="10677986" y="1234925"/>
            <a:ext cx="1039660" cy="103966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Shape 8">
            <a:extLst>
              <a:ext uri="{FF2B5EF4-FFF2-40B4-BE49-F238E27FC236}">
                <a16:creationId xmlns:a16="http://schemas.microsoft.com/office/drawing/2014/main" id="{FC848530-07CD-EDB9-E029-2E696D39F91B}"/>
              </a:ext>
              <a:ext uri="{C183D7F6-B498-43B3-948B-1728B52AA6E4}">
                <adec:decorative xmlns:adec="http://schemas.microsoft.com/office/drawing/2017/decorative" val="1"/>
              </a:ext>
            </a:extLst>
          </p:cNvPr>
          <p:cNvSpPr/>
          <p:nvPr/>
        </p:nvSpPr>
        <p:spPr>
          <a:xfrm rot="10800000">
            <a:off x="8011159" y="4677659"/>
            <a:ext cx="1010603" cy="1010603"/>
          </a:xfrm>
          <a:custGeom>
            <a:avLst/>
            <a:gdLst>
              <a:gd name="connsiteX0" fmla="*/ 0 w 677557"/>
              <a:gd name="connsiteY0" fmla="*/ 0 h 677557"/>
              <a:gd name="connsiteX1" fmla="*/ 677557 w 677557"/>
              <a:gd name="connsiteY1" fmla="*/ 0 h 677557"/>
              <a:gd name="connsiteX2" fmla="*/ 0 w 677557"/>
              <a:gd name="connsiteY2" fmla="*/ 677557 h 677557"/>
            </a:gdLst>
            <a:ahLst/>
            <a:cxnLst>
              <a:cxn ang="0">
                <a:pos x="connsiteX0" y="connsiteY0"/>
              </a:cxn>
              <a:cxn ang="0">
                <a:pos x="connsiteX1" y="connsiteY1"/>
              </a:cxn>
              <a:cxn ang="0">
                <a:pos x="connsiteX2" y="connsiteY2"/>
              </a:cxn>
            </a:cxnLst>
            <a:rect l="l" t="t" r="r" b="b"/>
            <a:pathLst>
              <a:path w="677557" h="677557">
                <a:moveTo>
                  <a:pt x="0" y="0"/>
                </a:moveTo>
                <a:lnTo>
                  <a:pt x="677557" y="0"/>
                </a:lnTo>
                <a:cubicBezTo>
                  <a:pt x="677557" y="374204"/>
                  <a:pt x="374204" y="677557"/>
                  <a:pt x="0" y="677557"/>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Title 5">
            <a:extLst>
              <a:ext uri="{FF2B5EF4-FFF2-40B4-BE49-F238E27FC236}">
                <a16:creationId xmlns:a16="http://schemas.microsoft.com/office/drawing/2014/main" id="{D5AE2651-2595-877E-6C79-40231638BE83}"/>
              </a:ext>
            </a:extLst>
          </p:cNvPr>
          <p:cNvSpPr>
            <a:spLocks noGrp="1"/>
          </p:cNvSpPr>
          <p:nvPr>
            <p:ph type="title" hasCustomPrompt="1"/>
          </p:nvPr>
        </p:nvSpPr>
        <p:spPr>
          <a:xfrm>
            <a:off x="701675" y="624839"/>
            <a:ext cx="5397499" cy="4052819"/>
          </a:xfrm>
          <a:prstGeom prst="rect">
            <a:avLst/>
          </a:prstGeom>
        </p:spPr>
        <p:txBody>
          <a:bodyPr>
            <a:noAutofit/>
          </a:bodyPr>
          <a:lstStyle>
            <a:lvl1pPr>
              <a:defRPr sz="5400">
                <a:solidFill>
                  <a:schemeClr val="accent2"/>
                </a:solidFill>
              </a:defRPr>
            </a:lvl1pPr>
          </a:lstStyle>
          <a:p>
            <a:r>
              <a:rPr lang="en-US" altLang="zh-CN"/>
              <a:t>Click to edit Master title style</a:t>
            </a:r>
            <a:endParaRPr lang="zh-CN" altLang="en-US"/>
          </a:p>
        </p:txBody>
      </p:sp>
      <p:sp>
        <p:nvSpPr>
          <p:cNvPr id="11" name="Subtitle 2">
            <a:extLst>
              <a:ext uri="{FF2B5EF4-FFF2-40B4-BE49-F238E27FC236}">
                <a16:creationId xmlns:a16="http://schemas.microsoft.com/office/drawing/2014/main" id="{53651733-BAED-E27D-2C9C-58F2C4042456}"/>
              </a:ext>
            </a:extLst>
          </p:cNvPr>
          <p:cNvSpPr>
            <a:spLocks noGrp="1"/>
          </p:cNvSpPr>
          <p:nvPr>
            <p:ph type="subTitle" idx="1"/>
          </p:nvPr>
        </p:nvSpPr>
        <p:spPr>
          <a:xfrm>
            <a:off x="701675" y="4820704"/>
            <a:ext cx="5397499" cy="1336256"/>
          </a:xfrm>
          <a:prstGeom prst="rect">
            <a:avLst/>
          </a:prstGeom>
        </p:spPr>
        <p:txBody>
          <a:bodyPr>
            <a:norm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2" name="Chart Placeholder">
            <a:extLst>
              <a:ext uri="{FF2B5EF4-FFF2-40B4-BE49-F238E27FC236}">
                <a16:creationId xmlns:a16="http://schemas.microsoft.com/office/drawing/2014/main" id="{B09F6E4D-0A64-DD8A-7D59-0A61764A42AB}"/>
              </a:ext>
              <a:ext uri="{C183D7F6-B498-43B3-948B-1728B52AA6E4}">
                <adec:decorative xmlns:adec="http://schemas.microsoft.com/office/drawing/2017/decorative" val="0"/>
              </a:ext>
            </a:extLst>
          </p:cNvPr>
          <p:cNvSpPr>
            <a:spLocks noGrp="1"/>
          </p:cNvSpPr>
          <p:nvPr>
            <p:ph type="pic" sz="quarter" idx="20"/>
          </p:nvPr>
        </p:nvSpPr>
        <p:spPr>
          <a:xfrm>
            <a:off x="6756399" y="1304924"/>
            <a:ext cx="2265982" cy="2263334"/>
          </a:xfrm>
          <a:custGeom>
            <a:avLst/>
            <a:gdLst>
              <a:gd name="connsiteX0" fmla="*/ 0 w 2265982"/>
              <a:gd name="connsiteY0" fmla="*/ 0 h 2263334"/>
              <a:gd name="connsiteX1" fmla="*/ 2265363 w 2265982"/>
              <a:gd name="connsiteY1" fmla="*/ 0 h 2263334"/>
              <a:gd name="connsiteX2" fmla="*/ 2265363 w 2265982"/>
              <a:gd name="connsiteY2" fmla="*/ 1601 h 2263334"/>
              <a:gd name="connsiteX3" fmla="*/ 2265982 w 2265982"/>
              <a:gd name="connsiteY3" fmla="*/ 1601 h 2263334"/>
              <a:gd name="connsiteX4" fmla="*/ 2265982 w 2265982"/>
              <a:gd name="connsiteY4" fmla="*/ 2263334 h 2263334"/>
              <a:gd name="connsiteX5" fmla="*/ 0 w 2265982"/>
              <a:gd name="connsiteY5" fmla="*/ 2263334 h 2263334"/>
              <a:gd name="connsiteX6" fmla="*/ 0 w 2265982"/>
              <a:gd name="connsiteY6" fmla="*/ 2239963 h 2263334"/>
              <a:gd name="connsiteX7" fmla="*/ 0 w 2265982"/>
              <a:gd name="connsiteY7" fmla="*/ 1601 h 2263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65982" h="2263334">
                <a:moveTo>
                  <a:pt x="0" y="0"/>
                </a:moveTo>
                <a:lnTo>
                  <a:pt x="2265363" y="0"/>
                </a:lnTo>
                <a:lnTo>
                  <a:pt x="2265363" y="1601"/>
                </a:lnTo>
                <a:lnTo>
                  <a:pt x="2265982" y="1601"/>
                </a:lnTo>
                <a:lnTo>
                  <a:pt x="2265982" y="2263334"/>
                </a:lnTo>
                <a:lnTo>
                  <a:pt x="0" y="2263334"/>
                </a:lnTo>
                <a:lnTo>
                  <a:pt x="0" y="2239963"/>
                </a:lnTo>
                <a:lnTo>
                  <a:pt x="0" y="1601"/>
                </a:lnTo>
                <a:close/>
              </a:path>
            </a:pathLst>
          </a:custGeom>
          <a:noFill/>
        </p:spPr>
        <p:txBody>
          <a:bodyPr wrap="square">
            <a:noAutofit/>
          </a:bodyPr>
          <a:lstStyle/>
          <a:p>
            <a:r>
              <a:rPr lang="en-US" altLang="zh-CN"/>
              <a:t>Click icon to add picture</a:t>
            </a:r>
            <a:endParaRPr lang="zh-CN" altLang="en-US"/>
          </a:p>
        </p:txBody>
      </p:sp>
      <p:sp>
        <p:nvSpPr>
          <p:cNvPr id="3" name="Chart Placeholder">
            <a:extLst>
              <a:ext uri="{FF2B5EF4-FFF2-40B4-BE49-F238E27FC236}">
                <a16:creationId xmlns:a16="http://schemas.microsoft.com/office/drawing/2014/main" id="{91F565E8-4CD4-6D65-2B26-BEECF4B22EA3}"/>
              </a:ext>
              <a:ext uri="{C183D7F6-B498-43B3-948B-1728B52AA6E4}">
                <adec:decorative xmlns:adec="http://schemas.microsoft.com/office/drawing/2017/decorative" val="0"/>
              </a:ext>
            </a:extLst>
          </p:cNvPr>
          <p:cNvSpPr>
            <a:spLocks noGrp="1"/>
          </p:cNvSpPr>
          <p:nvPr>
            <p:ph type="pic" sz="quarter" idx="19"/>
          </p:nvPr>
        </p:nvSpPr>
        <p:spPr>
          <a:xfrm>
            <a:off x="9021763" y="2274585"/>
            <a:ext cx="2695883" cy="3413678"/>
          </a:xfrm>
          <a:custGeom>
            <a:avLst/>
            <a:gdLst>
              <a:gd name="connsiteX0" fmla="*/ 1083 w 2695883"/>
              <a:gd name="connsiteY0" fmla="*/ 0 h 3413678"/>
              <a:gd name="connsiteX1" fmla="*/ 2695883 w 2695883"/>
              <a:gd name="connsiteY1" fmla="*/ 0 h 3413678"/>
              <a:gd name="connsiteX2" fmla="*/ 2695883 w 2695883"/>
              <a:gd name="connsiteY2" fmla="*/ 3413678 h 3413678"/>
              <a:gd name="connsiteX3" fmla="*/ 1083 w 2695883"/>
              <a:gd name="connsiteY3" fmla="*/ 3413678 h 3413678"/>
              <a:gd name="connsiteX4" fmla="*/ 1083 w 2695883"/>
              <a:gd name="connsiteY4" fmla="*/ 3402315 h 3413678"/>
              <a:gd name="connsiteX5" fmla="*/ 0 w 2695883"/>
              <a:gd name="connsiteY5" fmla="*/ 3402315 h 3413678"/>
              <a:gd name="connsiteX6" fmla="*/ 0 w 2695883"/>
              <a:gd name="connsiteY6" fmla="*/ 303 h 3413678"/>
              <a:gd name="connsiteX7" fmla="*/ 1083 w 2695883"/>
              <a:gd name="connsiteY7" fmla="*/ 303 h 3413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5883" h="3413678">
                <a:moveTo>
                  <a:pt x="1083" y="0"/>
                </a:moveTo>
                <a:lnTo>
                  <a:pt x="2695883" y="0"/>
                </a:lnTo>
                <a:lnTo>
                  <a:pt x="2695883" y="3413678"/>
                </a:lnTo>
                <a:lnTo>
                  <a:pt x="1083" y="3413678"/>
                </a:lnTo>
                <a:lnTo>
                  <a:pt x="1083" y="3402315"/>
                </a:lnTo>
                <a:lnTo>
                  <a:pt x="0" y="3402315"/>
                </a:lnTo>
                <a:lnTo>
                  <a:pt x="0" y="303"/>
                </a:lnTo>
                <a:lnTo>
                  <a:pt x="1083" y="303"/>
                </a:lnTo>
                <a:close/>
              </a:path>
            </a:pathLst>
          </a:custGeom>
          <a:noFill/>
        </p:spPr>
        <p:txBody>
          <a:bodyPr wrap="square">
            <a:noAutofit/>
          </a:bodyPr>
          <a:lstStyle/>
          <a:p>
            <a:r>
              <a:rPr lang="en-US" altLang="zh-CN"/>
              <a:t>Click icon to add picture</a:t>
            </a:r>
            <a:endParaRPr lang="zh-CN" altLang="en-US"/>
          </a:p>
        </p:txBody>
      </p:sp>
      <p:sp>
        <p:nvSpPr>
          <p:cNvPr id="14" name="Date Placeholder 13">
            <a:extLst>
              <a:ext uri="{FF2B5EF4-FFF2-40B4-BE49-F238E27FC236}">
                <a16:creationId xmlns:a16="http://schemas.microsoft.com/office/drawing/2014/main" id="{BCCA60F7-9CE1-324A-9B0C-7A505D9DBF99}"/>
              </a:ext>
            </a:extLst>
          </p:cNvPr>
          <p:cNvSpPr>
            <a:spLocks noGrp="1"/>
          </p:cNvSpPr>
          <p:nvPr>
            <p:ph type="dt" sz="half" idx="21"/>
          </p:nvPr>
        </p:nvSpPr>
        <p:spPr>
          <a:xfrm>
            <a:off x="657225" y="6400800"/>
            <a:ext cx="2743200" cy="266700"/>
          </a:xfrm>
          <a:prstGeom prst="rect">
            <a:avLst/>
          </a:prstGeom>
        </p:spPr>
        <p:txBody>
          <a:bodyPr/>
          <a:lstStyle/>
          <a:p>
            <a:r>
              <a:rPr lang="en-US"/>
              <a:t>00/00/00</a:t>
            </a:r>
            <a:endParaRPr lang="en-US" dirty="0"/>
          </a:p>
        </p:txBody>
      </p:sp>
      <p:sp>
        <p:nvSpPr>
          <p:cNvPr id="15" name="Footer Placeholder 14">
            <a:extLst>
              <a:ext uri="{FF2B5EF4-FFF2-40B4-BE49-F238E27FC236}">
                <a16:creationId xmlns:a16="http://schemas.microsoft.com/office/drawing/2014/main" id="{CDE0788C-8A7C-9E30-DA47-406850E5A18A}"/>
              </a:ext>
            </a:extLst>
          </p:cNvPr>
          <p:cNvSpPr>
            <a:spLocks noGrp="1"/>
          </p:cNvSpPr>
          <p:nvPr>
            <p:ph type="ftr" sz="quarter" idx="22"/>
          </p:nvPr>
        </p:nvSpPr>
        <p:spPr>
          <a:xfrm>
            <a:off x="3800475" y="6400800"/>
            <a:ext cx="3657600" cy="266700"/>
          </a:xfrm>
        </p:spPr>
        <p:txBody>
          <a:bodyPr/>
          <a:lstStyle/>
          <a:p>
            <a:endParaRPr lang="en-US" dirty="0"/>
          </a:p>
        </p:txBody>
      </p:sp>
      <p:sp>
        <p:nvSpPr>
          <p:cNvPr id="16" name="Slide Number Placeholder 15">
            <a:extLst>
              <a:ext uri="{FF2B5EF4-FFF2-40B4-BE49-F238E27FC236}">
                <a16:creationId xmlns:a16="http://schemas.microsoft.com/office/drawing/2014/main" id="{C8A1FE6C-D775-3E2F-8C14-C5D20D5167E7}"/>
              </a:ext>
            </a:extLst>
          </p:cNvPr>
          <p:cNvSpPr>
            <a:spLocks noGrp="1"/>
          </p:cNvSpPr>
          <p:nvPr>
            <p:ph type="sldNum" sz="half" idx="23"/>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755269498"/>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5" orient="horz" pos="2160">
          <p15:clr>
            <a:srgbClr val="FBAE40"/>
          </p15:clr>
        </p15:guide>
        <p15:guide id="6" pos="6040">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Section Header 1">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89965592-BE11-9449-DFBE-D27A7A1326E5}"/>
              </a:ext>
              <a:ext uri="{C183D7F6-B498-43B3-948B-1728B52AA6E4}">
                <adec:decorative xmlns:adec="http://schemas.microsoft.com/office/drawing/2017/decorative" val="1"/>
              </a:ext>
            </a:extLst>
          </p:cNvPr>
          <p:cNvSpPr/>
          <p:nvPr/>
        </p:nvSpPr>
        <p:spPr>
          <a:xfrm rot="10800000">
            <a:off x="0" y="-7991"/>
            <a:ext cx="702881" cy="702881"/>
          </a:xfrm>
          <a:custGeom>
            <a:avLst/>
            <a:gdLst/>
            <a:ahLst/>
            <a:cxnLst/>
            <a:rect l="l" t="t" r="r" b="b"/>
            <a:pathLst>
              <a:path w="1453796" h="1453796">
                <a:moveTo>
                  <a:pt x="0" y="0"/>
                </a:moveTo>
                <a:lnTo>
                  <a:pt x="1453795" y="0"/>
                </a:lnTo>
                <a:lnTo>
                  <a:pt x="1453795" y="1453796"/>
                </a:lnTo>
                <a:lnTo>
                  <a:pt x="0" y="1453796"/>
                </a:lnTo>
                <a:lnTo>
                  <a:pt x="0" y="0"/>
                </a:lnTo>
                <a:close/>
              </a:path>
            </a:pathLst>
          </a:custGeom>
          <a:solidFill>
            <a:schemeClr val="accent2"/>
          </a:solidFill>
          <a:ln cap="sq">
            <a:noFill/>
            <a:prstDash val="solid"/>
            <a:miter/>
          </a:ln>
        </p:spPr>
        <p:txBody>
          <a:bodyPr/>
          <a:lstStyle/>
          <a:p>
            <a:endParaRPr lang="zh-CN" altLang="en-US" sz="800"/>
          </a:p>
        </p:txBody>
      </p:sp>
      <p:sp>
        <p:nvSpPr>
          <p:cNvPr id="11" name="TextBox 10">
            <a:extLst>
              <a:ext uri="{FF2B5EF4-FFF2-40B4-BE49-F238E27FC236}">
                <a16:creationId xmlns:a16="http://schemas.microsoft.com/office/drawing/2014/main" id="{BB5AA506-C7A7-AE11-DF2C-51D12C8859B6}"/>
              </a:ext>
              <a:ext uri="{C183D7F6-B498-43B3-948B-1728B52AA6E4}">
                <adec:decorative xmlns:adec="http://schemas.microsoft.com/office/drawing/2017/decorative" val="1"/>
              </a:ext>
            </a:extLst>
          </p:cNvPr>
          <p:cNvSpPr txBox="1"/>
          <p:nvPr/>
        </p:nvSpPr>
        <p:spPr>
          <a:xfrm>
            <a:off x="700650" y="-7990"/>
            <a:ext cx="1253410" cy="702545"/>
          </a:xfrm>
          <a:prstGeom prst="rect">
            <a:avLst/>
          </a:prstGeom>
          <a:solidFill>
            <a:schemeClr val="accent3">
              <a:lumMod val="90000"/>
            </a:schemeClr>
          </a:solidFill>
        </p:spPr>
        <p:txBody>
          <a:bodyPr lIns="33867" tIns="33867" rIns="33867" bIns="33867" rtlCol="0" anchor="ctr"/>
          <a:lstStyle/>
          <a:p>
            <a:pPr algn="ctr">
              <a:lnSpc>
                <a:spcPts val="1759"/>
              </a:lnSpc>
            </a:pPr>
            <a:endParaRPr sz="800"/>
          </a:p>
        </p:txBody>
      </p:sp>
      <p:sp>
        <p:nvSpPr>
          <p:cNvPr id="12" name="Oval 11">
            <a:extLst>
              <a:ext uri="{FF2B5EF4-FFF2-40B4-BE49-F238E27FC236}">
                <a16:creationId xmlns:a16="http://schemas.microsoft.com/office/drawing/2014/main" id="{FDC8E34A-FE24-6D1A-47FB-8A024B4227CF}"/>
              </a:ext>
              <a:ext uri="{C183D7F6-B498-43B3-948B-1728B52AA6E4}">
                <adec:decorative xmlns:adec="http://schemas.microsoft.com/office/drawing/2017/decorative" val="1"/>
              </a:ext>
            </a:extLst>
          </p:cNvPr>
          <p:cNvSpPr/>
          <p:nvPr/>
        </p:nvSpPr>
        <p:spPr>
          <a:xfrm>
            <a:off x="914400" y="4765612"/>
            <a:ext cx="1039660" cy="103966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Shape 16">
            <a:extLst>
              <a:ext uri="{FF2B5EF4-FFF2-40B4-BE49-F238E27FC236}">
                <a16:creationId xmlns:a16="http://schemas.microsoft.com/office/drawing/2014/main" id="{88CADD38-35FD-B4F8-4C79-262F4C03C794}"/>
              </a:ext>
              <a:ext uri="{C183D7F6-B498-43B3-948B-1728B52AA6E4}">
                <adec:decorative xmlns:adec="http://schemas.microsoft.com/office/drawing/2017/decorative" val="1"/>
              </a:ext>
            </a:extLst>
          </p:cNvPr>
          <p:cNvSpPr/>
          <p:nvPr/>
        </p:nvSpPr>
        <p:spPr>
          <a:xfrm flipH="1">
            <a:off x="11186622" y="-7990"/>
            <a:ext cx="1005378" cy="1137544"/>
          </a:xfrm>
          <a:custGeom>
            <a:avLst/>
            <a:gdLst>
              <a:gd name="connsiteX0" fmla="*/ 0 w 457200"/>
              <a:gd name="connsiteY0" fmla="*/ 0 h 517303"/>
              <a:gd name="connsiteX1" fmla="*/ 451141 w 457200"/>
              <a:gd name="connsiteY1" fmla="*/ 0 h 517303"/>
              <a:gd name="connsiteX2" fmla="*/ 457200 w 457200"/>
              <a:gd name="connsiteY2" fmla="*/ 60103 h 517303"/>
              <a:gd name="connsiteX3" fmla="*/ 0 w 457200"/>
              <a:gd name="connsiteY3" fmla="*/ 517303 h 517303"/>
            </a:gdLst>
            <a:ahLst/>
            <a:cxnLst>
              <a:cxn ang="0">
                <a:pos x="connsiteX0" y="connsiteY0"/>
              </a:cxn>
              <a:cxn ang="0">
                <a:pos x="connsiteX1" y="connsiteY1"/>
              </a:cxn>
              <a:cxn ang="0">
                <a:pos x="connsiteX2" y="connsiteY2"/>
              </a:cxn>
              <a:cxn ang="0">
                <a:pos x="connsiteX3" y="connsiteY3"/>
              </a:cxn>
            </a:cxnLst>
            <a:rect l="l" t="t" r="r" b="b"/>
            <a:pathLst>
              <a:path w="457200" h="517303">
                <a:moveTo>
                  <a:pt x="0" y="0"/>
                </a:moveTo>
                <a:lnTo>
                  <a:pt x="451141" y="0"/>
                </a:lnTo>
                <a:lnTo>
                  <a:pt x="457200" y="60103"/>
                </a:lnTo>
                <a:cubicBezTo>
                  <a:pt x="457200" y="312608"/>
                  <a:pt x="252505" y="517303"/>
                  <a:pt x="0" y="51730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4" name="Freeform: Shape 13">
            <a:extLst>
              <a:ext uri="{FF2B5EF4-FFF2-40B4-BE49-F238E27FC236}">
                <a16:creationId xmlns:a16="http://schemas.microsoft.com/office/drawing/2014/main" id="{774B419C-DE0F-85C6-440E-2DC680584075}"/>
              </a:ext>
              <a:ext uri="{C183D7F6-B498-43B3-948B-1728B52AA6E4}">
                <adec:decorative xmlns:adec="http://schemas.microsoft.com/office/drawing/2017/decorative" val="1"/>
              </a:ext>
            </a:extLst>
          </p:cNvPr>
          <p:cNvSpPr/>
          <p:nvPr/>
        </p:nvSpPr>
        <p:spPr>
          <a:xfrm rot="16200000">
            <a:off x="10644449" y="3559794"/>
            <a:ext cx="2057495" cy="1037606"/>
          </a:xfrm>
          <a:custGeom>
            <a:avLst/>
            <a:gdLst>
              <a:gd name="connsiteX0" fmla="*/ 714572 w 1429144"/>
              <a:gd name="connsiteY0" fmla="*/ 0 h 720725"/>
              <a:gd name="connsiteX1" fmla="*/ 1429144 w 1429144"/>
              <a:gd name="connsiteY1" fmla="*/ 714572 h 720725"/>
              <a:gd name="connsiteX2" fmla="*/ 1428524 w 1429144"/>
              <a:gd name="connsiteY2" fmla="*/ 720725 h 720725"/>
              <a:gd name="connsiteX3" fmla="*/ 620 w 1429144"/>
              <a:gd name="connsiteY3" fmla="*/ 720725 h 720725"/>
              <a:gd name="connsiteX4" fmla="*/ 0 w 1429144"/>
              <a:gd name="connsiteY4" fmla="*/ 714572 h 720725"/>
              <a:gd name="connsiteX5" fmla="*/ 714572 w 1429144"/>
              <a:gd name="connsiteY5" fmla="*/ 0 h 720725"/>
              <a:gd name="connsiteX0" fmla="*/ 714572 w 1453194"/>
              <a:gd name="connsiteY0" fmla="*/ 0 h 723305"/>
              <a:gd name="connsiteX1" fmla="*/ 1429144 w 1453194"/>
              <a:gd name="connsiteY1" fmla="*/ 714572 h 723305"/>
              <a:gd name="connsiteX2" fmla="*/ 1428524 w 1453194"/>
              <a:gd name="connsiteY2" fmla="*/ 720725 h 723305"/>
              <a:gd name="connsiteX3" fmla="*/ 1453194 w 1453194"/>
              <a:gd name="connsiteY3" fmla="*/ 723305 h 723305"/>
              <a:gd name="connsiteX4" fmla="*/ 620 w 1453194"/>
              <a:gd name="connsiteY4" fmla="*/ 720725 h 723305"/>
              <a:gd name="connsiteX5" fmla="*/ 0 w 1453194"/>
              <a:gd name="connsiteY5" fmla="*/ 714572 h 723305"/>
              <a:gd name="connsiteX6" fmla="*/ 714572 w 1453194"/>
              <a:gd name="connsiteY6" fmla="*/ 0 h 723305"/>
              <a:gd name="connsiteX0" fmla="*/ 714572 w 1429144"/>
              <a:gd name="connsiteY0" fmla="*/ 0 h 723305"/>
              <a:gd name="connsiteX1" fmla="*/ 1429144 w 1429144"/>
              <a:gd name="connsiteY1" fmla="*/ 714572 h 723305"/>
              <a:gd name="connsiteX2" fmla="*/ 1428524 w 1429144"/>
              <a:gd name="connsiteY2" fmla="*/ 720725 h 723305"/>
              <a:gd name="connsiteX3" fmla="*/ 689714 w 1429144"/>
              <a:gd name="connsiteY3" fmla="*/ 723305 h 723305"/>
              <a:gd name="connsiteX4" fmla="*/ 620 w 1429144"/>
              <a:gd name="connsiteY4" fmla="*/ 720725 h 723305"/>
              <a:gd name="connsiteX5" fmla="*/ 0 w 1429144"/>
              <a:gd name="connsiteY5" fmla="*/ 714572 h 723305"/>
              <a:gd name="connsiteX6" fmla="*/ 714572 w 1429144"/>
              <a:gd name="connsiteY6" fmla="*/ 0 h 723305"/>
              <a:gd name="connsiteX0" fmla="*/ 689714 w 1429144"/>
              <a:gd name="connsiteY0" fmla="*/ 723305 h 814745"/>
              <a:gd name="connsiteX1" fmla="*/ 620 w 1429144"/>
              <a:gd name="connsiteY1" fmla="*/ 720725 h 814745"/>
              <a:gd name="connsiteX2" fmla="*/ 0 w 1429144"/>
              <a:gd name="connsiteY2" fmla="*/ 714572 h 814745"/>
              <a:gd name="connsiteX3" fmla="*/ 714572 w 1429144"/>
              <a:gd name="connsiteY3" fmla="*/ 0 h 814745"/>
              <a:gd name="connsiteX4" fmla="*/ 1429144 w 1429144"/>
              <a:gd name="connsiteY4" fmla="*/ 714572 h 814745"/>
              <a:gd name="connsiteX5" fmla="*/ 1428524 w 1429144"/>
              <a:gd name="connsiteY5" fmla="*/ 720725 h 814745"/>
              <a:gd name="connsiteX6" fmla="*/ 781154 w 1429144"/>
              <a:gd name="connsiteY6" fmla="*/ 814745 h 814745"/>
              <a:gd name="connsiteX0" fmla="*/ 689714 w 1429144"/>
              <a:gd name="connsiteY0" fmla="*/ 723305 h 1063320"/>
              <a:gd name="connsiteX1" fmla="*/ 620 w 1429144"/>
              <a:gd name="connsiteY1" fmla="*/ 720725 h 1063320"/>
              <a:gd name="connsiteX2" fmla="*/ 0 w 1429144"/>
              <a:gd name="connsiteY2" fmla="*/ 714572 h 1063320"/>
              <a:gd name="connsiteX3" fmla="*/ 714572 w 1429144"/>
              <a:gd name="connsiteY3" fmla="*/ 0 h 1063320"/>
              <a:gd name="connsiteX4" fmla="*/ 1429144 w 1429144"/>
              <a:gd name="connsiteY4" fmla="*/ 714572 h 1063320"/>
              <a:gd name="connsiteX5" fmla="*/ 1428524 w 1429144"/>
              <a:gd name="connsiteY5" fmla="*/ 720725 h 1063320"/>
              <a:gd name="connsiteX6" fmla="*/ 896563 w 1429144"/>
              <a:gd name="connsiteY6" fmla="*/ 1063320 h 1063320"/>
              <a:gd name="connsiteX0" fmla="*/ 689714 w 1429144"/>
              <a:gd name="connsiteY0" fmla="*/ 723305 h 723305"/>
              <a:gd name="connsiteX1" fmla="*/ 620 w 1429144"/>
              <a:gd name="connsiteY1" fmla="*/ 720725 h 723305"/>
              <a:gd name="connsiteX2" fmla="*/ 0 w 1429144"/>
              <a:gd name="connsiteY2" fmla="*/ 714572 h 723305"/>
              <a:gd name="connsiteX3" fmla="*/ 714572 w 1429144"/>
              <a:gd name="connsiteY3" fmla="*/ 0 h 723305"/>
              <a:gd name="connsiteX4" fmla="*/ 1429144 w 1429144"/>
              <a:gd name="connsiteY4" fmla="*/ 714572 h 723305"/>
              <a:gd name="connsiteX5" fmla="*/ 1428524 w 1429144"/>
              <a:gd name="connsiteY5" fmla="*/ 720725 h 723305"/>
              <a:gd name="connsiteX0" fmla="*/ 689714 w 1429144"/>
              <a:gd name="connsiteY0" fmla="*/ 749938 h 749938"/>
              <a:gd name="connsiteX1" fmla="*/ 620 w 1429144"/>
              <a:gd name="connsiteY1" fmla="*/ 720725 h 749938"/>
              <a:gd name="connsiteX2" fmla="*/ 0 w 1429144"/>
              <a:gd name="connsiteY2" fmla="*/ 714572 h 749938"/>
              <a:gd name="connsiteX3" fmla="*/ 714572 w 1429144"/>
              <a:gd name="connsiteY3" fmla="*/ 0 h 749938"/>
              <a:gd name="connsiteX4" fmla="*/ 1429144 w 1429144"/>
              <a:gd name="connsiteY4" fmla="*/ 714572 h 749938"/>
              <a:gd name="connsiteX5" fmla="*/ 1428524 w 1429144"/>
              <a:gd name="connsiteY5" fmla="*/ 720725 h 749938"/>
              <a:gd name="connsiteX0" fmla="*/ 620 w 1429144"/>
              <a:gd name="connsiteY0" fmla="*/ 720725 h 720725"/>
              <a:gd name="connsiteX1" fmla="*/ 0 w 1429144"/>
              <a:gd name="connsiteY1" fmla="*/ 714572 h 720725"/>
              <a:gd name="connsiteX2" fmla="*/ 714572 w 1429144"/>
              <a:gd name="connsiteY2" fmla="*/ 0 h 720725"/>
              <a:gd name="connsiteX3" fmla="*/ 1429144 w 1429144"/>
              <a:gd name="connsiteY3" fmla="*/ 714572 h 720725"/>
              <a:gd name="connsiteX4" fmla="*/ 1428524 w 1429144"/>
              <a:gd name="connsiteY4" fmla="*/ 720725 h 720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9144" h="720725">
                <a:moveTo>
                  <a:pt x="620" y="720725"/>
                </a:moveTo>
                <a:cubicBezTo>
                  <a:pt x="413" y="718674"/>
                  <a:pt x="207" y="716623"/>
                  <a:pt x="0" y="714572"/>
                </a:cubicBezTo>
                <a:cubicBezTo>
                  <a:pt x="0" y="319925"/>
                  <a:pt x="319925" y="0"/>
                  <a:pt x="714572" y="0"/>
                </a:cubicBezTo>
                <a:cubicBezTo>
                  <a:pt x="1109219" y="0"/>
                  <a:pt x="1429144" y="319925"/>
                  <a:pt x="1429144" y="714572"/>
                </a:cubicBezTo>
                <a:cubicBezTo>
                  <a:pt x="1428937" y="716623"/>
                  <a:pt x="1428731" y="718674"/>
                  <a:pt x="1428524" y="720725"/>
                </a:cubicBezTo>
              </a:path>
            </a:pathLst>
          </a:custGeom>
          <a:noFill/>
          <a:ln w="203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209800" y="624839"/>
            <a:ext cx="7772400" cy="4615188"/>
          </a:xfrm>
          <a:prstGeom prst="rect">
            <a:avLst/>
          </a:prstGeom>
        </p:spPr>
        <p:txBody>
          <a:bodyPr anchor="b">
            <a:normAutofit/>
          </a:bodyPr>
          <a:lstStyle>
            <a:lvl1pPr algn="l">
              <a:defRPr sz="5400">
                <a:solidFill>
                  <a:schemeClr val="accent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2200656" y="5381548"/>
            <a:ext cx="7772400" cy="594360"/>
          </a:xfrm>
          <a:prstGeom prst="rect">
            <a:avLst/>
          </a:prstGeom>
        </p:spPr>
        <p:txBody>
          <a:bodyPr anchor="t">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8D6D60-19E5-D20E-914F-582245D9BACD}"/>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5" name="Footer Placeholder 4">
            <a:extLst>
              <a:ext uri="{FF2B5EF4-FFF2-40B4-BE49-F238E27FC236}">
                <a16:creationId xmlns:a16="http://schemas.microsoft.com/office/drawing/2014/main" id="{FE6E01A4-C089-8DE4-368F-5A6F0DD82149}"/>
              </a:ext>
            </a:extLst>
          </p:cNvPr>
          <p:cNvSpPr>
            <a:spLocks noGrp="1"/>
          </p:cNvSpPr>
          <p:nvPr>
            <p:ph type="ftr" sz="quarter" idx="11"/>
          </p:nvPr>
        </p:nvSpPr>
        <p:spPr>
          <a:xfrm>
            <a:off x="3800475" y="6400800"/>
            <a:ext cx="3657600" cy="266700"/>
          </a:xfrm>
        </p:spPr>
        <p:txBody>
          <a:bodyPr/>
          <a:lstStyle/>
          <a:p>
            <a:endParaRPr lang="en-US" dirty="0"/>
          </a:p>
        </p:txBody>
      </p:sp>
      <p:sp>
        <p:nvSpPr>
          <p:cNvPr id="6" name="Slide Number Placeholder 5">
            <a:extLst>
              <a:ext uri="{FF2B5EF4-FFF2-40B4-BE49-F238E27FC236}">
                <a16:creationId xmlns:a16="http://schemas.microsoft.com/office/drawing/2014/main" id="{A1EA5067-D18D-6D68-F90D-04FCBD252066}"/>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342613162"/>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9" name="Freeform: Shape 7">
            <a:extLst>
              <a:ext uri="{FF2B5EF4-FFF2-40B4-BE49-F238E27FC236}">
                <a16:creationId xmlns:a16="http://schemas.microsoft.com/office/drawing/2014/main" id="{5E82FC51-1DCE-FEF0-0E76-4A5CF7292889}"/>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8" name="Freeform: Shape 6">
            <a:extLst>
              <a:ext uri="{FF2B5EF4-FFF2-40B4-BE49-F238E27FC236}">
                <a16:creationId xmlns:a16="http://schemas.microsoft.com/office/drawing/2014/main" id="{A9FFABEB-FB9A-B26B-2F46-59C0E669A0AB}"/>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0" name="Freeform: Shape">
            <a:extLst>
              <a:ext uri="{FF2B5EF4-FFF2-40B4-BE49-F238E27FC236}">
                <a16:creationId xmlns:a16="http://schemas.microsoft.com/office/drawing/2014/main" id="{ABB04F56-D4FC-37BC-4A8D-8EAFC7B95959}"/>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E5DA59B2-DDF4-BB46-5311-D5FDBE27B35D}"/>
              </a:ext>
            </a:extLst>
          </p:cNvPr>
          <p:cNvSpPr>
            <a:spLocks noGrp="1"/>
          </p:cNvSpPr>
          <p:nvPr>
            <p:ph type="title" hasCustomPrompt="1"/>
          </p:nvPr>
        </p:nvSpPr>
        <p:spPr>
          <a:xfrm>
            <a:off x="657225" y="299828"/>
            <a:ext cx="10858738" cy="1651082"/>
          </a:xfrm>
          <a:prstGeom prst="rect">
            <a:avLst/>
          </a:prstGeom>
        </p:spPr>
        <p:txBody>
          <a:bodyPr anchor="ctr">
            <a:noAutofit/>
          </a:bodyPr>
          <a:lstStyle>
            <a:lvl1pPr>
              <a:defRPr sz="3600"/>
            </a:lvl1pPr>
          </a:lstStyle>
          <a:p>
            <a:r>
              <a:rPr lang="en-US" altLang="zh-CN"/>
              <a:t>Click to edit Master title style</a:t>
            </a:r>
            <a:endParaRPr lang="en-US"/>
          </a:p>
        </p:txBody>
      </p:sp>
      <p:sp>
        <p:nvSpPr>
          <p:cNvPr id="4" name="Content Placeholder 3">
            <a:extLst>
              <a:ext uri="{FF2B5EF4-FFF2-40B4-BE49-F238E27FC236}">
                <a16:creationId xmlns:a16="http://schemas.microsoft.com/office/drawing/2014/main" id="{F7785FDA-5D77-A44A-AA5D-B3B0AFE6E1CA}"/>
              </a:ext>
            </a:extLst>
          </p:cNvPr>
          <p:cNvSpPr>
            <a:spLocks noGrp="1"/>
          </p:cNvSpPr>
          <p:nvPr>
            <p:ph sz="quarter" idx="18"/>
          </p:nvPr>
        </p:nvSpPr>
        <p:spPr>
          <a:xfrm>
            <a:off x="656987" y="2075688"/>
            <a:ext cx="10858738" cy="39504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D498B023-288E-5EC9-1940-4036A38EE817}"/>
              </a:ext>
            </a:extLst>
          </p:cNvPr>
          <p:cNvSpPr>
            <a:spLocks noGrp="1"/>
          </p:cNvSpPr>
          <p:nvPr>
            <p:ph type="dt" sz="half" idx="14"/>
          </p:nvPr>
        </p:nvSpPr>
        <p:spPr>
          <a:xfrm>
            <a:off x="657225" y="6400800"/>
            <a:ext cx="2743200" cy="266700"/>
          </a:xfrm>
          <a:prstGeom prst="rect">
            <a:avLst/>
          </a:prstGeom>
        </p:spPr>
        <p:txBody>
          <a:bodyPr/>
          <a:lstStyle/>
          <a:p>
            <a:r>
              <a:rPr lang="en-US"/>
              <a:t>00/00/00</a:t>
            </a:r>
            <a:endParaRPr lang="en-US" dirty="0"/>
          </a:p>
        </p:txBody>
      </p:sp>
      <p:sp>
        <p:nvSpPr>
          <p:cNvPr id="11" name="Footer Placeholder 10">
            <a:extLst>
              <a:ext uri="{FF2B5EF4-FFF2-40B4-BE49-F238E27FC236}">
                <a16:creationId xmlns:a16="http://schemas.microsoft.com/office/drawing/2014/main" id="{7C0F29BF-C8A7-F7F6-BD42-795E1AC69409}"/>
              </a:ext>
            </a:extLst>
          </p:cNvPr>
          <p:cNvSpPr>
            <a:spLocks noGrp="1"/>
          </p:cNvSpPr>
          <p:nvPr>
            <p:ph type="ftr" sz="quarter" idx="15"/>
          </p:nvPr>
        </p:nvSpPr>
        <p:spPr>
          <a:xfrm>
            <a:off x="3800475" y="6400800"/>
            <a:ext cx="3657600" cy="266700"/>
          </a:xfrm>
        </p:spPr>
        <p:txBody>
          <a:bodyPr/>
          <a:lstStyle/>
          <a:p>
            <a:endParaRPr lang="en-US" dirty="0"/>
          </a:p>
        </p:txBody>
      </p:sp>
      <p:sp>
        <p:nvSpPr>
          <p:cNvPr id="12" name="Slide Number Placeholder 11">
            <a:extLst>
              <a:ext uri="{FF2B5EF4-FFF2-40B4-BE49-F238E27FC236}">
                <a16:creationId xmlns:a16="http://schemas.microsoft.com/office/drawing/2014/main" id="{7A477470-5251-95E3-E518-826E94FB61D2}"/>
              </a:ext>
            </a:extLst>
          </p:cNvPr>
          <p:cNvSpPr>
            <a:spLocks noGrp="1"/>
          </p:cNvSpPr>
          <p:nvPr>
            <p:ph type="sldNum" sz="half" idx="16"/>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608694113"/>
      </p:ext>
    </p:extLst>
  </p:cSld>
  <p:clrMapOvr>
    <a:masterClrMapping/>
  </p:clrMapOvr>
  <p:hf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Agenda, 7 items ">
    <p:spTree>
      <p:nvGrpSpPr>
        <p:cNvPr id="1" name=""/>
        <p:cNvGrpSpPr/>
        <p:nvPr/>
      </p:nvGrpSpPr>
      <p:grpSpPr>
        <a:xfrm>
          <a:off x="0" y="0"/>
          <a:ext cx="0" cy="0"/>
          <a:chOff x="0" y="0"/>
          <a:chExt cx="0" cy="0"/>
        </a:xfrm>
      </p:grpSpPr>
      <p:sp>
        <p:nvSpPr>
          <p:cNvPr id="9" name="Freeform: Shape 7">
            <a:extLst>
              <a:ext uri="{FF2B5EF4-FFF2-40B4-BE49-F238E27FC236}">
                <a16:creationId xmlns:a16="http://schemas.microsoft.com/office/drawing/2014/main" id="{5E82FC51-1DCE-FEF0-0E76-4A5CF7292889}"/>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8" name="Freeform: Shape 6">
            <a:extLst>
              <a:ext uri="{FF2B5EF4-FFF2-40B4-BE49-F238E27FC236}">
                <a16:creationId xmlns:a16="http://schemas.microsoft.com/office/drawing/2014/main" id="{A9FFABEB-FB9A-B26B-2F46-59C0E669A0AB}"/>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0" name="Freeform: Shape">
            <a:extLst>
              <a:ext uri="{FF2B5EF4-FFF2-40B4-BE49-F238E27FC236}">
                <a16:creationId xmlns:a16="http://schemas.microsoft.com/office/drawing/2014/main" id="{ABB04F56-D4FC-37BC-4A8D-8EAFC7B95959}"/>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Title 1">
            <a:extLst>
              <a:ext uri="{FF2B5EF4-FFF2-40B4-BE49-F238E27FC236}">
                <a16:creationId xmlns:a16="http://schemas.microsoft.com/office/drawing/2014/main" id="{08B6BC41-003F-5073-8A9F-46389F55C717}"/>
              </a:ext>
            </a:extLst>
          </p:cNvPr>
          <p:cNvSpPr>
            <a:spLocks noGrp="1"/>
          </p:cNvSpPr>
          <p:nvPr>
            <p:ph type="title" hasCustomPrompt="1"/>
          </p:nvPr>
        </p:nvSpPr>
        <p:spPr>
          <a:xfrm>
            <a:off x="4960165" y="299828"/>
            <a:ext cx="6757536" cy="1651082"/>
          </a:xfrm>
          <a:prstGeom prst="rect">
            <a:avLst/>
          </a:prstGeom>
        </p:spPr>
        <p:txBody>
          <a:bodyPr anchor="ctr">
            <a:noAutofit/>
          </a:bodyPr>
          <a:lstStyle>
            <a:lvl1pPr>
              <a:defRPr sz="3600"/>
            </a:lvl1pPr>
          </a:lstStyle>
          <a:p>
            <a:r>
              <a:rPr lang="en-US" altLang="zh-CN"/>
              <a:t>Click to edit Master title style</a:t>
            </a:r>
            <a:endParaRPr lang="en-US"/>
          </a:p>
        </p:txBody>
      </p:sp>
      <p:sp>
        <p:nvSpPr>
          <p:cNvPr id="27" name="Picture Placeholder 26">
            <a:extLst>
              <a:ext uri="{FF2B5EF4-FFF2-40B4-BE49-F238E27FC236}">
                <a16:creationId xmlns:a16="http://schemas.microsoft.com/office/drawing/2014/main" id="{3B80D779-0EDD-E20A-FF16-90A0493BA3B7}"/>
              </a:ext>
            </a:extLst>
          </p:cNvPr>
          <p:cNvSpPr>
            <a:spLocks noGrp="1"/>
          </p:cNvSpPr>
          <p:nvPr>
            <p:ph type="pic" sz="quarter" idx="17"/>
          </p:nvPr>
        </p:nvSpPr>
        <p:spPr>
          <a:xfrm>
            <a:off x="844000" y="831780"/>
            <a:ext cx="3765550" cy="5194300"/>
          </a:xfrm>
          <a:prstGeom prst="rect">
            <a:avLst/>
          </a:prstGeom>
        </p:spPr>
        <p:txBody>
          <a:bodyPr/>
          <a:lstStyle/>
          <a:p>
            <a:r>
              <a:rPr lang="en-US" altLang="zh-CN"/>
              <a:t>Click icon to add picture</a:t>
            </a:r>
            <a:endParaRPr lang="zh-CN" altLang="en-US"/>
          </a:p>
        </p:txBody>
      </p:sp>
      <p:sp>
        <p:nvSpPr>
          <p:cNvPr id="33" name="Text Placeholder 31">
            <a:extLst>
              <a:ext uri="{FF2B5EF4-FFF2-40B4-BE49-F238E27FC236}">
                <a16:creationId xmlns:a16="http://schemas.microsoft.com/office/drawing/2014/main" id="{3471DD26-72BA-4DE6-809B-57A97061187F}"/>
              </a:ext>
            </a:extLst>
          </p:cNvPr>
          <p:cNvSpPr>
            <a:spLocks noGrp="1"/>
          </p:cNvSpPr>
          <p:nvPr>
            <p:ph type="body" sz="quarter" idx="19" hasCustomPrompt="1"/>
          </p:nvPr>
        </p:nvSpPr>
        <p:spPr>
          <a:xfrm>
            <a:off x="4960165" y="2090366"/>
            <a:ext cx="373835" cy="927100"/>
          </a:xfrm>
          <a:prstGeom prst="rect">
            <a:avLst/>
          </a:prstGeom>
        </p:spPr>
        <p:txBody>
          <a:bodyPr/>
          <a:lstStyle>
            <a:lvl1pPr marL="0" indent="0">
              <a:buNone/>
              <a:defRPr b="1">
                <a:latin typeface="+mj-lt"/>
              </a:defRPr>
            </a:lvl1pPr>
          </a:lstStyle>
          <a:p>
            <a:pPr lvl="0"/>
            <a:r>
              <a:rPr lang="en-US" altLang="zh-CN"/>
              <a:t>01</a:t>
            </a:r>
            <a:endParaRPr lang="zh-CN" altLang="en-US"/>
          </a:p>
        </p:txBody>
      </p:sp>
      <p:sp>
        <p:nvSpPr>
          <p:cNvPr id="32" name="Text Placeholder 31">
            <a:extLst>
              <a:ext uri="{FF2B5EF4-FFF2-40B4-BE49-F238E27FC236}">
                <a16:creationId xmlns:a16="http://schemas.microsoft.com/office/drawing/2014/main" id="{B4F1D455-2D31-F487-D32A-8C3DD7AC1688}"/>
              </a:ext>
            </a:extLst>
          </p:cNvPr>
          <p:cNvSpPr>
            <a:spLocks noGrp="1"/>
          </p:cNvSpPr>
          <p:nvPr>
            <p:ph type="body" sz="quarter" idx="18"/>
          </p:nvPr>
        </p:nvSpPr>
        <p:spPr>
          <a:xfrm>
            <a:off x="5383983" y="2090365"/>
            <a:ext cx="2693217" cy="927100"/>
          </a:xfrm>
          <a:prstGeom prst="rect">
            <a:avLst/>
          </a:prstGeom>
        </p:spPr>
        <p:txBody>
          <a:bodyPr/>
          <a:lstStyle>
            <a:lvl1pPr marL="0" indent="0">
              <a:buNone/>
              <a:defRPr b="1">
                <a:latin typeface="+mj-lt"/>
              </a:defRPr>
            </a:lvl1pPr>
          </a:lstStyle>
          <a:p>
            <a:pPr lvl="0"/>
            <a:r>
              <a:rPr lang="en-US"/>
              <a:t>Click to edit Master text styles</a:t>
            </a:r>
          </a:p>
        </p:txBody>
      </p:sp>
      <p:sp>
        <p:nvSpPr>
          <p:cNvPr id="41" name="Text Placeholder 31">
            <a:extLst>
              <a:ext uri="{FF2B5EF4-FFF2-40B4-BE49-F238E27FC236}">
                <a16:creationId xmlns:a16="http://schemas.microsoft.com/office/drawing/2014/main" id="{444E9B0D-660E-5E81-039C-B1C066D8DBE2}"/>
              </a:ext>
            </a:extLst>
          </p:cNvPr>
          <p:cNvSpPr>
            <a:spLocks noGrp="1"/>
          </p:cNvSpPr>
          <p:nvPr>
            <p:ph type="body" sz="quarter" idx="21" hasCustomPrompt="1"/>
          </p:nvPr>
        </p:nvSpPr>
        <p:spPr>
          <a:xfrm>
            <a:off x="4960165" y="3156925"/>
            <a:ext cx="373835" cy="927100"/>
          </a:xfrm>
          <a:prstGeom prst="rect">
            <a:avLst/>
          </a:prstGeom>
        </p:spPr>
        <p:txBody>
          <a:bodyPr/>
          <a:lstStyle>
            <a:lvl1pPr marL="0" indent="0">
              <a:buNone/>
              <a:defRPr b="1">
                <a:latin typeface="+mj-lt"/>
              </a:defRPr>
            </a:lvl1pPr>
          </a:lstStyle>
          <a:p>
            <a:pPr lvl="0"/>
            <a:r>
              <a:rPr lang="en-US" altLang="zh-CN"/>
              <a:t>02</a:t>
            </a:r>
            <a:endParaRPr lang="zh-CN" altLang="en-US"/>
          </a:p>
        </p:txBody>
      </p:sp>
      <p:sp>
        <p:nvSpPr>
          <p:cNvPr id="40" name="Text Placeholder 31">
            <a:extLst>
              <a:ext uri="{FF2B5EF4-FFF2-40B4-BE49-F238E27FC236}">
                <a16:creationId xmlns:a16="http://schemas.microsoft.com/office/drawing/2014/main" id="{743383F4-76CB-515E-5F19-CEAB4FBE6612}"/>
              </a:ext>
            </a:extLst>
          </p:cNvPr>
          <p:cNvSpPr>
            <a:spLocks noGrp="1"/>
          </p:cNvSpPr>
          <p:nvPr>
            <p:ph type="body" sz="quarter" idx="20"/>
          </p:nvPr>
        </p:nvSpPr>
        <p:spPr>
          <a:xfrm>
            <a:off x="5383983" y="3156924"/>
            <a:ext cx="2693217" cy="927100"/>
          </a:xfrm>
          <a:prstGeom prst="rect">
            <a:avLst/>
          </a:prstGeom>
        </p:spPr>
        <p:txBody>
          <a:bodyPr/>
          <a:lstStyle>
            <a:lvl1pPr marL="0" indent="0">
              <a:buNone/>
              <a:defRPr b="1">
                <a:latin typeface="+mj-lt"/>
              </a:defRPr>
            </a:lvl1pPr>
          </a:lstStyle>
          <a:p>
            <a:pPr lvl="0"/>
            <a:r>
              <a:rPr lang="en-US"/>
              <a:t>Click to edit Master text styles</a:t>
            </a:r>
          </a:p>
        </p:txBody>
      </p:sp>
      <p:sp>
        <p:nvSpPr>
          <p:cNvPr id="43" name="Text Placeholder 31">
            <a:extLst>
              <a:ext uri="{FF2B5EF4-FFF2-40B4-BE49-F238E27FC236}">
                <a16:creationId xmlns:a16="http://schemas.microsoft.com/office/drawing/2014/main" id="{9450BF16-B771-DE2A-3166-A829A9F04535}"/>
              </a:ext>
            </a:extLst>
          </p:cNvPr>
          <p:cNvSpPr>
            <a:spLocks noGrp="1"/>
          </p:cNvSpPr>
          <p:nvPr>
            <p:ph type="body" sz="quarter" idx="23" hasCustomPrompt="1"/>
          </p:nvPr>
        </p:nvSpPr>
        <p:spPr>
          <a:xfrm>
            <a:off x="4960165" y="4223484"/>
            <a:ext cx="373835" cy="927100"/>
          </a:xfrm>
          <a:prstGeom prst="rect">
            <a:avLst/>
          </a:prstGeom>
        </p:spPr>
        <p:txBody>
          <a:bodyPr/>
          <a:lstStyle>
            <a:lvl1pPr marL="0" indent="0">
              <a:buNone/>
              <a:defRPr b="1">
                <a:latin typeface="+mj-lt"/>
              </a:defRPr>
            </a:lvl1pPr>
          </a:lstStyle>
          <a:p>
            <a:pPr lvl="0"/>
            <a:r>
              <a:rPr lang="en-US" altLang="zh-CN"/>
              <a:t>03</a:t>
            </a:r>
            <a:endParaRPr lang="zh-CN" altLang="en-US"/>
          </a:p>
        </p:txBody>
      </p:sp>
      <p:sp>
        <p:nvSpPr>
          <p:cNvPr id="42" name="Text Placeholder 31">
            <a:extLst>
              <a:ext uri="{FF2B5EF4-FFF2-40B4-BE49-F238E27FC236}">
                <a16:creationId xmlns:a16="http://schemas.microsoft.com/office/drawing/2014/main" id="{929A263F-5BBB-02F3-E7F5-8E5341C5F917}"/>
              </a:ext>
            </a:extLst>
          </p:cNvPr>
          <p:cNvSpPr>
            <a:spLocks noGrp="1"/>
          </p:cNvSpPr>
          <p:nvPr>
            <p:ph type="body" sz="quarter" idx="22"/>
          </p:nvPr>
        </p:nvSpPr>
        <p:spPr>
          <a:xfrm>
            <a:off x="5383983" y="4223483"/>
            <a:ext cx="2693217" cy="927100"/>
          </a:xfrm>
          <a:prstGeom prst="rect">
            <a:avLst/>
          </a:prstGeom>
        </p:spPr>
        <p:txBody>
          <a:bodyPr/>
          <a:lstStyle>
            <a:lvl1pPr marL="0" indent="0">
              <a:buNone/>
              <a:defRPr b="1">
                <a:latin typeface="+mj-lt"/>
              </a:defRPr>
            </a:lvl1pPr>
          </a:lstStyle>
          <a:p>
            <a:pPr lvl="0"/>
            <a:r>
              <a:rPr lang="en-US"/>
              <a:t>Click to edit Master text styles</a:t>
            </a:r>
          </a:p>
        </p:txBody>
      </p:sp>
      <p:sp>
        <p:nvSpPr>
          <p:cNvPr id="47" name="Text Placeholder 31">
            <a:extLst>
              <a:ext uri="{FF2B5EF4-FFF2-40B4-BE49-F238E27FC236}">
                <a16:creationId xmlns:a16="http://schemas.microsoft.com/office/drawing/2014/main" id="{353D6AB3-9721-494D-7B10-3A2133411479}"/>
              </a:ext>
            </a:extLst>
          </p:cNvPr>
          <p:cNvSpPr>
            <a:spLocks noGrp="1"/>
          </p:cNvSpPr>
          <p:nvPr>
            <p:ph type="body" sz="quarter" idx="25" hasCustomPrompt="1"/>
          </p:nvPr>
        </p:nvSpPr>
        <p:spPr>
          <a:xfrm>
            <a:off x="4960165" y="5286341"/>
            <a:ext cx="373835" cy="927100"/>
          </a:xfrm>
          <a:prstGeom prst="rect">
            <a:avLst/>
          </a:prstGeom>
        </p:spPr>
        <p:txBody>
          <a:bodyPr/>
          <a:lstStyle>
            <a:lvl1pPr marL="0" indent="0">
              <a:buNone/>
              <a:defRPr b="1">
                <a:latin typeface="+mj-lt"/>
              </a:defRPr>
            </a:lvl1pPr>
          </a:lstStyle>
          <a:p>
            <a:pPr lvl="0"/>
            <a:r>
              <a:rPr lang="en-US" altLang="zh-CN"/>
              <a:t>04</a:t>
            </a:r>
            <a:endParaRPr lang="zh-CN" altLang="en-US"/>
          </a:p>
        </p:txBody>
      </p:sp>
      <p:sp>
        <p:nvSpPr>
          <p:cNvPr id="46" name="Text Placeholder 31">
            <a:extLst>
              <a:ext uri="{FF2B5EF4-FFF2-40B4-BE49-F238E27FC236}">
                <a16:creationId xmlns:a16="http://schemas.microsoft.com/office/drawing/2014/main" id="{39663CA6-B6B3-52D5-500D-DC9A4FFC78BB}"/>
              </a:ext>
            </a:extLst>
          </p:cNvPr>
          <p:cNvSpPr>
            <a:spLocks noGrp="1"/>
          </p:cNvSpPr>
          <p:nvPr>
            <p:ph type="body" sz="quarter" idx="24"/>
          </p:nvPr>
        </p:nvSpPr>
        <p:spPr>
          <a:xfrm>
            <a:off x="5383983" y="5286340"/>
            <a:ext cx="2693217" cy="927100"/>
          </a:xfrm>
          <a:prstGeom prst="rect">
            <a:avLst/>
          </a:prstGeom>
        </p:spPr>
        <p:txBody>
          <a:bodyPr/>
          <a:lstStyle>
            <a:lvl1pPr marL="0" indent="0">
              <a:buNone/>
              <a:defRPr b="1">
                <a:latin typeface="+mj-lt"/>
              </a:defRPr>
            </a:lvl1pPr>
          </a:lstStyle>
          <a:p>
            <a:pPr lvl="0"/>
            <a:r>
              <a:rPr lang="en-US"/>
              <a:t>Click to edit Master text styles</a:t>
            </a:r>
          </a:p>
        </p:txBody>
      </p:sp>
      <p:sp>
        <p:nvSpPr>
          <p:cNvPr id="49" name="Text Placeholder 31">
            <a:extLst>
              <a:ext uri="{FF2B5EF4-FFF2-40B4-BE49-F238E27FC236}">
                <a16:creationId xmlns:a16="http://schemas.microsoft.com/office/drawing/2014/main" id="{7DE93FA1-D65F-0D07-E2D1-7947FC057A9D}"/>
              </a:ext>
            </a:extLst>
          </p:cNvPr>
          <p:cNvSpPr>
            <a:spLocks noGrp="1"/>
          </p:cNvSpPr>
          <p:nvPr>
            <p:ph type="body" sz="quarter" idx="27" hasCustomPrompt="1"/>
          </p:nvPr>
        </p:nvSpPr>
        <p:spPr>
          <a:xfrm>
            <a:off x="8568815" y="2090366"/>
            <a:ext cx="373835" cy="927100"/>
          </a:xfrm>
          <a:prstGeom prst="rect">
            <a:avLst/>
          </a:prstGeom>
        </p:spPr>
        <p:txBody>
          <a:bodyPr/>
          <a:lstStyle>
            <a:lvl1pPr marL="0" indent="0">
              <a:buNone/>
              <a:defRPr b="1">
                <a:latin typeface="+mj-lt"/>
              </a:defRPr>
            </a:lvl1pPr>
          </a:lstStyle>
          <a:p>
            <a:pPr lvl="0"/>
            <a:r>
              <a:rPr lang="en-US" altLang="zh-CN"/>
              <a:t>05</a:t>
            </a:r>
            <a:endParaRPr lang="zh-CN" altLang="en-US"/>
          </a:p>
        </p:txBody>
      </p:sp>
      <p:sp>
        <p:nvSpPr>
          <p:cNvPr id="48" name="Text Placeholder 31">
            <a:extLst>
              <a:ext uri="{FF2B5EF4-FFF2-40B4-BE49-F238E27FC236}">
                <a16:creationId xmlns:a16="http://schemas.microsoft.com/office/drawing/2014/main" id="{F8BE6A83-0A68-659D-7198-FAA093242E86}"/>
              </a:ext>
            </a:extLst>
          </p:cNvPr>
          <p:cNvSpPr>
            <a:spLocks noGrp="1"/>
          </p:cNvSpPr>
          <p:nvPr>
            <p:ph type="body" sz="quarter" idx="26"/>
          </p:nvPr>
        </p:nvSpPr>
        <p:spPr>
          <a:xfrm>
            <a:off x="8992633" y="2090365"/>
            <a:ext cx="2693217" cy="927100"/>
          </a:xfrm>
          <a:prstGeom prst="rect">
            <a:avLst/>
          </a:prstGeom>
        </p:spPr>
        <p:txBody>
          <a:bodyPr/>
          <a:lstStyle>
            <a:lvl1pPr marL="0" indent="0">
              <a:buNone/>
              <a:defRPr b="1">
                <a:latin typeface="+mj-lt"/>
              </a:defRPr>
            </a:lvl1pPr>
          </a:lstStyle>
          <a:p>
            <a:pPr lvl="0"/>
            <a:r>
              <a:rPr lang="en-US"/>
              <a:t>Click to edit Master text styles</a:t>
            </a:r>
          </a:p>
        </p:txBody>
      </p:sp>
      <p:sp>
        <p:nvSpPr>
          <p:cNvPr id="51" name="Text Placeholder 31">
            <a:extLst>
              <a:ext uri="{FF2B5EF4-FFF2-40B4-BE49-F238E27FC236}">
                <a16:creationId xmlns:a16="http://schemas.microsoft.com/office/drawing/2014/main" id="{39254CDD-A36B-00EE-565C-1E798195EF81}"/>
              </a:ext>
            </a:extLst>
          </p:cNvPr>
          <p:cNvSpPr>
            <a:spLocks noGrp="1"/>
          </p:cNvSpPr>
          <p:nvPr>
            <p:ph type="body" sz="quarter" idx="29" hasCustomPrompt="1"/>
          </p:nvPr>
        </p:nvSpPr>
        <p:spPr>
          <a:xfrm>
            <a:off x="8568815" y="3156925"/>
            <a:ext cx="373835" cy="927100"/>
          </a:xfrm>
          <a:prstGeom prst="rect">
            <a:avLst/>
          </a:prstGeom>
        </p:spPr>
        <p:txBody>
          <a:bodyPr/>
          <a:lstStyle>
            <a:lvl1pPr marL="0" indent="0">
              <a:buNone/>
              <a:defRPr b="1">
                <a:latin typeface="+mj-lt"/>
              </a:defRPr>
            </a:lvl1pPr>
          </a:lstStyle>
          <a:p>
            <a:pPr lvl="0"/>
            <a:r>
              <a:rPr lang="en-US" altLang="zh-CN"/>
              <a:t>06</a:t>
            </a:r>
            <a:endParaRPr lang="zh-CN" altLang="en-US"/>
          </a:p>
        </p:txBody>
      </p:sp>
      <p:sp>
        <p:nvSpPr>
          <p:cNvPr id="50" name="Text Placeholder 31">
            <a:extLst>
              <a:ext uri="{FF2B5EF4-FFF2-40B4-BE49-F238E27FC236}">
                <a16:creationId xmlns:a16="http://schemas.microsoft.com/office/drawing/2014/main" id="{6EF46F87-B099-5D0E-1157-89F5B9E2E727}"/>
              </a:ext>
            </a:extLst>
          </p:cNvPr>
          <p:cNvSpPr>
            <a:spLocks noGrp="1"/>
          </p:cNvSpPr>
          <p:nvPr>
            <p:ph type="body" sz="quarter" idx="28"/>
          </p:nvPr>
        </p:nvSpPr>
        <p:spPr>
          <a:xfrm>
            <a:off x="8992633" y="3156924"/>
            <a:ext cx="2693217" cy="927100"/>
          </a:xfrm>
          <a:prstGeom prst="rect">
            <a:avLst/>
          </a:prstGeom>
        </p:spPr>
        <p:txBody>
          <a:bodyPr/>
          <a:lstStyle>
            <a:lvl1pPr marL="0" indent="0">
              <a:buNone/>
              <a:defRPr b="1">
                <a:latin typeface="+mj-lt"/>
              </a:defRPr>
            </a:lvl1pPr>
          </a:lstStyle>
          <a:p>
            <a:pPr lvl="0"/>
            <a:r>
              <a:rPr lang="en-US"/>
              <a:t>Click to edit Master text styles</a:t>
            </a:r>
          </a:p>
        </p:txBody>
      </p:sp>
      <p:sp>
        <p:nvSpPr>
          <p:cNvPr id="53" name="Text Placeholder 31">
            <a:extLst>
              <a:ext uri="{FF2B5EF4-FFF2-40B4-BE49-F238E27FC236}">
                <a16:creationId xmlns:a16="http://schemas.microsoft.com/office/drawing/2014/main" id="{6AE05A6C-4664-CBD3-1CA4-6E8DE994AEBB}"/>
              </a:ext>
            </a:extLst>
          </p:cNvPr>
          <p:cNvSpPr>
            <a:spLocks noGrp="1"/>
          </p:cNvSpPr>
          <p:nvPr>
            <p:ph type="body" sz="quarter" idx="31" hasCustomPrompt="1"/>
          </p:nvPr>
        </p:nvSpPr>
        <p:spPr>
          <a:xfrm>
            <a:off x="8568815" y="4223484"/>
            <a:ext cx="373835" cy="927100"/>
          </a:xfrm>
          <a:prstGeom prst="rect">
            <a:avLst/>
          </a:prstGeom>
        </p:spPr>
        <p:txBody>
          <a:bodyPr/>
          <a:lstStyle>
            <a:lvl1pPr marL="0" indent="0">
              <a:buNone/>
              <a:defRPr b="1">
                <a:latin typeface="+mj-lt"/>
              </a:defRPr>
            </a:lvl1pPr>
          </a:lstStyle>
          <a:p>
            <a:pPr lvl="0"/>
            <a:r>
              <a:rPr lang="en-US" altLang="zh-CN"/>
              <a:t>07</a:t>
            </a:r>
            <a:endParaRPr lang="zh-CN" altLang="en-US"/>
          </a:p>
        </p:txBody>
      </p:sp>
      <p:sp>
        <p:nvSpPr>
          <p:cNvPr id="52" name="Text Placeholder 31">
            <a:extLst>
              <a:ext uri="{FF2B5EF4-FFF2-40B4-BE49-F238E27FC236}">
                <a16:creationId xmlns:a16="http://schemas.microsoft.com/office/drawing/2014/main" id="{1F752960-111B-A2A5-D0AE-30A754086C08}"/>
              </a:ext>
            </a:extLst>
          </p:cNvPr>
          <p:cNvSpPr>
            <a:spLocks noGrp="1"/>
          </p:cNvSpPr>
          <p:nvPr>
            <p:ph type="body" sz="quarter" idx="30"/>
          </p:nvPr>
        </p:nvSpPr>
        <p:spPr>
          <a:xfrm>
            <a:off x="8992633" y="4223483"/>
            <a:ext cx="2693217" cy="927100"/>
          </a:xfrm>
          <a:prstGeom prst="rect">
            <a:avLst/>
          </a:prstGeom>
        </p:spPr>
        <p:txBody>
          <a:bodyPr/>
          <a:lstStyle>
            <a:lvl1pPr marL="0" indent="0">
              <a:buNone/>
              <a:defRPr b="1">
                <a:latin typeface="+mj-lt"/>
              </a:defRPr>
            </a:lvl1pPr>
          </a:lstStyle>
          <a:p>
            <a:pPr lvl="0"/>
            <a:r>
              <a:rPr lang="en-US"/>
              <a:t>Click to edit Master text styles</a:t>
            </a:r>
          </a:p>
        </p:txBody>
      </p:sp>
      <p:sp>
        <p:nvSpPr>
          <p:cNvPr id="6" name="Date Placeholder 5">
            <a:extLst>
              <a:ext uri="{FF2B5EF4-FFF2-40B4-BE49-F238E27FC236}">
                <a16:creationId xmlns:a16="http://schemas.microsoft.com/office/drawing/2014/main" id="{D498B023-288E-5EC9-1940-4036A38EE817}"/>
              </a:ext>
            </a:extLst>
          </p:cNvPr>
          <p:cNvSpPr>
            <a:spLocks noGrp="1"/>
          </p:cNvSpPr>
          <p:nvPr>
            <p:ph type="dt" sz="half" idx="14"/>
          </p:nvPr>
        </p:nvSpPr>
        <p:spPr>
          <a:xfrm>
            <a:off x="657225" y="6400800"/>
            <a:ext cx="2743200" cy="266700"/>
          </a:xfrm>
          <a:prstGeom prst="rect">
            <a:avLst/>
          </a:prstGeom>
        </p:spPr>
        <p:txBody>
          <a:bodyPr/>
          <a:lstStyle/>
          <a:p>
            <a:r>
              <a:rPr lang="en-US"/>
              <a:t>00/00/00</a:t>
            </a:r>
            <a:endParaRPr lang="en-US" dirty="0"/>
          </a:p>
        </p:txBody>
      </p:sp>
      <p:sp>
        <p:nvSpPr>
          <p:cNvPr id="11" name="Footer Placeholder 10">
            <a:extLst>
              <a:ext uri="{FF2B5EF4-FFF2-40B4-BE49-F238E27FC236}">
                <a16:creationId xmlns:a16="http://schemas.microsoft.com/office/drawing/2014/main" id="{7C0F29BF-C8A7-F7F6-BD42-795E1AC69409}"/>
              </a:ext>
            </a:extLst>
          </p:cNvPr>
          <p:cNvSpPr>
            <a:spLocks noGrp="1"/>
          </p:cNvSpPr>
          <p:nvPr>
            <p:ph type="ftr" sz="quarter" idx="15"/>
          </p:nvPr>
        </p:nvSpPr>
        <p:spPr>
          <a:xfrm>
            <a:off x="3800475" y="6400800"/>
            <a:ext cx="3657600" cy="266700"/>
          </a:xfrm>
        </p:spPr>
        <p:txBody>
          <a:bodyPr/>
          <a:lstStyle/>
          <a:p>
            <a:endParaRPr lang="en-US" dirty="0"/>
          </a:p>
        </p:txBody>
      </p:sp>
      <p:sp>
        <p:nvSpPr>
          <p:cNvPr id="12" name="Slide Number Placeholder 11">
            <a:extLst>
              <a:ext uri="{FF2B5EF4-FFF2-40B4-BE49-F238E27FC236}">
                <a16:creationId xmlns:a16="http://schemas.microsoft.com/office/drawing/2014/main" id="{7A477470-5251-95E3-E518-826E94FB61D2}"/>
              </a:ext>
            </a:extLst>
          </p:cNvPr>
          <p:cNvSpPr>
            <a:spLocks noGrp="1"/>
          </p:cNvSpPr>
          <p:nvPr>
            <p:ph type="sldNum" sz="half" idx="16"/>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969544642"/>
      </p:ext>
    </p:extLst>
  </p:cSld>
  <p:clrMapOvr>
    <a:masterClrMapping/>
  </p:clrMapOvr>
  <p:hf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9" name="Freeform: Shape 7">
            <a:extLst>
              <a:ext uri="{FF2B5EF4-FFF2-40B4-BE49-F238E27FC236}">
                <a16:creationId xmlns:a16="http://schemas.microsoft.com/office/drawing/2014/main" id="{4314709B-2DE9-50FE-2702-8B4AD718F14A}"/>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8" name="Freeform: Shape 6">
            <a:extLst>
              <a:ext uri="{FF2B5EF4-FFF2-40B4-BE49-F238E27FC236}">
                <a16:creationId xmlns:a16="http://schemas.microsoft.com/office/drawing/2014/main" id="{E409E9F1-7770-9BE6-3E1C-E34FEE7D6EF3}"/>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0" name="Freeform: Shape">
            <a:extLst>
              <a:ext uri="{FF2B5EF4-FFF2-40B4-BE49-F238E27FC236}">
                <a16:creationId xmlns:a16="http://schemas.microsoft.com/office/drawing/2014/main" id="{9F2862DB-BD0A-E377-E37E-2DEE6B3F658A}"/>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1" y="831919"/>
            <a:ext cx="10504000" cy="528186"/>
          </a:xfrm>
          <a:prstGeom prst="rect">
            <a:avLst/>
          </a:prstGeo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44000" y="1474839"/>
            <a:ext cx="10504000" cy="455124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0889A5-5B0A-74F0-1069-745E92BBF2A5}"/>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11" name="Footer Placeholder 10">
            <a:extLst>
              <a:ext uri="{FF2B5EF4-FFF2-40B4-BE49-F238E27FC236}">
                <a16:creationId xmlns:a16="http://schemas.microsoft.com/office/drawing/2014/main" id="{342CC3D4-39E1-BC5B-6398-3215A3688BA9}"/>
              </a:ext>
            </a:extLst>
          </p:cNvPr>
          <p:cNvSpPr>
            <a:spLocks noGrp="1"/>
          </p:cNvSpPr>
          <p:nvPr>
            <p:ph type="ftr" sz="quarter" idx="11"/>
          </p:nvPr>
        </p:nvSpPr>
        <p:spPr>
          <a:xfrm>
            <a:off x="3800475" y="6400800"/>
            <a:ext cx="3657600" cy="266700"/>
          </a:xfrm>
        </p:spPr>
        <p:txBody>
          <a:bodyPr/>
          <a:lstStyle/>
          <a:p>
            <a:endParaRPr lang="en-US" dirty="0"/>
          </a:p>
        </p:txBody>
      </p:sp>
      <p:sp>
        <p:nvSpPr>
          <p:cNvPr id="12" name="Slide Number Placeholder 11">
            <a:extLst>
              <a:ext uri="{FF2B5EF4-FFF2-40B4-BE49-F238E27FC236}">
                <a16:creationId xmlns:a16="http://schemas.microsoft.com/office/drawing/2014/main" id="{7E866820-403A-97DB-39BA-2627EE8B1670}"/>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994048383"/>
      </p:ext>
    </p:extLst>
  </p:cSld>
  <p:clrMapOvr>
    <a:masterClrMapping/>
  </p:clrMapOvr>
  <p:hf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a:prstGeom prst="rect">
            <a:avLst/>
          </a:prstGeom>
        </p:spPr>
        <p:txBody>
          <a:bodyPr anchor="ct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6BD00E-0347-A237-F879-E98C21FC2626}"/>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8" name="Footer Placeholder 7">
            <a:extLst>
              <a:ext uri="{FF2B5EF4-FFF2-40B4-BE49-F238E27FC236}">
                <a16:creationId xmlns:a16="http://schemas.microsoft.com/office/drawing/2014/main" id="{A336D96B-DDC7-88FE-3748-7FAE59C89341}"/>
              </a:ext>
            </a:extLst>
          </p:cNvPr>
          <p:cNvSpPr>
            <a:spLocks noGrp="1"/>
          </p:cNvSpPr>
          <p:nvPr>
            <p:ph type="ftr" sz="quarter" idx="11"/>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FF46980A-22A9-EE82-E5F4-C5F254A9DB86}"/>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726510561"/>
      </p:ext>
    </p:extLst>
  </p:cSld>
  <p:clrMapOvr>
    <a:masterClrMapping/>
  </p:clrMapOvr>
  <p:hf hdr="0" ftr="0" dt="0"/>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Title and Content 1">
    <p:spTree>
      <p:nvGrpSpPr>
        <p:cNvPr id="1" name=""/>
        <p:cNvGrpSpPr/>
        <p:nvPr/>
      </p:nvGrpSpPr>
      <p:grpSpPr>
        <a:xfrm>
          <a:off x="0" y="0"/>
          <a:ext cx="0" cy="0"/>
          <a:chOff x="0" y="0"/>
          <a:chExt cx="0" cy="0"/>
        </a:xfrm>
      </p:grpSpPr>
      <p:sp>
        <p:nvSpPr>
          <p:cNvPr id="10" name="Freeform: Shape 2">
            <a:extLst>
              <a:ext uri="{FF2B5EF4-FFF2-40B4-BE49-F238E27FC236}">
                <a16:creationId xmlns:a16="http://schemas.microsoft.com/office/drawing/2014/main" id="{4C76448A-8DA9-FA9B-1755-98D0447D8DC1}"/>
              </a:ext>
              <a:ext uri="{C183D7F6-B498-43B3-948B-1728B52AA6E4}">
                <adec:decorative xmlns:adec="http://schemas.microsoft.com/office/drawing/2017/decorative" val="1"/>
              </a:ext>
            </a:extLst>
          </p:cNvPr>
          <p:cNvSpPr/>
          <p:nvPr/>
        </p:nvSpPr>
        <p:spPr>
          <a:xfrm rot="5400000">
            <a:off x="10171818" y="673395"/>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80F81ED3-7B52-CF83-878A-E1327A7ABF28}"/>
              </a:ext>
              <a:ext uri="{C183D7F6-B498-43B3-948B-1728B52AA6E4}">
                <adec:decorative xmlns:adec="http://schemas.microsoft.com/office/drawing/2017/decorative" val="1"/>
              </a:ext>
            </a:extLst>
          </p:cNvPr>
          <p:cNvSpPr/>
          <p:nvPr/>
        </p:nvSpPr>
        <p:spPr>
          <a:xfrm rot="5400000">
            <a:off x="10845212" y="1"/>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5" name="Freeform: Shape 23">
            <a:extLst>
              <a:ext uri="{FF2B5EF4-FFF2-40B4-BE49-F238E27FC236}">
                <a16:creationId xmlns:a16="http://schemas.microsoft.com/office/drawing/2014/main" id="{5EF3862D-2654-F772-B0A9-E35078772755}"/>
              </a:ext>
              <a:ext uri="{C183D7F6-B498-43B3-948B-1728B52AA6E4}">
                <adec:decorative xmlns:adec="http://schemas.microsoft.com/office/drawing/2017/decorative" val="1"/>
              </a:ext>
            </a:extLst>
          </p:cNvPr>
          <p:cNvSpPr/>
          <p:nvPr/>
        </p:nvSpPr>
        <p:spPr>
          <a:xfrm rot="5400000">
            <a:off x="9498424" y="1"/>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6" name="Freeform: Shape 24">
            <a:extLst>
              <a:ext uri="{FF2B5EF4-FFF2-40B4-BE49-F238E27FC236}">
                <a16:creationId xmlns:a16="http://schemas.microsoft.com/office/drawing/2014/main" id="{8AAA57E6-B70E-6432-E937-1F43F631BA17}"/>
              </a:ext>
              <a:ext uri="{C183D7F6-B498-43B3-948B-1728B52AA6E4}">
                <adec:decorative xmlns:adec="http://schemas.microsoft.com/office/drawing/2017/decorative" val="1"/>
              </a:ext>
            </a:extLst>
          </p:cNvPr>
          <p:cNvSpPr/>
          <p:nvPr/>
        </p:nvSpPr>
        <p:spPr>
          <a:xfrm rot="5400000">
            <a:off x="11518606" y="1"/>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7" name="TextBox 14">
            <a:extLst>
              <a:ext uri="{FF2B5EF4-FFF2-40B4-BE49-F238E27FC236}">
                <a16:creationId xmlns:a16="http://schemas.microsoft.com/office/drawing/2014/main" id="{0AB789D6-45AD-0337-D46C-D4235508F8A7}"/>
              </a:ext>
              <a:ext uri="{C183D7F6-B498-43B3-948B-1728B52AA6E4}">
                <adec:decorative xmlns:adec="http://schemas.microsoft.com/office/drawing/2017/decorative" val="1"/>
              </a:ext>
            </a:extLst>
          </p:cNvPr>
          <p:cNvSpPr txBox="1"/>
          <p:nvPr/>
        </p:nvSpPr>
        <p:spPr>
          <a:xfrm>
            <a:off x="10087776" y="2201077"/>
            <a:ext cx="757436" cy="757436"/>
          </a:xfrm>
          <a:prstGeom prst="rect">
            <a:avLst/>
          </a:prstGeom>
          <a:solidFill>
            <a:schemeClr val="accent4"/>
          </a:solidFill>
        </p:spPr>
        <p:txBody>
          <a:bodyPr lIns="33867" tIns="33867" rIns="33867" bIns="33867" rtlCol="0" anchor="ctr"/>
          <a:lstStyle/>
          <a:p>
            <a:pPr algn="ctr">
              <a:lnSpc>
                <a:spcPts val="1759"/>
              </a:lnSpc>
            </a:pPr>
            <a:endParaRPr sz="800"/>
          </a:p>
        </p:txBody>
      </p:sp>
      <p:sp>
        <p:nvSpPr>
          <p:cNvPr id="18" name="Freeform: Shape 16">
            <a:extLst>
              <a:ext uri="{FF2B5EF4-FFF2-40B4-BE49-F238E27FC236}">
                <a16:creationId xmlns:a16="http://schemas.microsoft.com/office/drawing/2014/main" id="{7F634E0C-3675-54AA-7D4F-2ABE8D559793}"/>
              </a:ext>
              <a:ext uri="{C183D7F6-B498-43B3-948B-1728B52AA6E4}">
                <adec:decorative xmlns:adec="http://schemas.microsoft.com/office/drawing/2017/decorative" val="1"/>
              </a:ext>
            </a:extLst>
          </p:cNvPr>
          <p:cNvSpPr/>
          <p:nvPr/>
        </p:nvSpPr>
        <p:spPr>
          <a:xfrm>
            <a:off x="10841576" y="1346789"/>
            <a:ext cx="755031" cy="854288"/>
          </a:xfrm>
          <a:custGeom>
            <a:avLst/>
            <a:gdLst>
              <a:gd name="connsiteX0" fmla="*/ 0 w 457200"/>
              <a:gd name="connsiteY0" fmla="*/ 0 h 517303"/>
              <a:gd name="connsiteX1" fmla="*/ 451141 w 457200"/>
              <a:gd name="connsiteY1" fmla="*/ 0 h 517303"/>
              <a:gd name="connsiteX2" fmla="*/ 457200 w 457200"/>
              <a:gd name="connsiteY2" fmla="*/ 60103 h 517303"/>
              <a:gd name="connsiteX3" fmla="*/ 0 w 457200"/>
              <a:gd name="connsiteY3" fmla="*/ 517303 h 517303"/>
            </a:gdLst>
            <a:ahLst/>
            <a:cxnLst>
              <a:cxn ang="0">
                <a:pos x="connsiteX0" y="connsiteY0"/>
              </a:cxn>
              <a:cxn ang="0">
                <a:pos x="connsiteX1" y="connsiteY1"/>
              </a:cxn>
              <a:cxn ang="0">
                <a:pos x="connsiteX2" y="connsiteY2"/>
              </a:cxn>
              <a:cxn ang="0">
                <a:pos x="connsiteX3" y="connsiteY3"/>
              </a:cxn>
            </a:cxnLst>
            <a:rect l="l" t="t" r="r" b="b"/>
            <a:pathLst>
              <a:path w="457200" h="517303">
                <a:moveTo>
                  <a:pt x="0" y="0"/>
                </a:moveTo>
                <a:lnTo>
                  <a:pt x="451141" y="0"/>
                </a:lnTo>
                <a:lnTo>
                  <a:pt x="457200" y="60103"/>
                </a:lnTo>
                <a:cubicBezTo>
                  <a:pt x="457200" y="312608"/>
                  <a:pt x="252505" y="517303"/>
                  <a:pt x="0" y="51730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Freeform: Shape 2">
            <a:extLst>
              <a:ext uri="{FF2B5EF4-FFF2-40B4-BE49-F238E27FC236}">
                <a16:creationId xmlns:a16="http://schemas.microsoft.com/office/drawing/2014/main" id="{A2A3B027-376E-B297-A66B-84EFEE797C22}"/>
              </a:ext>
              <a:ext uri="{C183D7F6-B498-43B3-948B-1728B52AA6E4}">
                <adec:decorative xmlns:adec="http://schemas.microsoft.com/office/drawing/2017/decorative" val="1"/>
              </a:ext>
            </a:extLst>
          </p:cNvPr>
          <p:cNvSpPr/>
          <p:nvPr/>
        </p:nvSpPr>
        <p:spPr>
          <a:xfrm rot="16200000" flipH="1">
            <a:off x="11518606" y="3631907"/>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20" name="Freeform: Shape 6">
            <a:extLst>
              <a:ext uri="{FF2B5EF4-FFF2-40B4-BE49-F238E27FC236}">
                <a16:creationId xmlns:a16="http://schemas.microsoft.com/office/drawing/2014/main" id="{6ECB706B-E13F-3465-1A99-2AA0F61C8D2A}"/>
              </a:ext>
              <a:ext uri="{C183D7F6-B498-43B3-948B-1728B52AA6E4}">
                <adec:decorative xmlns:adec="http://schemas.microsoft.com/office/drawing/2017/decorative" val="1"/>
              </a:ext>
            </a:extLst>
          </p:cNvPr>
          <p:cNvSpPr/>
          <p:nvPr/>
        </p:nvSpPr>
        <p:spPr>
          <a:xfrm rot="16200000" flipH="1">
            <a:off x="10845212" y="2958513"/>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21" name="Freeform: Shape 23">
            <a:extLst>
              <a:ext uri="{FF2B5EF4-FFF2-40B4-BE49-F238E27FC236}">
                <a16:creationId xmlns:a16="http://schemas.microsoft.com/office/drawing/2014/main" id="{A7F04D89-0C0A-F759-7ED4-4E922EA04131}"/>
              </a:ext>
              <a:ext uri="{C183D7F6-B498-43B3-948B-1728B52AA6E4}">
                <adec:decorative xmlns:adec="http://schemas.microsoft.com/office/drawing/2017/decorative" val="1"/>
              </a:ext>
            </a:extLst>
          </p:cNvPr>
          <p:cNvSpPr/>
          <p:nvPr/>
        </p:nvSpPr>
        <p:spPr>
          <a:xfrm rot="5400000">
            <a:off x="11518606" y="2285119"/>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22" name="Title 1">
            <a:extLst>
              <a:ext uri="{FF2B5EF4-FFF2-40B4-BE49-F238E27FC236}">
                <a16:creationId xmlns:a16="http://schemas.microsoft.com/office/drawing/2014/main" id="{152E34DB-911D-92D7-9E88-5658F1E49901}"/>
              </a:ext>
            </a:extLst>
          </p:cNvPr>
          <p:cNvSpPr>
            <a:spLocks noGrp="1"/>
          </p:cNvSpPr>
          <p:nvPr>
            <p:ph type="title"/>
          </p:nvPr>
        </p:nvSpPr>
        <p:spPr>
          <a:xfrm>
            <a:off x="676475" y="1109587"/>
            <a:ext cx="7322118" cy="2210437"/>
          </a:xfrm>
          <a:prstGeom prst="rect">
            <a:avLst/>
          </a:prstGeom>
        </p:spPr>
        <p:txBody>
          <a:bodyPr>
            <a:normAutofit/>
          </a:bodyPr>
          <a:lstStyle>
            <a:lvl1pPr>
              <a:defRPr sz="3600"/>
            </a:lvl1pPr>
          </a:lstStyle>
          <a:p>
            <a:r>
              <a:rPr lang="en-US"/>
              <a:t>Click to edit Master title style</a:t>
            </a:r>
          </a:p>
        </p:txBody>
      </p:sp>
      <p:sp>
        <p:nvSpPr>
          <p:cNvPr id="5"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76475" y="3493618"/>
            <a:ext cx="7322118" cy="243446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2485DC-46D9-E9B9-F0A9-B8CA73A90B11}"/>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8" name="Footer Placeholder 7">
            <a:extLst>
              <a:ext uri="{FF2B5EF4-FFF2-40B4-BE49-F238E27FC236}">
                <a16:creationId xmlns:a16="http://schemas.microsoft.com/office/drawing/2014/main" id="{585BCC51-D59D-766B-AD59-7E29F36D66ED}"/>
              </a:ext>
            </a:extLst>
          </p:cNvPr>
          <p:cNvSpPr>
            <a:spLocks noGrp="1"/>
          </p:cNvSpPr>
          <p:nvPr>
            <p:ph type="ftr" sz="quarter" idx="11"/>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3A41F75A-64F0-8394-21F3-6155712DEF72}"/>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754562359"/>
      </p:ext>
    </p:extLst>
  </p:cSld>
  <p:clrMapOvr>
    <a:masterClrMapping/>
  </p:clrMapOvr>
  <p:hf hdr="0" ftr="0" dt="0"/>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Title, Content 1">
    <p:spTree>
      <p:nvGrpSpPr>
        <p:cNvPr id="1" name=""/>
        <p:cNvGrpSpPr/>
        <p:nvPr/>
      </p:nvGrpSpPr>
      <p:grpSpPr>
        <a:xfrm>
          <a:off x="0" y="0"/>
          <a:ext cx="0" cy="0"/>
          <a:chOff x="0" y="0"/>
          <a:chExt cx="0" cy="0"/>
        </a:xfrm>
      </p:grpSpPr>
      <p:sp>
        <p:nvSpPr>
          <p:cNvPr id="10" name="Freeform: Shape 2">
            <a:extLst>
              <a:ext uri="{FF2B5EF4-FFF2-40B4-BE49-F238E27FC236}">
                <a16:creationId xmlns:a16="http://schemas.microsoft.com/office/drawing/2014/main" id="{4C76448A-8DA9-FA9B-1755-98D0447D8DC1}"/>
              </a:ext>
              <a:ext uri="{C183D7F6-B498-43B3-948B-1728B52AA6E4}">
                <adec:decorative xmlns:adec="http://schemas.microsoft.com/office/drawing/2017/decorative" val="1"/>
              </a:ext>
            </a:extLst>
          </p:cNvPr>
          <p:cNvSpPr/>
          <p:nvPr/>
        </p:nvSpPr>
        <p:spPr>
          <a:xfrm rot="5400000">
            <a:off x="10171818" y="673395"/>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80F81ED3-7B52-CF83-878A-E1327A7ABF28}"/>
              </a:ext>
              <a:ext uri="{C183D7F6-B498-43B3-948B-1728B52AA6E4}">
                <adec:decorative xmlns:adec="http://schemas.microsoft.com/office/drawing/2017/decorative" val="1"/>
              </a:ext>
            </a:extLst>
          </p:cNvPr>
          <p:cNvSpPr/>
          <p:nvPr/>
        </p:nvSpPr>
        <p:spPr>
          <a:xfrm rot="5400000">
            <a:off x="10845212" y="1"/>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5" name="Freeform: Shape 23">
            <a:extLst>
              <a:ext uri="{FF2B5EF4-FFF2-40B4-BE49-F238E27FC236}">
                <a16:creationId xmlns:a16="http://schemas.microsoft.com/office/drawing/2014/main" id="{5EF3862D-2654-F772-B0A9-E35078772755}"/>
              </a:ext>
              <a:ext uri="{C183D7F6-B498-43B3-948B-1728B52AA6E4}">
                <adec:decorative xmlns:adec="http://schemas.microsoft.com/office/drawing/2017/decorative" val="1"/>
              </a:ext>
            </a:extLst>
          </p:cNvPr>
          <p:cNvSpPr/>
          <p:nvPr/>
        </p:nvSpPr>
        <p:spPr>
          <a:xfrm rot="5400000">
            <a:off x="9498424" y="1"/>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6" name="Freeform: Shape 24">
            <a:extLst>
              <a:ext uri="{FF2B5EF4-FFF2-40B4-BE49-F238E27FC236}">
                <a16:creationId xmlns:a16="http://schemas.microsoft.com/office/drawing/2014/main" id="{8AAA57E6-B70E-6432-E937-1F43F631BA17}"/>
              </a:ext>
              <a:ext uri="{C183D7F6-B498-43B3-948B-1728B52AA6E4}">
                <adec:decorative xmlns:adec="http://schemas.microsoft.com/office/drawing/2017/decorative" val="1"/>
              </a:ext>
            </a:extLst>
          </p:cNvPr>
          <p:cNvSpPr/>
          <p:nvPr/>
        </p:nvSpPr>
        <p:spPr>
          <a:xfrm rot="5400000">
            <a:off x="11518606" y="1"/>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7" name="TextBox 14">
            <a:extLst>
              <a:ext uri="{FF2B5EF4-FFF2-40B4-BE49-F238E27FC236}">
                <a16:creationId xmlns:a16="http://schemas.microsoft.com/office/drawing/2014/main" id="{0AB789D6-45AD-0337-D46C-D4235508F8A7}"/>
              </a:ext>
              <a:ext uri="{C183D7F6-B498-43B3-948B-1728B52AA6E4}">
                <adec:decorative xmlns:adec="http://schemas.microsoft.com/office/drawing/2017/decorative" val="1"/>
              </a:ext>
            </a:extLst>
          </p:cNvPr>
          <p:cNvSpPr txBox="1"/>
          <p:nvPr/>
        </p:nvSpPr>
        <p:spPr>
          <a:xfrm>
            <a:off x="10087776" y="2201077"/>
            <a:ext cx="757436" cy="757436"/>
          </a:xfrm>
          <a:prstGeom prst="rect">
            <a:avLst/>
          </a:prstGeom>
          <a:solidFill>
            <a:schemeClr val="accent4"/>
          </a:solidFill>
        </p:spPr>
        <p:txBody>
          <a:bodyPr lIns="33867" tIns="33867" rIns="33867" bIns="33867" rtlCol="0" anchor="ctr"/>
          <a:lstStyle/>
          <a:p>
            <a:pPr algn="ctr">
              <a:lnSpc>
                <a:spcPts val="1759"/>
              </a:lnSpc>
            </a:pPr>
            <a:endParaRPr sz="800"/>
          </a:p>
        </p:txBody>
      </p:sp>
      <p:sp>
        <p:nvSpPr>
          <p:cNvPr id="18" name="Freeform: Shape 16">
            <a:extLst>
              <a:ext uri="{FF2B5EF4-FFF2-40B4-BE49-F238E27FC236}">
                <a16:creationId xmlns:a16="http://schemas.microsoft.com/office/drawing/2014/main" id="{7F634E0C-3675-54AA-7D4F-2ABE8D559793}"/>
              </a:ext>
              <a:ext uri="{C183D7F6-B498-43B3-948B-1728B52AA6E4}">
                <adec:decorative xmlns:adec="http://schemas.microsoft.com/office/drawing/2017/decorative" val="1"/>
              </a:ext>
            </a:extLst>
          </p:cNvPr>
          <p:cNvSpPr/>
          <p:nvPr/>
        </p:nvSpPr>
        <p:spPr>
          <a:xfrm>
            <a:off x="10841576" y="1346789"/>
            <a:ext cx="755031" cy="854288"/>
          </a:xfrm>
          <a:custGeom>
            <a:avLst/>
            <a:gdLst>
              <a:gd name="connsiteX0" fmla="*/ 0 w 457200"/>
              <a:gd name="connsiteY0" fmla="*/ 0 h 517303"/>
              <a:gd name="connsiteX1" fmla="*/ 451141 w 457200"/>
              <a:gd name="connsiteY1" fmla="*/ 0 h 517303"/>
              <a:gd name="connsiteX2" fmla="*/ 457200 w 457200"/>
              <a:gd name="connsiteY2" fmla="*/ 60103 h 517303"/>
              <a:gd name="connsiteX3" fmla="*/ 0 w 457200"/>
              <a:gd name="connsiteY3" fmla="*/ 517303 h 517303"/>
            </a:gdLst>
            <a:ahLst/>
            <a:cxnLst>
              <a:cxn ang="0">
                <a:pos x="connsiteX0" y="connsiteY0"/>
              </a:cxn>
              <a:cxn ang="0">
                <a:pos x="connsiteX1" y="connsiteY1"/>
              </a:cxn>
              <a:cxn ang="0">
                <a:pos x="connsiteX2" y="connsiteY2"/>
              </a:cxn>
              <a:cxn ang="0">
                <a:pos x="connsiteX3" y="connsiteY3"/>
              </a:cxn>
            </a:cxnLst>
            <a:rect l="l" t="t" r="r" b="b"/>
            <a:pathLst>
              <a:path w="457200" h="517303">
                <a:moveTo>
                  <a:pt x="0" y="0"/>
                </a:moveTo>
                <a:lnTo>
                  <a:pt x="451141" y="0"/>
                </a:lnTo>
                <a:lnTo>
                  <a:pt x="457200" y="60103"/>
                </a:lnTo>
                <a:cubicBezTo>
                  <a:pt x="457200" y="312608"/>
                  <a:pt x="252505" y="517303"/>
                  <a:pt x="0" y="51730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Freeform: Shape 2">
            <a:extLst>
              <a:ext uri="{FF2B5EF4-FFF2-40B4-BE49-F238E27FC236}">
                <a16:creationId xmlns:a16="http://schemas.microsoft.com/office/drawing/2014/main" id="{A2A3B027-376E-B297-A66B-84EFEE797C22}"/>
              </a:ext>
              <a:ext uri="{C183D7F6-B498-43B3-948B-1728B52AA6E4}">
                <adec:decorative xmlns:adec="http://schemas.microsoft.com/office/drawing/2017/decorative" val="1"/>
              </a:ext>
            </a:extLst>
          </p:cNvPr>
          <p:cNvSpPr/>
          <p:nvPr/>
        </p:nvSpPr>
        <p:spPr>
          <a:xfrm rot="16200000" flipH="1">
            <a:off x="11518606" y="3631907"/>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20" name="Freeform: Shape 6">
            <a:extLst>
              <a:ext uri="{FF2B5EF4-FFF2-40B4-BE49-F238E27FC236}">
                <a16:creationId xmlns:a16="http://schemas.microsoft.com/office/drawing/2014/main" id="{6ECB706B-E13F-3465-1A99-2AA0F61C8D2A}"/>
              </a:ext>
              <a:ext uri="{C183D7F6-B498-43B3-948B-1728B52AA6E4}">
                <adec:decorative xmlns:adec="http://schemas.microsoft.com/office/drawing/2017/decorative" val="1"/>
              </a:ext>
            </a:extLst>
          </p:cNvPr>
          <p:cNvSpPr/>
          <p:nvPr/>
        </p:nvSpPr>
        <p:spPr>
          <a:xfrm rot="16200000" flipH="1">
            <a:off x="10845212" y="2958513"/>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21" name="Freeform: Shape 23">
            <a:extLst>
              <a:ext uri="{FF2B5EF4-FFF2-40B4-BE49-F238E27FC236}">
                <a16:creationId xmlns:a16="http://schemas.microsoft.com/office/drawing/2014/main" id="{A7F04D89-0C0A-F759-7ED4-4E922EA04131}"/>
              </a:ext>
              <a:ext uri="{C183D7F6-B498-43B3-948B-1728B52AA6E4}">
                <adec:decorative xmlns:adec="http://schemas.microsoft.com/office/drawing/2017/decorative" val="1"/>
              </a:ext>
            </a:extLst>
          </p:cNvPr>
          <p:cNvSpPr/>
          <p:nvPr/>
        </p:nvSpPr>
        <p:spPr>
          <a:xfrm rot="5400000">
            <a:off x="11518606" y="2285119"/>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22" name="Title 1">
            <a:extLst>
              <a:ext uri="{FF2B5EF4-FFF2-40B4-BE49-F238E27FC236}">
                <a16:creationId xmlns:a16="http://schemas.microsoft.com/office/drawing/2014/main" id="{152E34DB-911D-92D7-9E88-5658F1E49901}"/>
              </a:ext>
            </a:extLst>
          </p:cNvPr>
          <p:cNvSpPr>
            <a:spLocks noGrp="1"/>
          </p:cNvSpPr>
          <p:nvPr>
            <p:ph type="title"/>
          </p:nvPr>
        </p:nvSpPr>
        <p:spPr>
          <a:xfrm>
            <a:off x="676475" y="1109587"/>
            <a:ext cx="7322118" cy="2210437"/>
          </a:xfrm>
          <a:prstGeom prst="rect">
            <a:avLst/>
          </a:prstGeom>
        </p:spPr>
        <p:txBody>
          <a:bodyPr>
            <a:normAutofit/>
          </a:bodyPr>
          <a:lstStyle>
            <a:lvl1pPr>
              <a:defRPr sz="3600"/>
            </a:lvl1pPr>
          </a:lstStyle>
          <a:p>
            <a:r>
              <a:rPr lang="en-US"/>
              <a:t>Click to edit Master title style</a:t>
            </a:r>
          </a:p>
        </p:txBody>
      </p:sp>
      <p:sp>
        <p:nvSpPr>
          <p:cNvPr id="5"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76475" y="3493618"/>
            <a:ext cx="7322118" cy="243446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2485DC-46D9-E9B9-F0A9-B8CA73A90B11}"/>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8" name="Footer Placeholder 7">
            <a:extLst>
              <a:ext uri="{FF2B5EF4-FFF2-40B4-BE49-F238E27FC236}">
                <a16:creationId xmlns:a16="http://schemas.microsoft.com/office/drawing/2014/main" id="{585BCC51-D59D-766B-AD59-7E29F36D66ED}"/>
              </a:ext>
            </a:extLst>
          </p:cNvPr>
          <p:cNvSpPr>
            <a:spLocks noGrp="1"/>
          </p:cNvSpPr>
          <p:nvPr>
            <p:ph type="ftr" sz="quarter" idx="11"/>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3A41F75A-64F0-8394-21F3-6155712DEF72}"/>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388040241"/>
      </p:ext>
    </p:extLst>
  </p:cSld>
  <p:clrMapOvr>
    <a:masterClrMapping/>
  </p:clrMapOvr>
  <p:hf hdr="0" ftr="0" dt="0"/>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12" name="Freeform: Shape">
            <a:extLst>
              <a:ext uri="{FF2B5EF4-FFF2-40B4-BE49-F238E27FC236}">
                <a16:creationId xmlns:a16="http://schemas.microsoft.com/office/drawing/2014/main" id="{080B6DB1-CB90-9090-7F23-46289DCAECBE}"/>
              </a:ext>
              <a:ext uri="{C183D7F6-B498-43B3-948B-1728B52AA6E4}">
                <adec:decorative xmlns:adec="http://schemas.microsoft.com/office/drawing/2017/decorative" val="1"/>
              </a:ext>
            </a:extLst>
          </p:cNvPr>
          <p:cNvSpPr/>
          <p:nvPr/>
        </p:nvSpPr>
        <p:spPr>
          <a:xfrm rot="5400000">
            <a:off x="5098006" y="-5098004"/>
            <a:ext cx="138615" cy="10334624"/>
          </a:xfrm>
          <a:custGeom>
            <a:avLst/>
            <a:gdLst>
              <a:gd name="connsiteX0" fmla="*/ 0 w 138615"/>
              <a:gd name="connsiteY0" fmla="*/ 10334624 h 10334624"/>
              <a:gd name="connsiteX1" fmla="*/ 0 w 138615"/>
              <a:gd name="connsiteY1" fmla="*/ 0 h 10334624"/>
              <a:gd name="connsiteX2" fmla="*/ 138615 w 138615"/>
              <a:gd name="connsiteY2" fmla="*/ 0 h 10334624"/>
              <a:gd name="connsiteX3" fmla="*/ 138615 w 138615"/>
              <a:gd name="connsiteY3" fmla="*/ 10334624 h 10334624"/>
            </a:gdLst>
            <a:ahLst/>
            <a:cxnLst>
              <a:cxn ang="0">
                <a:pos x="connsiteX0" y="connsiteY0"/>
              </a:cxn>
              <a:cxn ang="0">
                <a:pos x="connsiteX1" y="connsiteY1"/>
              </a:cxn>
              <a:cxn ang="0">
                <a:pos x="connsiteX2" y="connsiteY2"/>
              </a:cxn>
              <a:cxn ang="0">
                <a:pos x="connsiteX3" y="connsiteY3"/>
              </a:cxn>
            </a:cxnLst>
            <a:rect l="l" t="t" r="r" b="b"/>
            <a:pathLst>
              <a:path w="138615" h="10334624">
                <a:moveTo>
                  <a:pt x="0" y="10334624"/>
                </a:moveTo>
                <a:lnTo>
                  <a:pt x="0" y="0"/>
                </a:lnTo>
                <a:lnTo>
                  <a:pt x="138615" y="0"/>
                </a:lnTo>
                <a:lnTo>
                  <a:pt x="138615" y="10334624"/>
                </a:lnTo>
                <a:close/>
              </a:path>
            </a:pathLst>
          </a:custGeom>
          <a:solidFill>
            <a:schemeClr val="accent1"/>
          </a:solidFill>
          <a:ln cap="sq">
            <a:noFill/>
            <a:prstDash val="solid"/>
            <a:miter/>
          </a:ln>
        </p:spPr>
        <p:txBody>
          <a:bodyPr wrap="square">
            <a:noAutofit/>
          </a:bodyPr>
          <a:lstStyle/>
          <a:p>
            <a:endParaRPr lang="zh-CN" altLang="en-US" sz="800"/>
          </a:p>
        </p:txBody>
      </p:sp>
      <p:sp>
        <p:nvSpPr>
          <p:cNvPr id="11" name="Freeform: Shape">
            <a:extLst>
              <a:ext uri="{FF2B5EF4-FFF2-40B4-BE49-F238E27FC236}">
                <a16:creationId xmlns:a16="http://schemas.microsoft.com/office/drawing/2014/main" id="{F2360D78-2F39-A359-A9EA-0AC779EF79C3}"/>
              </a:ext>
              <a:ext uri="{C183D7F6-B498-43B3-948B-1728B52AA6E4}">
                <adec:decorative xmlns:adec="http://schemas.microsoft.com/office/drawing/2017/decorative" val="1"/>
              </a:ext>
            </a:extLst>
          </p:cNvPr>
          <p:cNvSpPr/>
          <p:nvPr/>
        </p:nvSpPr>
        <p:spPr>
          <a:xfrm rot="5400000">
            <a:off x="10066903" y="-1986482"/>
            <a:ext cx="138614" cy="4111578"/>
          </a:xfrm>
          <a:custGeom>
            <a:avLst/>
            <a:gdLst>
              <a:gd name="connsiteX0" fmla="*/ 0 w 138614"/>
              <a:gd name="connsiteY0" fmla="*/ 4111578 h 4111578"/>
              <a:gd name="connsiteX1" fmla="*/ 0 w 138614"/>
              <a:gd name="connsiteY1" fmla="*/ 0 h 4111578"/>
              <a:gd name="connsiteX2" fmla="*/ 138614 w 138614"/>
              <a:gd name="connsiteY2" fmla="*/ 0 h 4111578"/>
              <a:gd name="connsiteX3" fmla="*/ 138614 w 138614"/>
              <a:gd name="connsiteY3" fmla="*/ 4111578 h 4111578"/>
            </a:gdLst>
            <a:ahLst/>
            <a:cxnLst>
              <a:cxn ang="0">
                <a:pos x="connsiteX0" y="connsiteY0"/>
              </a:cxn>
              <a:cxn ang="0">
                <a:pos x="connsiteX1" y="connsiteY1"/>
              </a:cxn>
              <a:cxn ang="0">
                <a:pos x="connsiteX2" y="connsiteY2"/>
              </a:cxn>
              <a:cxn ang="0">
                <a:pos x="connsiteX3" y="connsiteY3"/>
              </a:cxn>
            </a:cxnLst>
            <a:rect l="l" t="t" r="r" b="b"/>
            <a:pathLst>
              <a:path w="138614" h="4111578">
                <a:moveTo>
                  <a:pt x="0" y="4111578"/>
                </a:moveTo>
                <a:lnTo>
                  <a:pt x="0" y="0"/>
                </a:lnTo>
                <a:lnTo>
                  <a:pt x="138614" y="0"/>
                </a:lnTo>
                <a:lnTo>
                  <a:pt x="138614" y="4111578"/>
                </a:lnTo>
                <a:close/>
              </a:path>
            </a:pathLst>
          </a:custGeom>
          <a:solidFill>
            <a:schemeClr val="accent3"/>
          </a:solidFill>
          <a:ln cap="sq">
            <a:noFill/>
            <a:prstDash val="solid"/>
            <a:miter/>
          </a:ln>
        </p:spPr>
        <p:txBody>
          <a:bodyPr wrap="square">
            <a:noAutofit/>
          </a:bodyPr>
          <a:lstStyle/>
          <a:p>
            <a:endParaRPr lang="zh-CN" altLang="en-US" sz="80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a:prstGeom prst="rect">
            <a:avLst/>
          </a:prstGeom>
        </p:spPr>
        <p:txBody>
          <a:bodyPr>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a:prstGeom prst="rect">
            <a:avLst/>
          </a:prstGeo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723741D-35DA-D8D2-07F7-924A71C28D93}"/>
              </a:ext>
            </a:extLst>
          </p:cNvPr>
          <p:cNvSpPr>
            <a:spLocks noGrp="1"/>
          </p:cNvSpPr>
          <p:nvPr>
            <p:ph type="dt" sz="half" idx="14"/>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B99AAE5-19EC-C30B-C61E-4C590923693A}"/>
              </a:ext>
            </a:extLst>
          </p:cNvPr>
          <p:cNvSpPr>
            <a:spLocks noGrp="1"/>
          </p:cNvSpPr>
          <p:nvPr>
            <p:ph type="ftr" sz="quarter" idx="15"/>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6B5A3C75-9B19-C652-0880-D0710A24E0B5}"/>
              </a:ext>
            </a:extLst>
          </p:cNvPr>
          <p:cNvSpPr>
            <a:spLocks noGrp="1"/>
          </p:cNvSpPr>
          <p:nvPr>
            <p:ph type="sldNum" sz="half" idx="16"/>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357121020"/>
      </p:ext>
    </p:extLst>
  </p:cSld>
  <p:clrMapOvr>
    <a:masterClrMapping/>
  </p:clrMapOvr>
  <p:hf hdr="0" ftr="0" dt="0"/>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11" name="Freeform: Shape">
            <a:extLst>
              <a:ext uri="{FF2B5EF4-FFF2-40B4-BE49-F238E27FC236}">
                <a16:creationId xmlns:a16="http://schemas.microsoft.com/office/drawing/2014/main" id="{7DA924AD-1C1D-D8F5-5CC3-C69EAF9F1E8F}"/>
              </a:ext>
              <a:ext uri="{C183D7F6-B498-43B3-948B-1728B52AA6E4}">
                <adec:decorative xmlns:adec="http://schemas.microsoft.com/office/drawing/2017/decorative" val="1"/>
              </a:ext>
            </a:extLst>
          </p:cNvPr>
          <p:cNvSpPr/>
          <p:nvPr/>
        </p:nvSpPr>
        <p:spPr>
          <a:xfrm rot="5400000">
            <a:off x="10066903" y="-1986482"/>
            <a:ext cx="138614" cy="4111578"/>
          </a:xfrm>
          <a:custGeom>
            <a:avLst/>
            <a:gdLst>
              <a:gd name="connsiteX0" fmla="*/ 0 w 138614"/>
              <a:gd name="connsiteY0" fmla="*/ 4111578 h 4111578"/>
              <a:gd name="connsiteX1" fmla="*/ 0 w 138614"/>
              <a:gd name="connsiteY1" fmla="*/ 0 h 4111578"/>
              <a:gd name="connsiteX2" fmla="*/ 138614 w 138614"/>
              <a:gd name="connsiteY2" fmla="*/ 0 h 4111578"/>
              <a:gd name="connsiteX3" fmla="*/ 138614 w 138614"/>
              <a:gd name="connsiteY3" fmla="*/ 4111578 h 4111578"/>
            </a:gdLst>
            <a:ahLst/>
            <a:cxnLst>
              <a:cxn ang="0">
                <a:pos x="connsiteX0" y="connsiteY0"/>
              </a:cxn>
              <a:cxn ang="0">
                <a:pos x="connsiteX1" y="connsiteY1"/>
              </a:cxn>
              <a:cxn ang="0">
                <a:pos x="connsiteX2" y="connsiteY2"/>
              </a:cxn>
              <a:cxn ang="0">
                <a:pos x="connsiteX3" y="connsiteY3"/>
              </a:cxn>
            </a:cxnLst>
            <a:rect l="l" t="t" r="r" b="b"/>
            <a:pathLst>
              <a:path w="138614" h="4111578">
                <a:moveTo>
                  <a:pt x="0" y="4111578"/>
                </a:moveTo>
                <a:lnTo>
                  <a:pt x="0" y="0"/>
                </a:lnTo>
                <a:lnTo>
                  <a:pt x="138614" y="0"/>
                </a:lnTo>
                <a:lnTo>
                  <a:pt x="138614" y="4111578"/>
                </a:lnTo>
                <a:close/>
              </a:path>
            </a:pathLst>
          </a:custGeom>
          <a:solidFill>
            <a:schemeClr val="accent3"/>
          </a:solidFill>
          <a:ln cap="sq">
            <a:noFill/>
            <a:prstDash val="solid"/>
            <a:miter/>
          </a:ln>
        </p:spPr>
        <p:txBody>
          <a:bodyPr wrap="square">
            <a:noAutofit/>
          </a:bodyPr>
          <a:lstStyle/>
          <a:p>
            <a:endParaRPr lang="zh-CN" altLang="en-US" sz="800"/>
          </a:p>
        </p:txBody>
      </p:sp>
      <p:sp>
        <p:nvSpPr>
          <p:cNvPr id="12" name="Freeform: Shape">
            <a:extLst>
              <a:ext uri="{FF2B5EF4-FFF2-40B4-BE49-F238E27FC236}">
                <a16:creationId xmlns:a16="http://schemas.microsoft.com/office/drawing/2014/main" id="{58341E08-3F36-8891-D020-872F03A54001}"/>
              </a:ext>
              <a:ext uri="{C183D7F6-B498-43B3-948B-1728B52AA6E4}">
                <adec:decorative xmlns:adec="http://schemas.microsoft.com/office/drawing/2017/decorative" val="1"/>
              </a:ext>
            </a:extLst>
          </p:cNvPr>
          <p:cNvSpPr/>
          <p:nvPr/>
        </p:nvSpPr>
        <p:spPr>
          <a:xfrm rot="5400000">
            <a:off x="5098006" y="-5098004"/>
            <a:ext cx="138615" cy="10334624"/>
          </a:xfrm>
          <a:custGeom>
            <a:avLst/>
            <a:gdLst>
              <a:gd name="connsiteX0" fmla="*/ 0 w 138615"/>
              <a:gd name="connsiteY0" fmla="*/ 10334624 h 10334624"/>
              <a:gd name="connsiteX1" fmla="*/ 0 w 138615"/>
              <a:gd name="connsiteY1" fmla="*/ 0 h 10334624"/>
              <a:gd name="connsiteX2" fmla="*/ 138615 w 138615"/>
              <a:gd name="connsiteY2" fmla="*/ 0 h 10334624"/>
              <a:gd name="connsiteX3" fmla="*/ 138615 w 138615"/>
              <a:gd name="connsiteY3" fmla="*/ 10334624 h 10334624"/>
            </a:gdLst>
            <a:ahLst/>
            <a:cxnLst>
              <a:cxn ang="0">
                <a:pos x="connsiteX0" y="connsiteY0"/>
              </a:cxn>
              <a:cxn ang="0">
                <a:pos x="connsiteX1" y="connsiteY1"/>
              </a:cxn>
              <a:cxn ang="0">
                <a:pos x="connsiteX2" y="connsiteY2"/>
              </a:cxn>
              <a:cxn ang="0">
                <a:pos x="connsiteX3" y="connsiteY3"/>
              </a:cxn>
            </a:cxnLst>
            <a:rect l="l" t="t" r="r" b="b"/>
            <a:pathLst>
              <a:path w="138615" h="10334624">
                <a:moveTo>
                  <a:pt x="0" y="10334624"/>
                </a:moveTo>
                <a:lnTo>
                  <a:pt x="0" y="0"/>
                </a:lnTo>
                <a:lnTo>
                  <a:pt x="138615" y="0"/>
                </a:lnTo>
                <a:lnTo>
                  <a:pt x="138615" y="10334624"/>
                </a:lnTo>
                <a:close/>
              </a:path>
            </a:pathLst>
          </a:custGeom>
          <a:solidFill>
            <a:schemeClr val="accent1"/>
          </a:solidFill>
          <a:ln cap="sq">
            <a:noFill/>
            <a:prstDash val="solid"/>
            <a:miter/>
          </a:ln>
        </p:spPr>
        <p:txBody>
          <a:bodyPr wrap="square">
            <a:noAutofit/>
          </a:bodyPr>
          <a:lstStyle/>
          <a:p>
            <a:endParaRPr lang="zh-CN" altLang="en-US" sz="80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a:prstGeom prst="rect">
            <a:avLst/>
          </a:prstGeo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F801C45-94AB-0557-0899-5F18E80E5BEE}"/>
              </a:ext>
            </a:extLst>
          </p:cNvPr>
          <p:cNvSpPr>
            <a:spLocks noGrp="1"/>
          </p:cNvSpPr>
          <p:nvPr>
            <p:ph type="dt" sz="half" idx="14"/>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1F3974E5-F51A-C33D-465D-B3734455ACE2}"/>
              </a:ext>
            </a:extLst>
          </p:cNvPr>
          <p:cNvSpPr>
            <a:spLocks noGrp="1"/>
          </p:cNvSpPr>
          <p:nvPr>
            <p:ph type="ftr" sz="quarter" idx="15"/>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0D5750A3-D819-9F29-38D0-6B4FBD3AD065}"/>
              </a:ext>
            </a:extLst>
          </p:cNvPr>
          <p:cNvSpPr>
            <a:spLocks noGrp="1"/>
          </p:cNvSpPr>
          <p:nvPr>
            <p:ph type="sldNum" sz="half" idx="16"/>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284079792"/>
      </p:ext>
    </p:extLst>
  </p:cSld>
  <p:clrMapOvr>
    <a:masterClrMapping/>
  </p:clrMapOvr>
  <p:hf hdr="0" ftr="0" dt="0"/>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C7433D9-FD02-59E2-0F81-A0B7201D2DA0}"/>
              </a:ext>
            </a:extLst>
          </p:cNvPr>
          <p:cNvSpPr>
            <a:spLocks noGrp="1"/>
          </p:cNvSpPr>
          <p:nvPr>
            <p:ph type="title"/>
          </p:nvPr>
        </p:nvSpPr>
        <p:spPr>
          <a:xfrm>
            <a:off x="844000" y="831918"/>
            <a:ext cx="10504000" cy="848979"/>
          </a:xfrm>
          <a:prstGeom prst="rect">
            <a:avLst/>
          </a:prstGeom>
        </p:spPr>
        <p:txBody>
          <a:bodyPr/>
          <a:lstStyle/>
          <a:p>
            <a:r>
              <a:rPr lang="en-US"/>
              <a:t>Click to edit Master title style</a:t>
            </a:r>
          </a:p>
        </p:txBody>
      </p:sp>
      <p:sp>
        <p:nvSpPr>
          <p:cNvPr id="7"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44000" y="1680897"/>
            <a:ext cx="10504000" cy="434518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11">
            <a:extLst>
              <a:ext uri="{FF2B5EF4-FFF2-40B4-BE49-F238E27FC236}">
                <a16:creationId xmlns:a16="http://schemas.microsoft.com/office/drawing/2014/main" id="{D8B4E25F-531D-DF2F-14F1-FE2C51D1A447}"/>
              </a:ext>
            </a:extLst>
          </p:cNvPr>
          <p:cNvSpPr>
            <a:spLocks noGrp="1"/>
          </p:cNvSpPr>
          <p:nvPr>
            <p:ph type="dt" sz="half" idx="14"/>
          </p:nvPr>
        </p:nvSpPr>
        <p:spPr>
          <a:xfrm>
            <a:off x="657225" y="6400800"/>
            <a:ext cx="2743200" cy="266700"/>
          </a:xfrm>
          <a:prstGeom prst="rect">
            <a:avLst/>
          </a:prstGeom>
        </p:spPr>
        <p:txBody>
          <a:bodyPr/>
          <a:lstStyle/>
          <a:p>
            <a:r>
              <a:rPr lang="en-US"/>
              <a:t>00/00/00</a:t>
            </a:r>
            <a:endParaRPr lang="en-US" dirty="0"/>
          </a:p>
        </p:txBody>
      </p:sp>
      <p:sp>
        <p:nvSpPr>
          <p:cNvPr id="13" name="Footer Placeholder 12">
            <a:extLst>
              <a:ext uri="{FF2B5EF4-FFF2-40B4-BE49-F238E27FC236}">
                <a16:creationId xmlns:a16="http://schemas.microsoft.com/office/drawing/2014/main" id="{EC6C434A-F6C6-2860-1422-B7155FAAAF1D}"/>
              </a:ext>
            </a:extLst>
          </p:cNvPr>
          <p:cNvSpPr>
            <a:spLocks noGrp="1"/>
          </p:cNvSpPr>
          <p:nvPr>
            <p:ph type="ftr" sz="quarter" idx="15"/>
          </p:nvPr>
        </p:nvSpPr>
        <p:spPr>
          <a:xfrm>
            <a:off x="3800475" y="6400800"/>
            <a:ext cx="3657600" cy="266700"/>
          </a:xfrm>
        </p:spPr>
        <p:txBody>
          <a:bodyPr/>
          <a:lstStyle/>
          <a:p>
            <a:endParaRPr lang="en-US" dirty="0"/>
          </a:p>
        </p:txBody>
      </p:sp>
      <p:sp>
        <p:nvSpPr>
          <p:cNvPr id="14" name="Slide Number Placeholder 13">
            <a:extLst>
              <a:ext uri="{FF2B5EF4-FFF2-40B4-BE49-F238E27FC236}">
                <a16:creationId xmlns:a16="http://schemas.microsoft.com/office/drawing/2014/main" id="{81038715-ED80-7D06-C0C4-93799D045D3E}"/>
              </a:ext>
            </a:extLst>
          </p:cNvPr>
          <p:cNvSpPr>
            <a:spLocks noGrp="1"/>
          </p:cNvSpPr>
          <p:nvPr>
            <p:ph type="sldNum" sz="half" idx="16"/>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
        <p:nvSpPr>
          <p:cNvPr id="9" name="Freeform: Shape 7">
            <a:extLst>
              <a:ext uri="{FF2B5EF4-FFF2-40B4-BE49-F238E27FC236}">
                <a16:creationId xmlns:a16="http://schemas.microsoft.com/office/drawing/2014/main" id="{CAAEA972-5937-11B7-6547-BD195681A8DA}"/>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20" name="Freeform: Shape 6">
            <a:extLst>
              <a:ext uri="{FF2B5EF4-FFF2-40B4-BE49-F238E27FC236}">
                <a16:creationId xmlns:a16="http://schemas.microsoft.com/office/drawing/2014/main" id="{01327523-E3D2-FD30-B087-181CAAD0DF5E}"/>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21" name="Freeform: Shape">
            <a:extLst>
              <a:ext uri="{FF2B5EF4-FFF2-40B4-BE49-F238E27FC236}">
                <a16:creationId xmlns:a16="http://schemas.microsoft.com/office/drawing/2014/main" id="{C0A093A6-4530-5807-B19B-AE1259AB92FC}"/>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265791519"/>
      </p:ext>
    </p:extLst>
  </p:cSld>
  <p:clrMapOvr>
    <a:masterClrMapping/>
  </p:clrMapOvr>
  <p:hf hdr="0" ftr="0" dt="0"/>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13" name="Freeform: Shape 7">
            <a:extLst>
              <a:ext uri="{FF2B5EF4-FFF2-40B4-BE49-F238E27FC236}">
                <a16:creationId xmlns:a16="http://schemas.microsoft.com/office/drawing/2014/main" id="{C6096A36-8956-43CF-1D9D-107316EC6A6B}"/>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2" name="Freeform: Shape 6">
            <a:extLst>
              <a:ext uri="{FF2B5EF4-FFF2-40B4-BE49-F238E27FC236}">
                <a16:creationId xmlns:a16="http://schemas.microsoft.com/office/drawing/2014/main" id="{25B02F4F-5EED-1D8C-B130-3FEC2D05F2DF}"/>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4" name="Freeform: Shape">
            <a:extLst>
              <a:ext uri="{FF2B5EF4-FFF2-40B4-BE49-F238E27FC236}">
                <a16:creationId xmlns:a16="http://schemas.microsoft.com/office/drawing/2014/main" id="{A98C7654-A5E2-D920-8DF1-37EE0720310C}"/>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77456"/>
            <a:ext cx="4142232" cy="4940661"/>
          </a:xfrm>
          <a:prstGeom prst="rect">
            <a:avLst/>
          </a:prstGeo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8500" y="848720"/>
            <a:ext cx="6159500" cy="51941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DF4C724-2D66-6119-1281-64911C411768}"/>
              </a:ext>
            </a:extLst>
          </p:cNvPr>
          <p:cNvSpPr>
            <a:spLocks noGrp="1"/>
          </p:cNvSpPr>
          <p:nvPr>
            <p:ph type="dt" sz="half" idx="14"/>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CD24BE28-1C3E-B879-3FC0-BBD9449A5CA3}"/>
              </a:ext>
            </a:extLst>
          </p:cNvPr>
          <p:cNvSpPr>
            <a:spLocks noGrp="1"/>
          </p:cNvSpPr>
          <p:nvPr>
            <p:ph type="ftr" sz="quarter" idx="15"/>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E30699EE-1F9A-A04A-5254-D5EE800AFBFD}"/>
              </a:ext>
            </a:extLst>
          </p:cNvPr>
          <p:cNvSpPr>
            <a:spLocks noGrp="1"/>
          </p:cNvSpPr>
          <p:nvPr>
            <p:ph type="sldNum" sz="half" idx="16"/>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862037416"/>
      </p:ext>
    </p:extLst>
  </p:cSld>
  <p:clrMapOvr>
    <a:masterClrMapping/>
  </p:clrMapOvr>
  <p:hf hdr="0" ftr="0" dt="0"/>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13" name="Freeform: Shape 7">
            <a:extLst>
              <a:ext uri="{FF2B5EF4-FFF2-40B4-BE49-F238E27FC236}">
                <a16:creationId xmlns:a16="http://schemas.microsoft.com/office/drawing/2014/main" id="{C7DDC21E-2F02-B9AE-BF7D-FAF0861FA37D}"/>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2" name="Freeform: Shape 6">
            <a:extLst>
              <a:ext uri="{FF2B5EF4-FFF2-40B4-BE49-F238E27FC236}">
                <a16:creationId xmlns:a16="http://schemas.microsoft.com/office/drawing/2014/main" id="{407995CC-1C02-9949-9BBA-84D9DE4E4F15}"/>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4" name="Freeform: Shape">
            <a:extLst>
              <a:ext uri="{FF2B5EF4-FFF2-40B4-BE49-F238E27FC236}">
                <a16:creationId xmlns:a16="http://schemas.microsoft.com/office/drawing/2014/main" id="{C23D2E0F-1F48-AA1E-E422-E0DF8D478697}"/>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31919"/>
            <a:ext cx="3494314" cy="5194161"/>
          </a:xfrm>
          <a:prstGeom prst="rect">
            <a:avLst/>
          </a:prstGeom>
        </p:spPr>
        <p:txBody>
          <a:bodyP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831918"/>
            <a:ext cx="6843732" cy="51941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B573E283-7233-2046-616C-3F6C3B0D3E3E}"/>
              </a:ext>
            </a:extLst>
          </p:cNvPr>
          <p:cNvSpPr>
            <a:spLocks noGrp="1"/>
          </p:cNvSpPr>
          <p:nvPr>
            <p:ph type="dt" sz="half" idx="14"/>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324D6145-E362-F48A-112F-56F956889DEE}"/>
              </a:ext>
            </a:extLst>
          </p:cNvPr>
          <p:cNvSpPr>
            <a:spLocks noGrp="1"/>
          </p:cNvSpPr>
          <p:nvPr>
            <p:ph type="ftr" sz="quarter" idx="15"/>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8F549352-AD61-08A9-04A6-7D8FF2AD106E}"/>
              </a:ext>
            </a:extLst>
          </p:cNvPr>
          <p:cNvSpPr>
            <a:spLocks noGrp="1"/>
          </p:cNvSpPr>
          <p:nvPr>
            <p:ph type="sldNum" sz="half" idx="16"/>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895845903"/>
      </p:ext>
    </p:extLst>
  </p:cSld>
  <p:clrMapOvr>
    <a:masterClrMapping/>
  </p:clrMapOvr>
  <p:hf hdr="0" ftr="0" dt="0"/>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Content Photo 1">
    <p:spTree>
      <p:nvGrpSpPr>
        <p:cNvPr id="1" name=""/>
        <p:cNvGrpSpPr/>
        <p:nvPr/>
      </p:nvGrpSpPr>
      <p:grpSpPr>
        <a:xfrm>
          <a:off x="0" y="0"/>
          <a:ext cx="0" cy="0"/>
          <a:chOff x="0" y="0"/>
          <a:chExt cx="0" cy="0"/>
        </a:xfrm>
      </p:grpSpPr>
      <p:sp>
        <p:nvSpPr>
          <p:cNvPr id="13" name="Freeform: Shape 6">
            <a:extLst>
              <a:ext uri="{FF2B5EF4-FFF2-40B4-BE49-F238E27FC236}">
                <a16:creationId xmlns:a16="http://schemas.microsoft.com/office/drawing/2014/main" id="{B453C3FD-42F8-C547-D479-8C51B2EA62A5}"/>
              </a:ext>
              <a:ext uri="{C183D7F6-B498-43B3-948B-1728B52AA6E4}">
                <adec:decorative xmlns:adec="http://schemas.microsoft.com/office/drawing/2017/decorative" val="1"/>
              </a:ext>
            </a:extLst>
          </p:cNvPr>
          <p:cNvSpPr/>
          <p:nvPr/>
        </p:nvSpPr>
        <p:spPr>
          <a:xfrm rot="16200000" flipH="1">
            <a:off x="15203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4" name="Freeform: Shape 7">
            <a:extLst>
              <a:ext uri="{FF2B5EF4-FFF2-40B4-BE49-F238E27FC236}">
                <a16:creationId xmlns:a16="http://schemas.microsoft.com/office/drawing/2014/main" id="{A6A060C8-CA5E-1392-37A6-A26307E416B2}"/>
              </a:ext>
              <a:ext uri="{C183D7F6-B498-43B3-948B-1728B52AA6E4}">
                <adec:decorative xmlns:adec="http://schemas.microsoft.com/office/drawing/2017/decorative" val="1"/>
              </a:ext>
            </a:extLst>
          </p:cNvPr>
          <p:cNvSpPr/>
          <p:nvPr/>
        </p:nvSpPr>
        <p:spPr>
          <a:xfrm rot="16200000" flipH="1">
            <a:off x="1047378"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32678DBD-9675-9CA4-5C8A-C435E3DA8E58}"/>
              </a:ext>
              <a:ext uri="{C183D7F6-B498-43B3-948B-1728B52AA6E4}">
                <adec:decorative xmlns:adec="http://schemas.microsoft.com/office/drawing/2017/decorative" val="1"/>
              </a:ext>
            </a:extLst>
          </p:cNvPr>
          <p:cNvSpPr/>
          <p:nvPr/>
        </p:nvSpPr>
        <p:spPr>
          <a:xfrm flipH="1">
            <a:off x="11639547"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 name="Picture Placeholder 10">
            <a:extLst>
              <a:ext uri="{FF2B5EF4-FFF2-40B4-BE49-F238E27FC236}">
                <a16:creationId xmlns:a16="http://schemas.microsoft.com/office/drawing/2014/main" id="{97F4E59F-41B9-03A1-F2DD-0C7DB2BEF829}"/>
              </a:ext>
              <a:ext uri="{C183D7F6-B498-43B3-948B-1728B52AA6E4}">
                <adec:decorative xmlns:adec="http://schemas.microsoft.com/office/drawing/2017/decorative" val="1"/>
              </a:ext>
            </a:extLst>
          </p:cNvPr>
          <p:cNvSpPr>
            <a:spLocks noGrp="1"/>
          </p:cNvSpPr>
          <p:nvPr>
            <p:ph type="pic" sz="quarter" idx="18"/>
          </p:nvPr>
        </p:nvSpPr>
        <p:spPr>
          <a:xfrm>
            <a:off x="1094557" y="831919"/>
            <a:ext cx="3765549" cy="5194161"/>
          </a:xfrm>
          <a:prstGeom prst="rect">
            <a:avLst/>
          </a:prstGeom>
        </p:spPr>
        <p:txBody>
          <a:bodyPr/>
          <a:lstStyle/>
          <a:p>
            <a:r>
              <a:rPr lang="en-US"/>
              <a:t>Click icon to add picture</a:t>
            </a:r>
          </a:p>
        </p:txBody>
      </p:sp>
      <p:sp>
        <p:nvSpPr>
          <p:cNvPr id="20" name="Title 1">
            <a:extLst>
              <a:ext uri="{FF2B5EF4-FFF2-40B4-BE49-F238E27FC236}">
                <a16:creationId xmlns:a16="http://schemas.microsoft.com/office/drawing/2014/main" id="{2B4D8D73-B2A1-85B1-40A3-2864721B8F42}"/>
              </a:ext>
            </a:extLst>
          </p:cNvPr>
          <p:cNvSpPr>
            <a:spLocks noGrp="1"/>
          </p:cNvSpPr>
          <p:nvPr>
            <p:ph type="title"/>
          </p:nvPr>
        </p:nvSpPr>
        <p:spPr>
          <a:xfrm>
            <a:off x="5678770" y="831918"/>
            <a:ext cx="5312223" cy="2488107"/>
          </a:xfrm>
          <a:prstGeom prst="rect">
            <a:avLst/>
          </a:prstGeom>
        </p:spPr>
        <p:txBody>
          <a:bodyPr anchor="b"/>
          <a:lstStyle/>
          <a:p>
            <a:r>
              <a:rPr lang="en-US"/>
              <a:t>Click to edit Master title style</a:t>
            </a:r>
          </a:p>
        </p:txBody>
      </p:sp>
      <p:sp>
        <p:nvSpPr>
          <p:cNvPr id="19" name="Content Placeholder 7">
            <a:extLst>
              <a:ext uri="{FF2B5EF4-FFF2-40B4-BE49-F238E27FC236}">
                <a16:creationId xmlns:a16="http://schemas.microsoft.com/office/drawing/2014/main" id="{D17A4530-54D8-D4D1-C239-DA8BDA6F3A9C}"/>
              </a:ext>
            </a:extLst>
          </p:cNvPr>
          <p:cNvSpPr>
            <a:spLocks noGrp="1"/>
          </p:cNvSpPr>
          <p:nvPr>
            <p:ph sz="quarter" idx="19"/>
          </p:nvPr>
        </p:nvSpPr>
        <p:spPr>
          <a:xfrm>
            <a:off x="5678770" y="3495902"/>
            <a:ext cx="5312223" cy="253017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65D32E-52BC-B951-2E0B-DD987AB6C899}"/>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2949DB8F-D326-6803-47D6-0C383F5355D9}"/>
              </a:ext>
            </a:extLst>
          </p:cNvPr>
          <p:cNvSpPr>
            <a:spLocks noGrp="1"/>
          </p:cNvSpPr>
          <p:nvPr>
            <p:ph type="ftr" sz="quarter" idx="16"/>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4CED46E1-E960-6BBB-4F3F-2138113CFB25}"/>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4287257000"/>
      </p:ext>
    </p:extLst>
  </p:cSld>
  <p:clrMapOvr>
    <a:masterClrMapping/>
  </p:clrMapOvr>
  <p:hf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Content Photo 2">
    <p:spTree>
      <p:nvGrpSpPr>
        <p:cNvPr id="1" name=""/>
        <p:cNvGrpSpPr/>
        <p:nvPr/>
      </p:nvGrpSpPr>
      <p:grpSpPr>
        <a:xfrm>
          <a:off x="0" y="0"/>
          <a:ext cx="0" cy="0"/>
          <a:chOff x="0" y="0"/>
          <a:chExt cx="0" cy="0"/>
        </a:xfrm>
      </p:grpSpPr>
      <p:sp>
        <p:nvSpPr>
          <p:cNvPr id="14" name="Freeform: Shape 7">
            <a:extLst>
              <a:ext uri="{FF2B5EF4-FFF2-40B4-BE49-F238E27FC236}">
                <a16:creationId xmlns:a16="http://schemas.microsoft.com/office/drawing/2014/main" id="{F7CD1964-633A-AA68-8AE3-BB86614AA1BA}"/>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3" name="Freeform: Shape 6">
            <a:extLst>
              <a:ext uri="{FF2B5EF4-FFF2-40B4-BE49-F238E27FC236}">
                <a16:creationId xmlns:a16="http://schemas.microsoft.com/office/drawing/2014/main" id="{CA046651-D1FC-C1E2-72A0-09D26FFDC82D}"/>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4CE45C70-75B5-E1B8-48EE-2A5A678E0886}"/>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55848" y="831918"/>
            <a:ext cx="10280304" cy="1567481"/>
          </a:xfrm>
          <a:prstGeom prst="rect">
            <a:avLst/>
          </a:prstGeo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955848" y="2487400"/>
            <a:ext cx="10280304" cy="8806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955848" y="3429000"/>
            <a:ext cx="10280304" cy="2494725"/>
          </a:xfrm>
          <a:prstGeom prst="rect">
            <a:avLst/>
          </a:prstGeom>
        </p:spPr>
        <p:txBody>
          <a:bodyPr/>
          <a:lstStyle/>
          <a:p>
            <a:r>
              <a:rPr lang="en-US"/>
              <a:t>Click icon to add picture</a:t>
            </a:r>
          </a:p>
        </p:txBody>
      </p:sp>
      <p:sp>
        <p:nvSpPr>
          <p:cNvPr id="6" name="Date Placeholder 5">
            <a:extLst>
              <a:ext uri="{FF2B5EF4-FFF2-40B4-BE49-F238E27FC236}">
                <a16:creationId xmlns:a16="http://schemas.microsoft.com/office/drawing/2014/main" id="{7292A65F-0F25-F571-B08F-9E8C7C468B33}"/>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4952688-6335-5666-783D-7C745231E224}"/>
              </a:ext>
            </a:extLst>
          </p:cNvPr>
          <p:cNvSpPr>
            <a:spLocks noGrp="1"/>
          </p:cNvSpPr>
          <p:nvPr>
            <p:ph type="ftr" sz="quarter" idx="16"/>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C1275C39-1E49-7AEB-A0DE-7D86A8E9104D}"/>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254012495"/>
      </p:ext>
    </p:extLst>
  </p:cSld>
  <p:clrMapOvr>
    <a:masterClrMapping/>
  </p:clrMapOvr>
  <p:hf hdr="0" ftr="0" dt="0"/>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Content Photo 3">
    <p:spTree>
      <p:nvGrpSpPr>
        <p:cNvPr id="1" name=""/>
        <p:cNvGrpSpPr/>
        <p:nvPr/>
      </p:nvGrpSpPr>
      <p:grpSpPr>
        <a:xfrm>
          <a:off x="0" y="0"/>
          <a:ext cx="0" cy="0"/>
          <a:chOff x="0" y="0"/>
          <a:chExt cx="0" cy="0"/>
        </a:xfrm>
      </p:grpSpPr>
      <p:sp>
        <p:nvSpPr>
          <p:cNvPr id="14" name="Freeform: Shape 7">
            <a:extLst>
              <a:ext uri="{FF2B5EF4-FFF2-40B4-BE49-F238E27FC236}">
                <a16:creationId xmlns:a16="http://schemas.microsoft.com/office/drawing/2014/main" id="{9F542AAD-27AF-88A8-E23B-C8A39EAAFEF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3" name="Freeform: Shape 6">
            <a:extLst>
              <a:ext uri="{FF2B5EF4-FFF2-40B4-BE49-F238E27FC236}">
                <a16:creationId xmlns:a16="http://schemas.microsoft.com/office/drawing/2014/main" id="{1A731B5C-6572-4249-E9C9-1F8E854A1FD9}"/>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32974B2F-165B-D710-A958-4A88FDBCA76C}"/>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90000" y="825622"/>
            <a:ext cx="6858000" cy="932688"/>
          </a:xfrm>
          <a:prstGeom prst="rect">
            <a:avLst/>
          </a:prstGeo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9"/>
            <a:ext cx="3374039" cy="5194161"/>
          </a:xfrm>
          <a:prstGeom prst="rect">
            <a:avLst/>
          </a:prstGeom>
        </p:spPr>
        <p:txBody>
          <a:bodyPr/>
          <a:lstStyle/>
          <a:p>
            <a:r>
              <a:rPr lang="en-US"/>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90000" y="1917290"/>
            <a:ext cx="6858000" cy="410879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D6D38FF-453F-D930-A56E-AD38FF012A0D}"/>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4" name="Footer Placeholder 3">
            <a:extLst>
              <a:ext uri="{FF2B5EF4-FFF2-40B4-BE49-F238E27FC236}">
                <a16:creationId xmlns:a16="http://schemas.microsoft.com/office/drawing/2014/main" id="{CB1CC178-88FE-0C11-874D-CF573511A2F7}"/>
              </a:ext>
            </a:extLst>
          </p:cNvPr>
          <p:cNvSpPr>
            <a:spLocks noGrp="1"/>
          </p:cNvSpPr>
          <p:nvPr>
            <p:ph type="ftr" sz="quarter" idx="16"/>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8DBED505-E83D-AA01-436E-30FA97693E18}"/>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180249311"/>
      </p:ext>
    </p:extLst>
  </p:cSld>
  <p:clrMapOvr>
    <a:masterClrMapping/>
  </p:clrMapOvr>
  <p:hf hdr="0" ftr="0" dt="0"/>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Content Photo 4">
    <p:spTree>
      <p:nvGrpSpPr>
        <p:cNvPr id="1" name=""/>
        <p:cNvGrpSpPr/>
        <p:nvPr/>
      </p:nvGrpSpPr>
      <p:grpSpPr>
        <a:xfrm>
          <a:off x="0" y="0"/>
          <a:ext cx="0" cy="0"/>
          <a:chOff x="0" y="0"/>
          <a:chExt cx="0" cy="0"/>
        </a:xfrm>
      </p:grpSpPr>
      <p:sp>
        <p:nvSpPr>
          <p:cNvPr id="13" name="Freeform: Shape 7">
            <a:extLst>
              <a:ext uri="{FF2B5EF4-FFF2-40B4-BE49-F238E27FC236}">
                <a16:creationId xmlns:a16="http://schemas.microsoft.com/office/drawing/2014/main" id="{C890AE0F-BC31-BE24-7FC8-90C2F631163A}"/>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3" name="Freeform: Shape 6">
            <a:extLst>
              <a:ext uri="{FF2B5EF4-FFF2-40B4-BE49-F238E27FC236}">
                <a16:creationId xmlns:a16="http://schemas.microsoft.com/office/drawing/2014/main" id="{4163926E-5B7B-0BCF-84B1-5D74CB5DD8D9}"/>
              </a:ext>
              <a:ext uri="{C183D7F6-B498-43B3-948B-1728B52AA6E4}">
                <adec:decorative xmlns:adec="http://schemas.microsoft.com/office/drawing/2017/decorative" val="1"/>
              </a:ext>
            </a:extLst>
          </p:cNvPr>
          <p:cNvSpPr/>
          <p:nvPr/>
        </p:nvSpPr>
        <p:spPr>
          <a:xfrm rot="5400000">
            <a:off x="11478426" y="-240086"/>
            <a:ext cx="473486" cy="95365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4" name="Freeform: Shape">
            <a:extLst>
              <a:ext uri="{FF2B5EF4-FFF2-40B4-BE49-F238E27FC236}">
                <a16:creationId xmlns:a16="http://schemas.microsoft.com/office/drawing/2014/main" id="{B800F649-83A4-A6D3-31C5-D24806B8C365}"/>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Title 1">
            <a:extLst>
              <a:ext uri="{FF2B5EF4-FFF2-40B4-BE49-F238E27FC236}">
                <a16:creationId xmlns:a16="http://schemas.microsoft.com/office/drawing/2014/main" id="{5C6104E6-797D-DE61-EBFD-7BF0502BCC04}"/>
              </a:ext>
            </a:extLst>
          </p:cNvPr>
          <p:cNvSpPr>
            <a:spLocks noGrp="1"/>
          </p:cNvSpPr>
          <p:nvPr>
            <p:ph type="title"/>
          </p:nvPr>
        </p:nvSpPr>
        <p:spPr>
          <a:xfrm>
            <a:off x="844000" y="825622"/>
            <a:ext cx="6858000" cy="932688"/>
          </a:xfrm>
          <a:prstGeom prst="rect">
            <a:avLst/>
          </a:prstGeom>
        </p:spPr>
        <p:txBody>
          <a:bodyPr anchor="b"/>
          <a:lstStyle/>
          <a:p>
            <a:r>
              <a:rPr lang="en-US"/>
              <a:t>Click to edit Master title style</a:t>
            </a:r>
          </a:p>
        </p:txBody>
      </p:sp>
      <p:sp>
        <p:nvSpPr>
          <p:cNvPr id="7" name="Content Placeholder 7">
            <a:extLst>
              <a:ext uri="{FF2B5EF4-FFF2-40B4-BE49-F238E27FC236}">
                <a16:creationId xmlns:a16="http://schemas.microsoft.com/office/drawing/2014/main" id="{E2EFBB43-B3C7-180D-E5F8-4117BD99096A}"/>
              </a:ext>
            </a:extLst>
          </p:cNvPr>
          <p:cNvSpPr>
            <a:spLocks noGrp="1"/>
          </p:cNvSpPr>
          <p:nvPr>
            <p:ph sz="quarter" idx="14"/>
          </p:nvPr>
        </p:nvSpPr>
        <p:spPr>
          <a:xfrm>
            <a:off x="844000" y="1917290"/>
            <a:ext cx="6858000" cy="410879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0">
            <a:extLst>
              <a:ext uri="{FF2B5EF4-FFF2-40B4-BE49-F238E27FC236}">
                <a16:creationId xmlns:a16="http://schemas.microsoft.com/office/drawing/2014/main" id="{41874ABC-5130-9579-629F-5CECD6DC2F74}"/>
              </a:ext>
              <a:ext uri="{C183D7F6-B498-43B3-948B-1728B52AA6E4}">
                <adec:decorative xmlns:adec="http://schemas.microsoft.com/office/drawing/2017/decorative" val="0"/>
              </a:ext>
            </a:extLst>
          </p:cNvPr>
          <p:cNvSpPr>
            <a:spLocks noGrp="1"/>
          </p:cNvSpPr>
          <p:nvPr>
            <p:ph type="pic" sz="quarter" idx="13"/>
          </p:nvPr>
        </p:nvSpPr>
        <p:spPr>
          <a:xfrm>
            <a:off x="7973961" y="831919"/>
            <a:ext cx="3374039" cy="5194161"/>
          </a:xfrm>
          <a:prstGeom prst="rect">
            <a:avLst/>
          </a:prstGeom>
        </p:spPr>
        <p:txBody>
          <a:bodyPr/>
          <a:lstStyle/>
          <a:p>
            <a:r>
              <a:rPr lang="en-US"/>
              <a:t>Click icon to add picture</a:t>
            </a:r>
          </a:p>
        </p:txBody>
      </p:sp>
      <p:sp>
        <p:nvSpPr>
          <p:cNvPr id="4" name="Date Placeholder 3">
            <a:extLst>
              <a:ext uri="{FF2B5EF4-FFF2-40B4-BE49-F238E27FC236}">
                <a16:creationId xmlns:a16="http://schemas.microsoft.com/office/drawing/2014/main" id="{D5581647-E125-B3DB-7D18-1F6164CC034D}"/>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9" name="Footer Placeholder 8">
            <a:extLst>
              <a:ext uri="{FF2B5EF4-FFF2-40B4-BE49-F238E27FC236}">
                <a16:creationId xmlns:a16="http://schemas.microsoft.com/office/drawing/2014/main" id="{B393347E-5402-340E-1225-8AF0C1139360}"/>
              </a:ext>
            </a:extLst>
          </p:cNvPr>
          <p:cNvSpPr>
            <a:spLocks noGrp="1"/>
          </p:cNvSpPr>
          <p:nvPr>
            <p:ph type="ftr" sz="quarter" idx="16"/>
          </p:nvPr>
        </p:nvSpPr>
        <p:spPr>
          <a:xfrm>
            <a:off x="3800475" y="6400800"/>
            <a:ext cx="3657600" cy="266700"/>
          </a:xfrm>
        </p:spPr>
        <p:txBody>
          <a:bodyPr/>
          <a:lstStyle/>
          <a:p>
            <a:endParaRPr lang="en-US" dirty="0"/>
          </a:p>
        </p:txBody>
      </p:sp>
      <p:sp>
        <p:nvSpPr>
          <p:cNvPr id="10" name="Slide Number Placeholder 9">
            <a:extLst>
              <a:ext uri="{FF2B5EF4-FFF2-40B4-BE49-F238E27FC236}">
                <a16:creationId xmlns:a16="http://schemas.microsoft.com/office/drawing/2014/main" id="{BDD95BBB-061D-2A15-5791-2E60160FED83}"/>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291206042"/>
      </p:ext>
    </p:extLst>
  </p:cSld>
  <p:clrMapOvr>
    <a:masterClrMapping/>
  </p:clrMapOvr>
  <p:hf hdr="0" ftr="0" dt="0"/>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Content Photo 5">
    <p:spTree>
      <p:nvGrpSpPr>
        <p:cNvPr id="1" name=""/>
        <p:cNvGrpSpPr/>
        <p:nvPr/>
      </p:nvGrpSpPr>
      <p:grpSpPr>
        <a:xfrm>
          <a:off x="0" y="0"/>
          <a:ext cx="0" cy="0"/>
          <a:chOff x="0" y="0"/>
          <a:chExt cx="0" cy="0"/>
        </a:xfrm>
      </p:grpSpPr>
      <p:sp>
        <p:nvSpPr>
          <p:cNvPr id="14" name="Freeform: Shape 7">
            <a:extLst>
              <a:ext uri="{FF2B5EF4-FFF2-40B4-BE49-F238E27FC236}">
                <a16:creationId xmlns:a16="http://schemas.microsoft.com/office/drawing/2014/main" id="{39A53861-921E-AAFC-3B41-507A5FFAD1E2}"/>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3" name="Freeform: Shape 6">
            <a:extLst>
              <a:ext uri="{FF2B5EF4-FFF2-40B4-BE49-F238E27FC236}">
                <a16:creationId xmlns:a16="http://schemas.microsoft.com/office/drawing/2014/main" id="{BD404F5D-325F-E26B-1540-1C6C9F3B588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28A14D60-233D-5025-383A-8044ACA1CA22}"/>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985613" y="831918"/>
            <a:ext cx="4361688" cy="1527048"/>
          </a:xfrm>
          <a:prstGeom prst="rect">
            <a:avLst/>
          </a:prstGeo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8"/>
            <a:ext cx="5767509" cy="5194161"/>
          </a:xfrm>
          <a:prstGeom prst="rect">
            <a:avLst/>
          </a:prstGeom>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985550" y="2572843"/>
            <a:ext cx="4362450" cy="345323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4C1911-625B-E640-3873-84B7845CED4D}"/>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6" name="Footer Placeholder 5">
            <a:extLst>
              <a:ext uri="{FF2B5EF4-FFF2-40B4-BE49-F238E27FC236}">
                <a16:creationId xmlns:a16="http://schemas.microsoft.com/office/drawing/2014/main" id="{FC74FB9A-E605-1248-6040-E91D4BCAA331}"/>
              </a:ext>
            </a:extLst>
          </p:cNvPr>
          <p:cNvSpPr>
            <a:spLocks noGrp="1"/>
          </p:cNvSpPr>
          <p:nvPr>
            <p:ph type="ftr" sz="quarter" idx="16"/>
          </p:nvPr>
        </p:nvSpPr>
        <p:spPr>
          <a:xfrm>
            <a:off x="3800475" y="6400800"/>
            <a:ext cx="3657600" cy="266700"/>
          </a:xfrm>
        </p:spPr>
        <p:txBody>
          <a:bodyPr/>
          <a:lstStyle/>
          <a:p>
            <a:endParaRPr lang="en-US" dirty="0"/>
          </a:p>
        </p:txBody>
      </p:sp>
      <p:sp>
        <p:nvSpPr>
          <p:cNvPr id="7" name="Slide Number Placeholder 6">
            <a:extLst>
              <a:ext uri="{FF2B5EF4-FFF2-40B4-BE49-F238E27FC236}">
                <a16:creationId xmlns:a16="http://schemas.microsoft.com/office/drawing/2014/main" id="{0DC41834-C5E6-4B61-493B-83480BC670EF}"/>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574743717"/>
      </p:ext>
    </p:extLst>
  </p:cSld>
  <p:clrMapOvr>
    <a:masterClrMapping/>
  </p:clrMapOvr>
  <p:hf hdr="0" ftr="0" dt="0"/>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Content Photo 6">
    <p:spTree>
      <p:nvGrpSpPr>
        <p:cNvPr id="1" name=""/>
        <p:cNvGrpSpPr/>
        <p:nvPr/>
      </p:nvGrpSpPr>
      <p:grpSpPr>
        <a:xfrm>
          <a:off x="0" y="0"/>
          <a:ext cx="0" cy="0"/>
          <a:chOff x="0" y="0"/>
          <a:chExt cx="0" cy="0"/>
        </a:xfrm>
      </p:grpSpPr>
      <p:sp>
        <p:nvSpPr>
          <p:cNvPr id="11" name="Freeform: Shape 6">
            <a:extLst>
              <a:ext uri="{FF2B5EF4-FFF2-40B4-BE49-F238E27FC236}">
                <a16:creationId xmlns:a16="http://schemas.microsoft.com/office/drawing/2014/main" id="{4EF188B9-393E-AF60-02A8-0FB9B3800842}"/>
              </a:ext>
              <a:ext uri="{C183D7F6-B498-43B3-948B-1728B52AA6E4}">
                <adec:decorative xmlns:adec="http://schemas.microsoft.com/office/drawing/2017/decorative" val="1"/>
              </a:ext>
            </a:extLst>
          </p:cNvPr>
          <p:cNvSpPr/>
          <p:nvPr/>
        </p:nvSpPr>
        <p:spPr>
          <a:xfrm rot="16200000" flipH="1">
            <a:off x="15203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7">
            <a:extLst>
              <a:ext uri="{FF2B5EF4-FFF2-40B4-BE49-F238E27FC236}">
                <a16:creationId xmlns:a16="http://schemas.microsoft.com/office/drawing/2014/main" id="{B019D70D-2029-0090-B7DF-08863708CE92}"/>
              </a:ext>
              <a:ext uri="{C183D7F6-B498-43B3-948B-1728B52AA6E4}">
                <adec:decorative xmlns:adec="http://schemas.microsoft.com/office/drawing/2017/decorative" val="1"/>
              </a:ext>
            </a:extLst>
          </p:cNvPr>
          <p:cNvSpPr/>
          <p:nvPr/>
        </p:nvSpPr>
        <p:spPr>
          <a:xfrm rot="16200000" flipH="1">
            <a:off x="1047378"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6" name="Freeform: Shape">
            <a:extLst>
              <a:ext uri="{FF2B5EF4-FFF2-40B4-BE49-F238E27FC236}">
                <a16:creationId xmlns:a16="http://schemas.microsoft.com/office/drawing/2014/main" id="{3F501994-8C2C-DEB1-67A9-1F7571AF31BD}"/>
              </a:ext>
              <a:ext uri="{C183D7F6-B498-43B3-948B-1728B52AA6E4}">
                <adec:decorative xmlns:adec="http://schemas.microsoft.com/office/drawing/2017/decorative" val="1"/>
              </a:ext>
            </a:extLst>
          </p:cNvPr>
          <p:cNvSpPr/>
          <p:nvPr/>
        </p:nvSpPr>
        <p:spPr>
          <a:xfrm flipH="1">
            <a:off x="11639547"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Title 1">
            <a:extLst>
              <a:ext uri="{FF2B5EF4-FFF2-40B4-BE49-F238E27FC236}">
                <a16:creationId xmlns:a16="http://schemas.microsoft.com/office/drawing/2014/main" id="{B0E64AB3-51D9-9992-E51A-78ADA62E241F}"/>
              </a:ext>
            </a:extLst>
          </p:cNvPr>
          <p:cNvSpPr>
            <a:spLocks noGrp="1"/>
          </p:cNvSpPr>
          <p:nvPr>
            <p:ph type="title"/>
          </p:nvPr>
        </p:nvSpPr>
        <p:spPr>
          <a:xfrm>
            <a:off x="844063" y="831918"/>
            <a:ext cx="4361688" cy="1527048"/>
          </a:xfrm>
          <a:prstGeom prst="rect">
            <a:avLst/>
          </a:prstGeom>
        </p:spPr>
        <p:txBody>
          <a:bodyPr anchor="b"/>
          <a:lstStyle/>
          <a:p>
            <a:r>
              <a:rPr lang="en-US"/>
              <a:t>Click to edit Master title style</a:t>
            </a:r>
          </a:p>
        </p:txBody>
      </p:sp>
      <p:sp>
        <p:nvSpPr>
          <p:cNvPr id="14" name="Content Placeholder 7">
            <a:extLst>
              <a:ext uri="{FF2B5EF4-FFF2-40B4-BE49-F238E27FC236}">
                <a16:creationId xmlns:a16="http://schemas.microsoft.com/office/drawing/2014/main" id="{564BFAF7-B56D-7E00-DFEF-4871CF9E7087}"/>
              </a:ext>
            </a:extLst>
          </p:cNvPr>
          <p:cNvSpPr>
            <a:spLocks noGrp="1"/>
          </p:cNvSpPr>
          <p:nvPr>
            <p:ph sz="quarter" idx="14"/>
          </p:nvPr>
        </p:nvSpPr>
        <p:spPr>
          <a:xfrm>
            <a:off x="844000" y="2572843"/>
            <a:ext cx="4362450" cy="345323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0">
            <a:extLst>
              <a:ext uri="{FF2B5EF4-FFF2-40B4-BE49-F238E27FC236}">
                <a16:creationId xmlns:a16="http://schemas.microsoft.com/office/drawing/2014/main" id="{992B4E0B-09D2-1770-AF0A-79593CF5C03A}"/>
              </a:ext>
              <a:ext uri="{C183D7F6-B498-43B3-948B-1728B52AA6E4}">
                <adec:decorative xmlns:adec="http://schemas.microsoft.com/office/drawing/2017/decorative" val="0"/>
              </a:ext>
            </a:extLst>
          </p:cNvPr>
          <p:cNvSpPr>
            <a:spLocks noGrp="1"/>
          </p:cNvSpPr>
          <p:nvPr>
            <p:ph type="pic" sz="quarter" idx="13"/>
          </p:nvPr>
        </p:nvSpPr>
        <p:spPr>
          <a:xfrm>
            <a:off x="5580428" y="831918"/>
            <a:ext cx="5767509" cy="5194161"/>
          </a:xfrm>
          <a:prstGeom prst="rect">
            <a:avLst/>
          </a:prstGeom>
        </p:spPr>
        <p:txBody>
          <a:bodyPr/>
          <a:lstStyle/>
          <a:p>
            <a:r>
              <a:rPr lang="en-US"/>
              <a:t>Click icon to add picture</a:t>
            </a:r>
          </a:p>
        </p:txBody>
      </p:sp>
      <p:sp>
        <p:nvSpPr>
          <p:cNvPr id="5" name="Date Placeholder 4">
            <a:extLst>
              <a:ext uri="{FF2B5EF4-FFF2-40B4-BE49-F238E27FC236}">
                <a16:creationId xmlns:a16="http://schemas.microsoft.com/office/drawing/2014/main" id="{3B45307D-AC5F-DA78-2058-9C556FCD953B}"/>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6" name="Footer Placeholder 5">
            <a:extLst>
              <a:ext uri="{FF2B5EF4-FFF2-40B4-BE49-F238E27FC236}">
                <a16:creationId xmlns:a16="http://schemas.microsoft.com/office/drawing/2014/main" id="{979B862E-E2CF-4E7C-8A0F-1AC2F2BDD178}"/>
              </a:ext>
            </a:extLst>
          </p:cNvPr>
          <p:cNvSpPr>
            <a:spLocks noGrp="1"/>
          </p:cNvSpPr>
          <p:nvPr>
            <p:ph type="ftr" sz="quarter" idx="16"/>
          </p:nvPr>
        </p:nvSpPr>
        <p:spPr>
          <a:xfrm>
            <a:off x="3800475" y="6400800"/>
            <a:ext cx="3657600" cy="266700"/>
          </a:xfrm>
        </p:spPr>
        <p:txBody>
          <a:bodyPr/>
          <a:lstStyle/>
          <a:p>
            <a:endParaRPr lang="en-US" dirty="0"/>
          </a:p>
        </p:txBody>
      </p:sp>
      <p:sp>
        <p:nvSpPr>
          <p:cNvPr id="7" name="Slide Number Placeholder 6">
            <a:extLst>
              <a:ext uri="{FF2B5EF4-FFF2-40B4-BE49-F238E27FC236}">
                <a16:creationId xmlns:a16="http://schemas.microsoft.com/office/drawing/2014/main" id="{35B3C0AC-3B6F-C900-D52E-7731F16A5CBD}"/>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505189163"/>
      </p:ext>
    </p:extLst>
  </p:cSld>
  <p:clrMapOvr>
    <a:masterClrMapping/>
  </p:clrMapOvr>
  <p:hf hdr="0" ftr="0" dt="0"/>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Content Photo 7">
    <p:spTree>
      <p:nvGrpSpPr>
        <p:cNvPr id="1" name=""/>
        <p:cNvGrpSpPr/>
        <p:nvPr/>
      </p:nvGrpSpPr>
      <p:grpSpPr>
        <a:xfrm>
          <a:off x="0" y="0"/>
          <a:ext cx="0" cy="0"/>
          <a:chOff x="0" y="0"/>
          <a:chExt cx="0" cy="0"/>
        </a:xfrm>
      </p:grpSpPr>
      <p:sp>
        <p:nvSpPr>
          <p:cNvPr id="14" name="Freeform: Shape 7">
            <a:extLst>
              <a:ext uri="{FF2B5EF4-FFF2-40B4-BE49-F238E27FC236}">
                <a16:creationId xmlns:a16="http://schemas.microsoft.com/office/drawing/2014/main" id="{071AB56A-6F2F-E78F-D8E4-AC1FD49F804D}"/>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3" name="Freeform: Shape 6">
            <a:extLst>
              <a:ext uri="{FF2B5EF4-FFF2-40B4-BE49-F238E27FC236}">
                <a16:creationId xmlns:a16="http://schemas.microsoft.com/office/drawing/2014/main" id="{8C58656F-F161-2CC7-21A1-965CCA3DAB6E}"/>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A05B4668-570C-589B-A4BD-6AD49B7B3611}"/>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25064" y="825622"/>
            <a:ext cx="4522936" cy="932688"/>
          </a:xfrm>
          <a:prstGeom prst="rect">
            <a:avLst/>
          </a:prstGeom>
        </p:spPr>
        <p:txBody>
          <a:bodyPr anchor="b">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8"/>
            <a:ext cx="5648242" cy="5194161"/>
          </a:xfrm>
          <a:prstGeom prst="rect">
            <a:avLst/>
          </a:prstGeom>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30231" y="1970468"/>
            <a:ext cx="4512601" cy="405561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F7B377-F03B-D1E7-2F3D-8952FF055803}"/>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6" name="Footer Placeholder 5">
            <a:extLst>
              <a:ext uri="{FF2B5EF4-FFF2-40B4-BE49-F238E27FC236}">
                <a16:creationId xmlns:a16="http://schemas.microsoft.com/office/drawing/2014/main" id="{81ABC0EA-DE7F-25E8-1BC9-59757984AABB}"/>
              </a:ext>
            </a:extLst>
          </p:cNvPr>
          <p:cNvSpPr>
            <a:spLocks noGrp="1"/>
          </p:cNvSpPr>
          <p:nvPr>
            <p:ph type="ftr" sz="quarter" idx="16"/>
          </p:nvPr>
        </p:nvSpPr>
        <p:spPr>
          <a:xfrm>
            <a:off x="3800475" y="6400800"/>
            <a:ext cx="3657600" cy="266700"/>
          </a:xfrm>
        </p:spPr>
        <p:txBody>
          <a:bodyPr/>
          <a:lstStyle/>
          <a:p>
            <a:endParaRPr lang="en-US" dirty="0"/>
          </a:p>
        </p:txBody>
      </p:sp>
      <p:sp>
        <p:nvSpPr>
          <p:cNvPr id="7" name="Slide Number Placeholder 6">
            <a:extLst>
              <a:ext uri="{FF2B5EF4-FFF2-40B4-BE49-F238E27FC236}">
                <a16:creationId xmlns:a16="http://schemas.microsoft.com/office/drawing/2014/main" id="{5AB5E038-D6F2-FD29-8781-900CB36DAF09}"/>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412788908"/>
      </p:ext>
    </p:extLst>
  </p:cSld>
  <p:clrMapOvr>
    <a:masterClrMapping/>
  </p:clrMapOvr>
  <p:hf hdr="0" ftr="0" dt="0"/>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Content Photo 8">
    <p:spTree>
      <p:nvGrpSpPr>
        <p:cNvPr id="1" name=""/>
        <p:cNvGrpSpPr/>
        <p:nvPr/>
      </p:nvGrpSpPr>
      <p:grpSpPr>
        <a:xfrm>
          <a:off x="0" y="0"/>
          <a:ext cx="0" cy="0"/>
          <a:chOff x="0" y="0"/>
          <a:chExt cx="0" cy="0"/>
        </a:xfrm>
      </p:grpSpPr>
      <p:sp>
        <p:nvSpPr>
          <p:cNvPr id="14" name="Freeform: Shape 6">
            <a:extLst>
              <a:ext uri="{FF2B5EF4-FFF2-40B4-BE49-F238E27FC236}">
                <a16:creationId xmlns:a16="http://schemas.microsoft.com/office/drawing/2014/main" id="{220FB791-CF2B-475F-A743-1370A8A56C6F}"/>
              </a:ext>
              <a:ext uri="{C183D7F6-B498-43B3-948B-1728B52AA6E4}">
                <adec:decorative xmlns:adec="http://schemas.microsoft.com/office/drawing/2017/decorative" val="1"/>
              </a:ext>
            </a:extLst>
          </p:cNvPr>
          <p:cNvSpPr/>
          <p:nvPr/>
        </p:nvSpPr>
        <p:spPr>
          <a:xfrm rot="16200000" flipH="1">
            <a:off x="15203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7">
            <a:extLst>
              <a:ext uri="{FF2B5EF4-FFF2-40B4-BE49-F238E27FC236}">
                <a16:creationId xmlns:a16="http://schemas.microsoft.com/office/drawing/2014/main" id="{3BA7945C-58C9-1E50-DA1B-C6C26152D631}"/>
              </a:ext>
              <a:ext uri="{C183D7F6-B498-43B3-948B-1728B52AA6E4}">
                <adec:decorative xmlns:adec="http://schemas.microsoft.com/office/drawing/2017/decorative" val="1"/>
              </a:ext>
            </a:extLst>
          </p:cNvPr>
          <p:cNvSpPr/>
          <p:nvPr/>
        </p:nvSpPr>
        <p:spPr>
          <a:xfrm rot="16200000" flipH="1">
            <a:off x="1047378"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6" name="Freeform: Shape">
            <a:extLst>
              <a:ext uri="{FF2B5EF4-FFF2-40B4-BE49-F238E27FC236}">
                <a16:creationId xmlns:a16="http://schemas.microsoft.com/office/drawing/2014/main" id="{2B3F5537-CE72-0B70-7EA5-F1EA18E2EA92}"/>
              </a:ext>
              <a:ext uri="{C183D7F6-B498-43B3-948B-1728B52AA6E4}">
                <adec:decorative xmlns:adec="http://schemas.microsoft.com/office/drawing/2017/decorative" val="1"/>
              </a:ext>
            </a:extLst>
          </p:cNvPr>
          <p:cNvSpPr/>
          <p:nvPr/>
        </p:nvSpPr>
        <p:spPr>
          <a:xfrm flipH="1">
            <a:off x="11639547"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490" y="831919"/>
            <a:ext cx="4572000" cy="932688"/>
          </a:xfrm>
          <a:prstGeom prst="rect">
            <a:avLst/>
          </a:prstGeom>
        </p:spPr>
        <p:txBody>
          <a:bodyPr anchor="b"/>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73616" y="1892623"/>
            <a:ext cx="4572000" cy="41334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5917721" y="831919"/>
            <a:ext cx="5430280" cy="5194162"/>
          </a:xfrm>
          <a:prstGeom prst="rect">
            <a:avLst/>
          </a:prstGeom>
        </p:spPr>
        <p:txBody>
          <a:bodyPr/>
          <a:lstStyle/>
          <a:p>
            <a:r>
              <a:rPr lang="en-US"/>
              <a:t>Click icon to add picture</a:t>
            </a:r>
          </a:p>
        </p:txBody>
      </p:sp>
      <p:sp>
        <p:nvSpPr>
          <p:cNvPr id="5" name="Date Placeholder 4">
            <a:extLst>
              <a:ext uri="{FF2B5EF4-FFF2-40B4-BE49-F238E27FC236}">
                <a16:creationId xmlns:a16="http://schemas.microsoft.com/office/drawing/2014/main" id="{22014CCF-6D77-7B49-677B-AFB4F91A680F}"/>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6" name="Footer Placeholder 5">
            <a:extLst>
              <a:ext uri="{FF2B5EF4-FFF2-40B4-BE49-F238E27FC236}">
                <a16:creationId xmlns:a16="http://schemas.microsoft.com/office/drawing/2014/main" id="{5A0935CA-10E8-C2B3-DA82-DF028728CA4D}"/>
              </a:ext>
            </a:extLst>
          </p:cNvPr>
          <p:cNvSpPr>
            <a:spLocks noGrp="1"/>
          </p:cNvSpPr>
          <p:nvPr>
            <p:ph type="ftr" sz="quarter" idx="16"/>
          </p:nvPr>
        </p:nvSpPr>
        <p:spPr>
          <a:xfrm>
            <a:off x="3800475" y="6400800"/>
            <a:ext cx="3657600" cy="266700"/>
          </a:xfrm>
        </p:spPr>
        <p:txBody>
          <a:bodyPr/>
          <a:lstStyle/>
          <a:p>
            <a:endParaRPr lang="en-US" dirty="0"/>
          </a:p>
        </p:txBody>
      </p:sp>
      <p:sp>
        <p:nvSpPr>
          <p:cNvPr id="7" name="Slide Number Placeholder 6">
            <a:extLst>
              <a:ext uri="{FF2B5EF4-FFF2-40B4-BE49-F238E27FC236}">
                <a16:creationId xmlns:a16="http://schemas.microsoft.com/office/drawing/2014/main" id="{C0DA8C53-BECC-EAEB-78BD-2CA398ED1343}"/>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955222006"/>
      </p:ext>
    </p:extLst>
  </p:cSld>
  <p:clrMapOvr>
    <a:masterClrMapping/>
  </p:clrMapOvr>
  <p:hf hdr="0" ftr="0" dt="0"/>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Content Photo 9">
    <p:spTree>
      <p:nvGrpSpPr>
        <p:cNvPr id="1" name=""/>
        <p:cNvGrpSpPr/>
        <p:nvPr/>
      </p:nvGrpSpPr>
      <p:grpSpPr>
        <a:xfrm>
          <a:off x="0" y="0"/>
          <a:ext cx="0" cy="0"/>
          <a:chOff x="0" y="0"/>
          <a:chExt cx="0" cy="0"/>
        </a:xfrm>
      </p:grpSpPr>
      <p:sp>
        <p:nvSpPr>
          <p:cNvPr id="14" name="Freeform: Shape 7">
            <a:extLst>
              <a:ext uri="{FF2B5EF4-FFF2-40B4-BE49-F238E27FC236}">
                <a16:creationId xmlns:a16="http://schemas.microsoft.com/office/drawing/2014/main" id="{397FE18B-53AF-D18E-3F2D-18407AF526ED}"/>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3" name="Freeform: Shape 6">
            <a:extLst>
              <a:ext uri="{FF2B5EF4-FFF2-40B4-BE49-F238E27FC236}">
                <a16:creationId xmlns:a16="http://schemas.microsoft.com/office/drawing/2014/main" id="{282072ED-9466-5653-3C3A-8DCDA644CE3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1A19B1AC-1158-AEB5-3EF8-AC65CC39101C}"/>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46432" y="831918"/>
            <a:ext cx="3401568" cy="1527048"/>
          </a:xfrm>
          <a:prstGeom prst="rect">
            <a:avLst/>
          </a:prstGeom>
        </p:spPr>
        <p:txBody>
          <a:bodyPr anchor="b">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8"/>
            <a:ext cx="6740144" cy="5194161"/>
          </a:xfrm>
          <a:prstGeom prst="rect">
            <a:avLst/>
          </a:prstGeom>
        </p:spPr>
        <p:txBody>
          <a:bodyPr/>
          <a:lstStyle/>
          <a:p>
            <a:r>
              <a:rPr lang="en-US"/>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46432" y="2539814"/>
            <a:ext cx="3401568" cy="348626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4EDCF1-16C2-3523-46D0-241D50D293A3}"/>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44EABD8E-BC7C-F57B-B759-0A9F1772C9F2}"/>
              </a:ext>
            </a:extLst>
          </p:cNvPr>
          <p:cNvSpPr>
            <a:spLocks noGrp="1"/>
          </p:cNvSpPr>
          <p:nvPr>
            <p:ph type="ftr" sz="quarter" idx="16"/>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5FC42DB3-DC87-76FA-7D80-75C4FAD9F2A4}"/>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9936237"/>
      </p:ext>
    </p:extLst>
  </p:cSld>
  <p:clrMapOvr>
    <a:masterClrMapping/>
  </p:clrMapOvr>
  <p:hf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Content Photo 10">
    <p:spTree>
      <p:nvGrpSpPr>
        <p:cNvPr id="1" name=""/>
        <p:cNvGrpSpPr/>
        <p:nvPr/>
      </p:nvGrpSpPr>
      <p:grpSpPr>
        <a:xfrm>
          <a:off x="0" y="0"/>
          <a:ext cx="0" cy="0"/>
          <a:chOff x="0" y="0"/>
          <a:chExt cx="0" cy="0"/>
        </a:xfrm>
      </p:grpSpPr>
      <p:sp>
        <p:nvSpPr>
          <p:cNvPr id="14" name="Freeform: Shape 6">
            <a:extLst>
              <a:ext uri="{FF2B5EF4-FFF2-40B4-BE49-F238E27FC236}">
                <a16:creationId xmlns:a16="http://schemas.microsoft.com/office/drawing/2014/main" id="{A4D64205-4AAD-A5F3-3672-2C4AF7055D2C}"/>
              </a:ext>
              <a:ext uri="{C183D7F6-B498-43B3-948B-1728B52AA6E4}">
                <adec:decorative xmlns:adec="http://schemas.microsoft.com/office/drawing/2017/decorative" val="1"/>
              </a:ext>
            </a:extLst>
          </p:cNvPr>
          <p:cNvSpPr/>
          <p:nvPr/>
        </p:nvSpPr>
        <p:spPr>
          <a:xfrm rot="16200000" flipH="1">
            <a:off x="15203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7">
            <a:extLst>
              <a:ext uri="{FF2B5EF4-FFF2-40B4-BE49-F238E27FC236}">
                <a16:creationId xmlns:a16="http://schemas.microsoft.com/office/drawing/2014/main" id="{FB6B989A-D8AD-4FEC-959B-445D43A944D9}"/>
              </a:ext>
              <a:ext uri="{C183D7F6-B498-43B3-948B-1728B52AA6E4}">
                <adec:decorative xmlns:adec="http://schemas.microsoft.com/office/drawing/2017/decorative" val="1"/>
              </a:ext>
            </a:extLst>
          </p:cNvPr>
          <p:cNvSpPr/>
          <p:nvPr/>
        </p:nvSpPr>
        <p:spPr>
          <a:xfrm rot="16200000" flipH="1">
            <a:off x="1047378"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6" name="Freeform: Shape">
            <a:extLst>
              <a:ext uri="{FF2B5EF4-FFF2-40B4-BE49-F238E27FC236}">
                <a16:creationId xmlns:a16="http://schemas.microsoft.com/office/drawing/2014/main" id="{C9D50BD8-90BF-2DFD-2851-A0873521DF6C}"/>
              </a:ext>
              <a:ext uri="{C183D7F6-B498-43B3-948B-1728B52AA6E4}">
                <adec:decorative xmlns:adec="http://schemas.microsoft.com/office/drawing/2017/decorative" val="1"/>
              </a:ext>
            </a:extLst>
          </p:cNvPr>
          <p:cNvSpPr/>
          <p:nvPr/>
        </p:nvSpPr>
        <p:spPr>
          <a:xfrm flipH="1">
            <a:off x="11639547"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9"/>
            <a:ext cx="3401568" cy="1527048"/>
          </a:xfrm>
          <a:prstGeom prst="rect">
            <a:avLst/>
          </a:prstGeom>
        </p:spPr>
        <p:txBody>
          <a:bodyPr anchor="b">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44000" y="2538248"/>
            <a:ext cx="3401568" cy="348783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761781" y="831919"/>
            <a:ext cx="6586220" cy="5194162"/>
          </a:xfrm>
          <a:prstGeom prst="rect">
            <a:avLst/>
          </a:prstGeom>
        </p:spPr>
        <p:txBody>
          <a:bodyPr/>
          <a:lstStyle/>
          <a:p>
            <a:r>
              <a:rPr lang="en-US"/>
              <a:t>Click icon to add picture</a:t>
            </a:r>
          </a:p>
        </p:txBody>
      </p:sp>
      <p:sp>
        <p:nvSpPr>
          <p:cNvPr id="5" name="Date Placeholder 4">
            <a:extLst>
              <a:ext uri="{FF2B5EF4-FFF2-40B4-BE49-F238E27FC236}">
                <a16:creationId xmlns:a16="http://schemas.microsoft.com/office/drawing/2014/main" id="{24412BDE-E030-0E65-178A-ED1E7ADA14CF}"/>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6" name="Footer Placeholder 5">
            <a:extLst>
              <a:ext uri="{FF2B5EF4-FFF2-40B4-BE49-F238E27FC236}">
                <a16:creationId xmlns:a16="http://schemas.microsoft.com/office/drawing/2014/main" id="{3AED2DEA-7545-67DE-D588-0516FEBCE1AB}"/>
              </a:ext>
            </a:extLst>
          </p:cNvPr>
          <p:cNvSpPr>
            <a:spLocks noGrp="1"/>
          </p:cNvSpPr>
          <p:nvPr>
            <p:ph type="ftr" sz="quarter" idx="16"/>
          </p:nvPr>
        </p:nvSpPr>
        <p:spPr>
          <a:xfrm>
            <a:off x="3800475" y="6400800"/>
            <a:ext cx="3657600" cy="266700"/>
          </a:xfrm>
        </p:spPr>
        <p:txBody>
          <a:bodyPr/>
          <a:lstStyle/>
          <a:p>
            <a:endParaRPr lang="en-US" dirty="0"/>
          </a:p>
        </p:txBody>
      </p:sp>
      <p:sp>
        <p:nvSpPr>
          <p:cNvPr id="7" name="Slide Number Placeholder 6">
            <a:extLst>
              <a:ext uri="{FF2B5EF4-FFF2-40B4-BE49-F238E27FC236}">
                <a16:creationId xmlns:a16="http://schemas.microsoft.com/office/drawing/2014/main" id="{A38E956E-535C-B101-EDE2-5286E972BC1F}"/>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442554276"/>
      </p:ext>
    </p:extLst>
  </p:cSld>
  <p:clrMapOvr>
    <a:masterClrMapping/>
  </p:clrMapOvr>
  <p:hf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Content Photo 11">
    <p:spTree>
      <p:nvGrpSpPr>
        <p:cNvPr id="1" name=""/>
        <p:cNvGrpSpPr/>
        <p:nvPr/>
      </p:nvGrpSpPr>
      <p:grpSpPr>
        <a:xfrm>
          <a:off x="0" y="0"/>
          <a:ext cx="0" cy="0"/>
          <a:chOff x="0" y="0"/>
          <a:chExt cx="0" cy="0"/>
        </a:xfrm>
      </p:grpSpPr>
      <p:sp>
        <p:nvSpPr>
          <p:cNvPr id="13" name="Freeform: Shape 6">
            <a:extLst>
              <a:ext uri="{FF2B5EF4-FFF2-40B4-BE49-F238E27FC236}">
                <a16:creationId xmlns:a16="http://schemas.microsoft.com/office/drawing/2014/main" id="{19926A21-154B-66D3-AB99-3D353710CC76}"/>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4" name="Freeform: Shape 7">
            <a:extLst>
              <a:ext uri="{FF2B5EF4-FFF2-40B4-BE49-F238E27FC236}">
                <a16:creationId xmlns:a16="http://schemas.microsoft.com/office/drawing/2014/main" id="{FBD4BD74-F55D-59C7-3B2C-1B99564FBCB7}"/>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FFC6ACCC-3346-BC84-4FA9-F9DFD3FDB97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73454" y="831919"/>
            <a:ext cx="3273552" cy="2035696"/>
          </a:xfrm>
          <a:prstGeom prst="rect">
            <a:avLst/>
          </a:prstGeo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9"/>
            <a:ext cx="6937365" cy="5091685"/>
          </a:xfrm>
          <a:prstGeom prst="rect">
            <a:avLst/>
          </a:prstGeom>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074448" y="2970092"/>
            <a:ext cx="3273552" cy="2953512"/>
          </a:xfrm>
          <a:prstGeom prst="rect">
            <a:avLst/>
          </a:prstGeom>
        </p:spPr>
        <p:txBody>
          <a:bodyPr>
            <a:norm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164F93-D5E1-78DB-451E-20A2F3DEE649}"/>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6" name="Footer Placeholder 5">
            <a:extLst>
              <a:ext uri="{FF2B5EF4-FFF2-40B4-BE49-F238E27FC236}">
                <a16:creationId xmlns:a16="http://schemas.microsoft.com/office/drawing/2014/main" id="{A64ABA9D-79A1-3E8B-9907-CF0398532628}"/>
              </a:ext>
            </a:extLst>
          </p:cNvPr>
          <p:cNvSpPr>
            <a:spLocks noGrp="1"/>
          </p:cNvSpPr>
          <p:nvPr>
            <p:ph type="ftr" sz="quarter" idx="16"/>
          </p:nvPr>
        </p:nvSpPr>
        <p:spPr>
          <a:xfrm>
            <a:off x="3800475" y="6400800"/>
            <a:ext cx="3657600" cy="266700"/>
          </a:xfrm>
        </p:spPr>
        <p:txBody>
          <a:bodyPr/>
          <a:lstStyle/>
          <a:p>
            <a:endParaRPr lang="en-US" dirty="0"/>
          </a:p>
        </p:txBody>
      </p:sp>
      <p:sp>
        <p:nvSpPr>
          <p:cNvPr id="7" name="Slide Number Placeholder 6">
            <a:extLst>
              <a:ext uri="{FF2B5EF4-FFF2-40B4-BE49-F238E27FC236}">
                <a16:creationId xmlns:a16="http://schemas.microsoft.com/office/drawing/2014/main" id="{6C202163-170E-54C9-96DE-681695B53BC3}"/>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678569367"/>
      </p:ext>
    </p:extLst>
  </p:cSld>
  <p:clrMapOvr>
    <a:masterClrMapping/>
  </p:clrMapOvr>
  <p:hf hdr="0" ftr="0" dt="0"/>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Content Photo 12">
    <p:spTree>
      <p:nvGrpSpPr>
        <p:cNvPr id="1" name=""/>
        <p:cNvGrpSpPr/>
        <p:nvPr/>
      </p:nvGrpSpPr>
      <p:grpSpPr>
        <a:xfrm>
          <a:off x="0" y="0"/>
          <a:ext cx="0" cy="0"/>
          <a:chOff x="0" y="0"/>
          <a:chExt cx="0" cy="0"/>
        </a:xfrm>
      </p:grpSpPr>
      <p:sp>
        <p:nvSpPr>
          <p:cNvPr id="12" name="Freeform: Shape">
            <a:extLst>
              <a:ext uri="{FF2B5EF4-FFF2-40B4-BE49-F238E27FC236}">
                <a16:creationId xmlns:a16="http://schemas.microsoft.com/office/drawing/2014/main" id="{288CAFB0-B89D-3736-C1A2-001B0FB382E2}"/>
              </a:ext>
              <a:ext uri="{C183D7F6-B498-43B3-948B-1728B52AA6E4}">
                <adec:decorative xmlns:adec="http://schemas.microsoft.com/office/drawing/2017/decorative" val="1"/>
              </a:ext>
            </a:extLst>
          </p:cNvPr>
          <p:cNvSpPr/>
          <p:nvPr/>
        </p:nvSpPr>
        <p:spPr>
          <a:xfrm rot="5400000">
            <a:off x="10066903" y="-1986482"/>
            <a:ext cx="138614" cy="4111578"/>
          </a:xfrm>
          <a:custGeom>
            <a:avLst/>
            <a:gdLst>
              <a:gd name="connsiteX0" fmla="*/ 0 w 138614"/>
              <a:gd name="connsiteY0" fmla="*/ 4111578 h 4111578"/>
              <a:gd name="connsiteX1" fmla="*/ 0 w 138614"/>
              <a:gd name="connsiteY1" fmla="*/ 0 h 4111578"/>
              <a:gd name="connsiteX2" fmla="*/ 138614 w 138614"/>
              <a:gd name="connsiteY2" fmla="*/ 0 h 4111578"/>
              <a:gd name="connsiteX3" fmla="*/ 138614 w 138614"/>
              <a:gd name="connsiteY3" fmla="*/ 4111578 h 4111578"/>
            </a:gdLst>
            <a:ahLst/>
            <a:cxnLst>
              <a:cxn ang="0">
                <a:pos x="connsiteX0" y="connsiteY0"/>
              </a:cxn>
              <a:cxn ang="0">
                <a:pos x="connsiteX1" y="connsiteY1"/>
              </a:cxn>
              <a:cxn ang="0">
                <a:pos x="connsiteX2" y="connsiteY2"/>
              </a:cxn>
              <a:cxn ang="0">
                <a:pos x="connsiteX3" y="connsiteY3"/>
              </a:cxn>
            </a:cxnLst>
            <a:rect l="l" t="t" r="r" b="b"/>
            <a:pathLst>
              <a:path w="138614" h="4111578">
                <a:moveTo>
                  <a:pt x="0" y="4111578"/>
                </a:moveTo>
                <a:lnTo>
                  <a:pt x="0" y="0"/>
                </a:lnTo>
                <a:lnTo>
                  <a:pt x="138614" y="0"/>
                </a:lnTo>
                <a:lnTo>
                  <a:pt x="138614" y="4111578"/>
                </a:lnTo>
                <a:close/>
              </a:path>
            </a:pathLst>
          </a:custGeom>
          <a:solidFill>
            <a:schemeClr val="accent3"/>
          </a:solidFill>
          <a:ln cap="sq">
            <a:noFill/>
            <a:prstDash val="solid"/>
            <a:miter/>
          </a:ln>
        </p:spPr>
        <p:txBody>
          <a:bodyPr wrap="square">
            <a:noAutofit/>
          </a:bodyPr>
          <a:lstStyle/>
          <a:p>
            <a:endParaRPr lang="zh-CN" altLang="en-US" sz="800"/>
          </a:p>
        </p:txBody>
      </p:sp>
      <p:sp>
        <p:nvSpPr>
          <p:cNvPr id="14" name="Freeform: Shape">
            <a:extLst>
              <a:ext uri="{FF2B5EF4-FFF2-40B4-BE49-F238E27FC236}">
                <a16:creationId xmlns:a16="http://schemas.microsoft.com/office/drawing/2014/main" id="{014FA549-03DD-35DA-8B1D-643E2AD34B91}"/>
              </a:ext>
              <a:ext uri="{C183D7F6-B498-43B3-948B-1728B52AA6E4}">
                <adec:decorative xmlns:adec="http://schemas.microsoft.com/office/drawing/2017/decorative" val="1"/>
              </a:ext>
            </a:extLst>
          </p:cNvPr>
          <p:cNvSpPr/>
          <p:nvPr/>
        </p:nvSpPr>
        <p:spPr>
          <a:xfrm rot="5400000">
            <a:off x="5098006" y="-5098004"/>
            <a:ext cx="138615" cy="10334624"/>
          </a:xfrm>
          <a:custGeom>
            <a:avLst/>
            <a:gdLst>
              <a:gd name="connsiteX0" fmla="*/ 0 w 138615"/>
              <a:gd name="connsiteY0" fmla="*/ 10334624 h 10334624"/>
              <a:gd name="connsiteX1" fmla="*/ 0 w 138615"/>
              <a:gd name="connsiteY1" fmla="*/ 0 h 10334624"/>
              <a:gd name="connsiteX2" fmla="*/ 138615 w 138615"/>
              <a:gd name="connsiteY2" fmla="*/ 0 h 10334624"/>
              <a:gd name="connsiteX3" fmla="*/ 138615 w 138615"/>
              <a:gd name="connsiteY3" fmla="*/ 10334624 h 10334624"/>
            </a:gdLst>
            <a:ahLst/>
            <a:cxnLst>
              <a:cxn ang="0">
                <a:pos x="connsiteX0" y="connsiteY0"/>
              </a:cxn>
              <a:cxn ang="0">
                <a:pos x="connsiteX1" y="connsiteY1"/>
              </a:cxn>
              <a:cxn ang="0">
                <a:pos x="connsiteX2" y="connsiteY2"/>
              </a:cxn>
              <a:cxn ang="0">
                <a:pos x="connsiteX3" y="connsiteY3"/>
              </a:cxn>
            </a:cxnLst>
            <a:rect l="l" t="t" r="r" b="b"/>
            <a:pathLst>
              <a:path w="138615" h="10334624">
                <a:moveTo>
                  <a:pt x="0" y="10334624"/>
                </a:moveTo>
                <a:lnTo>
                  <a:pt x="0" y="0"/>
                </a:lnTo>
                <a:lnTo>
                  <a:pt x="138615" y="0"/>
                </a:lnTo>
                <a:lnTo>
                  <a:pt x="138615" y="10334624"/>
                </a:lnTo>
                <a:close/>
              </a:path>
            </a:pathLst>
          </a:custGeom>
          <a:solidFill>
            <a:schemeClr val="accent1"/>
          </a:solidFill>
          <a:ln cap="sq">
            <a:noFill/>
            <a:prstDash val="solid"/>
            <a:miter/>
          </a:ln>
        </p:spPr>
        <p:txBody>
          <a:bodyPr wrap="square">
            <a:noAutofit/>
          </a:bodyPr>
          <a:lstStyle/>
          <a:p>
            <a:endParaRPr lang="zh-CN" altLang="en-US" sz="800"/>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9"/>
            <a:ext cx="10504001" cy="3472067"/>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8" y="4509559"/>
            <a:ext cx="4579339" cy="1516522"/>
          </a:xfrm>
          <a:prstGeom prst="rect">
            <a:avLst/>
          </a:prstGeo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91351" y="4508939"/>
            <a:ext cx="5651393" cy="1516522"/>
          </a:xfrm>
          <a:prstGeom prst="rect">
            <a:avLst/>
          </a:prstGeo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6EF3E73-037C-D1A2-7155-BF4F615A035C}"/>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4" name="Footer Placeholder 3">
            <a:extLst>
              <a:ext uri="{FF2B5EF4-FFF2-40B4-BE49-F238E27FC236}">
                <a16:creationId xmlns:a16="http://schemas.microsoft.com/office/drawing/2014/main" id="{7EAFF928-2D12-375D-F3A6-DE13153A6D92}"/>
              </a:ext>
            </a:extLst>
          </p:cNvPr>
          <p:cNvSpPr>
            <a:spLocks noGrp="1"/>
          </p:cNvSpPr>
          <p:nvPr>
            <p:ph type="ftr" sz="quarter" idx="16"/>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5223D96F-6DDC-CDD9-CF2C-B33D2649DA6E}"/>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4019233920"/>
      </p:ext>
    </p:extLst>
  </p:cSld>
  <p:clrMapOvr>
    <a:masterClrMapping/>
  </p:clrMapOvr>
  <p:hf hdr="0" ftr="0" dt="0"/>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Content Photo 13">
    <p:spTree>
      <p:nvGrpSpPr>
        <p:cNvPr id="1" name=""/>
        <p:cNvGrpSpPr/>
        <p:nvPr/>
      </p:nvGrpSpPr>
      <p:grpSpPr>
        <a:xfrm>
          <a:off x="0" y="0"/>
          <a:ext cx="0" cy="0"/>
          <a:chOff x="0" y="0"/>
          <a:chExt cx="0" cy="0"/>
        </a:xfrm>
      </p:grpSpPr>
      <p:sp>
        <p:nvSpPr>
          <p:cNvPr id="12" name="Freeform: Shape">
            <a:extLst>
              <a:ext uri="{FF2B5EF4-FFF2-40B4-BE49-F238E27FC236}">
                <a16:creationId xmlns:a16="http://schemas.microsoft.com/office/drawing/2014/main" id="{C395CC92-89D2-1877-21D3-EC019910500D}"/>
              </a:ext>
              <a:ext uri="{C183D7F6-B498-43B3-948B-1728B52AA6E4}">
                <adec:decorative xmlns:adec="http://schemas.microsoft.com/office/drawing/2017/decorative" val="1"/>
              </a:ext>
            </a:extLst>
          </p:cNvPr>
          <p:cNvSpPr/>
          <p:nvPr/>
        </p:nvSpPr>
        <p:spPr>
          <a:xfrm rot="5400000">
            <a:off x="10066903" y="-1986482"/>
            <a:ext cx="138614" cy="4111578"/>
          </a:xfrm>
          <a:custGeom>
            <a:avLst/>
            <a:gdLst>
              <a:gd name="connsiteX0" fmla="*/ 0 w 138614"/>
              <a:gd name="connsiteY0" fmla="*/ 4111578 h 4111578"/>
              <a:gd name="connsiteX1" fmla="*/ 0 w 138614"/>
              <a:gd name="connsiteY1" fmla="*/ 0 h 4111578"/>
              <a:gd name="connsiteX2" fmla="*/ 138614 w 138614"/>
              <a:gd name="connsiteY2" fmla="*/ 0 h 4111578"/>
              <a:gd name="connsiteX3" fmla="*/ 138614 w 138614"/>
              <a:gd name="connsiteY3" fmla="*/ 4111578 h 4111578"/>
            </a:gdLst>
            <a:ahLst/>
            <a:cxnLst>
              <a:cxn ang="0">
                <a:pos x="connsiteX0" y="connsiteY0"/>
              </a:cxn>
              <a:cxn ang="0">
                <a:pos x="connsiteX1" y="connsiteY1"/>
              </a:cxn>
              <a:cxn ang="0">
                <a:pos x="connsiteX2" y="connsiteY2"/>
              </a:cxn>
              <a:cxn ang="0">
                <a:pos x="connsiteX3" y="connsiteY3"/>
              </a:cxn>
            </a:cxnLst>
            <a:rect l="l" t="t" r="r" b="b"/>
            <a:pathLst>
              <a:path w="138614" h="4111578">
                <a:moveTo>
                  <a:pt x="0" y="4111578"/>
                </a:moveTo>
                <a:lnTo>
                  <a:pt x="0" y="0"/>
                </a:lnTo>
                <a:lnTo>
                  <a:pt x="138614" y="0"/>
                </a:lnTo>
                <a:lnTo>
                  <a:pt x="138614" y="4111578"/>
                </a:lnTo>
                <a:close/>
              </a:path>
            </a:pathLst>
          </a:custGeom>
          <a:solidFill>
            <a:schemeClr val="accent3"/>
          </a:solidFill>
          <a:ln cap="sq">
            <a:noFill/>
            <a:prstDash val="solid"/>
            <a:miter/>
          </a:ln>
        </p:spPr>
        <p:txBody>
          <a:bodyPr wrap="square">
            <a:noAutofit/>
          </a:bodyPr>
          <a:lstStyle/>
          <a:p>
            <a:endParaRPr lang="zh-CN" altLang="en-US" sz="800"/>
          </a:p>
        </p:txBody>
      </p:sp>
      <p:sp>
        <p:nvSpPr>
          <p:cNvPr id="13" name="Freeform: Shape">
            <a:extLst>
              <a:ext uri="{FF2B5EF4-FFF2-40B4-BE49-F238E27FC236}">
                <a16:creationId xmlns:a16="http://schemas.microsoft.com/office/drawing/2014/main" id="{BCCC6755-3F26-8CC8-48A8-4028DD5BD586}"/>
              </a:ext>
              <a:ext uri="{C183D7F6-B498-43B3-948B-1728B52AA6E4}">
                <adec:decorative xmlns:adec="http://schemas.microsoft.com/office/drawing/2017/decorative" val="1"/>
              </a:ext>
            </a:extLst>
          </p:cNvPr>
          <p:cNvSpPr/>
          <p:nvPr/>
        </p:nvSpPr>
        <p:spPr>
          <a:xfrm rot="5400000">
            <a:off x="5098006" y="-5098004"/>
            <a:ext cx="138615" cy="10334624"/>
          </a:xfrm>
          <a:custGeom>
            <a:avLst/>
            <a:gdLst>
              <a:gd name="connsiteX0" fmla="*/ 0 w 138615"/>
              <a:gd name="connsiteY0" fmla="*/ 10334624 h 10334624"/>
              <a:gd name="connsiteX1" fmla="*/ 0 w 138615"/>
              <a:gd name="connsiteY1" fmla="*/ 0 h 10334624"/>
              <a:gd name="connsiteX2" fmla="*/ 138615 w 138615"/>
              <a:gd name="connsiteY2" fmla="*/ 0 h 10334624"/>
              <a:gd name="connsiteX3" fmla="*/ 138615 w 138615"/>
              <a:gd name="connsiteY3" fmla="*/ 10334624 h 10334624"/>
            </a:gdLst>
            <a:ahLst/>
            <a:cxnLst>
              <a:cxn ang="0">
                <a:pos x="connsiteX0" y="connsiteY0"/>
              </a:cxn>
              <a:cxn ang="0">
                <a:pos x="connsiteX1" y="connsiteY1"/>
              </a:cxn>
              <a:cxn ang="0">
                <a:pos x="connsiteX2" y="connsiteY2"/>
              </a:cxn>
              <a:cxn ang="0">
                <a:pos x="connsiteX3" y="connsiteY3"/>
              </a:cxn>
            </a:cxnLst>
            <a:rect l="l" t="t" r="r" b="b"/>
            <a:pathLst>
              <a:path w="138615" h="10334624">
                <a:moveTo>
                  <a:pt x="0" y="10334624"/>
                </a:moveTo>
                <a:lnTo>
                  <a:pt x="0" y="0"/>
                </a:lnTo>
                <a:lnTo>
                  <a:pt x="138615" y="0"/>
                </a:lnTo>
                <a:lnTo>
                  <a:pt x="138615" y="10334624"/>
                </a:lnTo>
                <a:close/>
              </a:path>
            </a:pathLst>
          </a:custGeom>
          <a:solidFill>
            <a:schemeClr val="accent1"/>
          </a:solidFill>
          <a:ln cap="sq">
            <a:noFill/>
            <a:prstDash val="solid"/>
            <a:miter/>
          </a:ln>
        </p:spPr>
        <p:txBody>
          <a:bodyPr wrap="square">
            <a:noAutofit/>
          </a:bodyPr>
          <a:lstStyle/>
          <a:p>
            <a:endParaRPr lang="zh-CN" altLang="en-US" sz="800"/>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65938"/>
            <a:ext cx="10504001" cy="2556004"/>
          </a:xfrm>
          <a:prstGeom prst="rect">
            <a:avLst/>
          </a:prstGeom>
        </p:spPr>
        <p:txBody>
          <a:bodyPr/>
          <a:lstStyle/>
          <a:p>
            <a:r>
              <a:rPr lang="en-US"/>
              <a:t>Click icon to add picture</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9" y="3785800"/>
            <a:ext cx="2953618" cy="2240280"/>
          </a:xfrm>
          <a:prstGeom prst="rect">
            <a:avLst/>
          </a:prstGeo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2910" y="3785800"/>
            <a:ext cx="7366186" cy="2240280"/>
          </a:xfrm>
          <a:prstGeom prst="rect">
            <a:avLst/>
          </a:prstGeo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B0A8DCA-1B38-2182-182A-3CD1B2EB644C}"/>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4" name="Footer Placeholder 3">
            <a:extLst>
              <a:ext uri="{FF2B5EF4-FFF2-40B4-BE49-F238E27FC236}">
                <a16:creationId xmlns:a16="http://schemas.microsoft.com/office/drawing/2014/main" id="{DD7D0CC1-DDED-0F98-544D-794B6C31A143}"/>
              </a:ext>
            </a:extLst>
          </p:cNvPr>
          <p:cNvSpPr>
            <a:spLocks noGrp="1"/>
          </p:cNvSpPr>
          <p:nvPr>
            <p:ph type="ftr" sz="quarter" idx="16"/>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927594E8-E858-2F75-B298-2EA742CCB586}"/>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141646761"/>
      </p:ext>
    </p:extLst>
  </p:cSld>
  <p:clrMapOvr>
    <a:masterClrMapping/>
  </p:clrMapOvr>
  <p:hf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2953618" cy="2240279"/>
          </a:xfrm>
          <a:prstGeom prst="rect">
            <a:avLst/>
          </a:prstGeo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35972" y="839450"/>
            <a:ext cx="7312028" cy="2240280"/>
          </a:xfrm>
          <a:prstGeom prst="rect">
            <a:avLst/>
          </a:prstGeo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3310759"/>
            <a:ext cx="10504001" cy="2722852"/>
          </a:xfrm>
          <a:prstGeom prst="rect">
            <a:avLst/>
          </a:prstGeom>
        </p:spPr>
        <p:txBody>
          <a:bodyPr/>
          <a:lstStyle/>
          <a:p>
            <a:r>
              <a:rPr lang="en-US"/>
              <a:t>Click icon to add picture</a:t>
            </a:r>
          </a:p>
        </p:txBody>
      </p:sp>
      <p:sp>
        <p:nvSpPr>
          <p:cNvPr id="14" name="Date Placeholder 13">
            <a:extLst>
              <a:ext uri="{FF2B5EF4-FFF2-40B4-BE49-F238E27FC236}">
                <a16:creationId xmlns:a16="http://schemas.microsoft.com/office/drawing/2014/main" id="{862E376D-102F-9AA4-230F-3E5992051568}"/>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15" name="Footer Placeholder 14">
            <a:extLst>
              <a:ext uri="{FF2B5EF4-FFF2-40B4-BE49-F238E27FC236}">
                <a16:creationId xmlns:a16="http://schemas.microsoft.com/office/drawing/2014/main" id="{E63D659C-BF61-D8D5-FD6B-0FC6BD5B07FA}"/>
              </a:ext>
            </a:extLst>
          </p:cNvPr>
          <p:cNvSpPr>
            <a:spLocks noGrp="1"/>
          </p:cNvSpPr>
          <p:nvPr>
            <p:ph type="ftr" sz="quarter" idx="16"/>
          </p:nvPr>
        </p:nvSpPr>
        <p:spPr>
          <a:xfrm>
            <a:off x="3800475" y="6400800"/>
            <a:ext cx="3657600" cy="266700"/>
          </a:xfrm>
        </p:spPr>
        <p:txBody>
          <a:bodyPr/>
          <a:lstStyle/>
          <a:p>
            <a:endParaRPr lang="en-US" dirty="0"/>
          </a:p>
        </p:txBody>
      </p:sp>
      <p:sp>
        <p:nvSpPr>
          <p:cNvPr id="16" name="Slide Number Placeholder 15">
            <a:extLst>
              <a:ext uri="{FF2B5EF4-FFF2-40B4-BE49-F238E27FC236}">
                <a16:creationId xmlns:a16="http://schemas.microsoft.com/office/drawing/2014/main" id="{81C53350-D17D-9265-0E5B-41F87CE511AC}"/>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851752126"/>
      </p:ext>
    </p:extLst>
  </p:cSld>
  <p:clrMapOvr>
    <a:masterClrMapping/>
  </p:clrMapOvr>
  <p:hf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Content Photo 15">
    <p:spTree>
      <p:nvGrpSpPr>
        <p:cNvPr id="1" name=""/>
        <p:cNvGrpSpPr/>
        <p:nvPr/>
      </p:nvGrpSpPr>
      <p:grpSpPr>
        <a:xfrm>
          <a:off x="0" y="0"/>
          <a:ext cx="0" cy="0"/>
          <a:chOff x="0" y="0"/>
          <a:chExt cx="0" cy="0"/>
        </a:xfrm>
      </p:grpSpPr>
      <p:sp>
        <p:nvSpPr>
          <p:cNvPr id="12" name="Freeform: Shape">
            <a:extLst>
              <a:ext uri="{FF2B5EF4-FFF2-40B4-BE49-F238E27FC236}">
                <a16:creationId xmlns:a16="http://schemas.microsoft.com/office/drawing/2014/main" id="{E67800C3-F461-45C5-0F4A-6A8EC03AFE1A}"/>
              </a:ext>
              <a:ext uri="{C183D7F6-B498-43B3-948B-1728B52AA6E4}">
                <adec:decorative xmlns:adec="http://schemas.microsoft.com/office/drawing/2017/decorative" val="1"/>
              </a:ext>
            </a:extLst>
          </p:cNvPr>
          <p:cNvSpPr/>
          <p:nvPr/>
        </p:nvSpPr>
        <p:spPr>
          <a:xfrm rot="5400000">
            <a:off x="10066903" y="4732903"/>
            <a:ext cx="138614" cy="4111578"/>
          </a:xfrm>
          <a:custGeom>
            <a:avLst/>
            <a:gdLst>
              <a:gd name="connsiteX0" fmla="*/ 0 w 138614"/>
              <a:gd name="connsiteY0" fmla="*/ 4111578 h 4111578"/>
              <a:gd name="connsiteX1" fmla="*/ 0 w 138614"/>
              <a:gd name="connsiteY1" fmla="*/ 0 h 4111578"/>
              <a:gd name="connsiteX2" fmla="*/ 138614 w 138614"/>
              <a:gd name="connsiteY2" fmla="*/ 0 h 4111578"/>
              <a:gd name="connsiteX3" fmla="*/ 138614 w 138614"/>
              <a:gd name="connsiteY3" fmla="*/ 4111578 h 4111578"/>
            </a:gdLst>
            <a:ahLst/>
            <a:cxnLst>
              <a:cxn ang="0">
                <a:pos x="connsiteX0" y="connsiteY0"/>
              </a:cxn>
              <a:cxn ang="0">
                <a:pos x="connsiteX1" y="connsiteY1"/>
              </a:cxn>
              <a:cxn ang="0">
                <a:pos x="connsiteX2" y="connsiteY2"/>
              </a:cxn>
              <a:cxn ang="0">
                <a:pos x="connsiteX3" y="connsiteY3"/>
              </a:cxn>
            </a:cxnLst>
            <a:rect l="l" t="t" r="r" b="b"/>
            <a:pathLst>
              <a:path w="138614" h="4111578">
                <a:moveTo>
                  <a:pt x="0" y="4111578"/>
                </a:moveTo>
                <a:lnTo>
                  <a:pt x="0" y="0"/>
                </a:lnTo>
                <a:lnTo>
                  <a:pt x="138614" y="0"/>
                </a:lnTo>
                <a:lnTo>
                  <a:pt x="138614" y="4111578"/>
                </a:lnTo>
                <a:close/>
              </a:path>
            </a:pathLst>
          </a:custGeom>
          <a:solidFill>
            <a:schemeClr val="accent3"/>
          </a:solidFill>
          <a:ln cap="sq">
            <a:noFill/>
            <a:prstDash val="solid"/>
            <a:miter/>
          </a:ln>
        </p:spPr>
        <p:txBody>
          <a:bodyPr wrap="square">
            <a:noAutofit/>
          </a:bodyPr>
          <a:lstStyle/>
          <a:p>
            <a:endParaRPr lang="zh-CN" altLang="en-US" sz="800"/>
          </a:p>
        </p:txBody>
      </p:sp>
      <p:sp>
        <p:nvSpPr>
          <p:cNvPr id="13" name="Freeform: Shape">
            <a:extLst>
              <a:ext uri="{FF2B5EF4-FFF2-40B4-BE49-F238E27FC236}">
                <a16:creationId xmlns:a16="http://schemas.microsoft.com/office/drawing/2014/main" id="{3085DB2A-D67F-C3FD-C664-B70FEA66E2BD}"/>
              </a:ext>
              <a:ext uri="{C183D7F6-B498-43B3-948B-1728B52AA6E4}">
                <adec:decorative xmlns:adec="http://schemas.microsoft.com/office/drawing/2017/decorative" val="1"/>
              </a:ext>
            </a:extLst>
          </p:cNvPr>
          <p:cNvSpPr/>
          <p:nvPr/>
        </p:nvSpPr>
        <p:spPr>
          <a:xfrm rot="5400000">
            <a:off x="5098006" y="1621381"/>
            <a:ext cx="138615" cy="10334624"/>
          </a:xfrm>
          <a:custGeom>
            <a:avLst/>
            <a:gdLst>
              <a:gd name="connsiteX0" fmla="*/ 0 w 138615"/>
              <a:gd name="connsiteY0" fmla="*/ 10334624 h 10334624"/>
              <a:gd name="connsiteX1" fmla="*/ 0 w 138615"/>
              <a:gd name="connsiteY1" fmla="*/ 0 h 10334624"/>
              <a:gd name="connsiteX2" fmla="*/ 138615 w 138615"/>
              <a:gd name="connsiteY2" fmla="*/ 0 h 10334624"/>
              <a:gd name="connsiteX3" fmla="*/ 138615 w 138615"/>
              <a:gd name="connsiteY3" fmla="*/ 10334624 h 10334624"/>
            </a:gdLst>
            <a:ahLst/>
            <a:cxnLst>
              <a:cxn ang="0">
                <a:pos x="connsiteX0" y="connsiteY0"/>
              </a:cxn>
              <a:cxn ang="0">
                <a:pos x="connsiteX1" y="connsiteY1"/>
              </a:cxn>
              <a:cxn ang="0">
                <a:pos x="connsiteX2" y="connsiteY2"/>
              </a:cxn>
              <a:cxn ang="0">
                <a:pos x="connsiteX3" y="connsiteY3"/>
              </a:cxn>
            </a:cxnLst>
            <a:rect l="l" t="t" r="r" b="b"/>
            <a:pathLst>
              <a:path w="138615" h="10334624">
                <a:moveTo>
                  <a:pt x="0" y="10334624"/>
                </a:moveTo>
                <a:lnTo>
                  <a:pt x="0" y="0"/>
                </a:lnTo>
                <a:lnTo>
                  <a:pt x="138615" y="0"/>
                </a:lnTo>
                <a:lnTo>
                  <a:pt x="138615" y="10334624"/>
                </a:lnTo>
                <a:close/>
              </a:path>
            </a:pathLst>
          </a:custGeom>
          <a:solidFill>
            <a:schemeClr val="accent1"/>
          </a:solidFill>
          <a:ln cap="sq">
            <a:noFill/>
            <a:prstDash val="solid"/>
            <a:miter/>
          </a:ln>
        </p:spPr>
        <p:txBody>
          <a:bodyPr wrap="square">
            <a:noAutofit/>
          </a:bodyPr>
          <a:lstStyle/>
          <a:p>
            <a:endParaRPr lang="zh-CN" altLang="en-US" sz="80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963" y="858337"/>
            <a:ext cx="10504000" cy="970463"/>
          </a:xfrm>
          <a:prstGeom prst="rect">
            <a:avLst/>
          </a:prstGeom>
        </p:spPr>
        <p:txBody>
          <a:bodyPr anchor="ct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73963" y="2081048"/>
            <a:ext cx="6157458" cy="3945032"/>
          </a:xfrm>
          <a:prstGeom prst="rect">
            <a:avLst/>
          </a:prstGeom>
        </p:spPr>
        <p:txBody>
          <a:bodyPr/>
          <a:lstStyle/>
          <a:p>
            <a:r>
              <a:rPr lang="en-US"/>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90520" y="2081048"/>
            <a:ext cx="4023360" cy="391861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C70573E-67AD-B86C-5E43-00CBB09DA8D2}"/>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4" name="Footer Placeholder 3">
            <a:extLst>
              <a:ext uri="{FF2B5EF4-FFF2-40B4-BE49-F238E27FC236}">
                <a16:creationId xmlns:a16="http://schemas.microsoft.com/office/drawing/2014/main" id="{7DFB447B-C0E6-AC38-79AB-C5E44EC87F3F}"/>
              </a:ext>
            </a:extLst>
          </p:cNvPr>
          <p:cNvSpPr>
            <a:spLocks noGrp="1"/>
          </p:cNvSpPr>
          <p:nvPr>
            <p:ph type="ftr" sz="quarter" idx="16"/>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551E633A-C0E6-C3E6-25FE-F662A31AF441}"/>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782064354"/>
      </p:ext>
    </p:extLst>
  </p:cSld>
  <p:clrMapOvr>
    <a:masterClrMapping/>
  </p:clrMapOvr>
  <p:hf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Content Photo 16">
    <p:spTree>
      <p:nvGrpSpPr>
        <p:cNvPr id="1" name=""/>
        <p:cNvGrpSpPr/>
        <p:nvPr/>
      </p:nvGrpSpPr>
      <p:grpSpPr>
        <a:xfrm>
          <a:off x="0" y="0"/>
          <a:ext cx="0" cy="0"/>
          <a:chOff x="0" y="0"/>
          <a:chExt cx="0" cy="0"/>
        </a:xfrm>
      </p:grpSpPr>
      <p:sp>
        <p:nvSpPr>
          <p:cNvPr id="14" name="Freeform: Shape 7">
            <a:extLst>
              <a:ext uri="{FF2B5EF4-FFF2-40B4-BE49-F238E27FC236}">
                <a16:creationId xmlns:a16="http://schemas.microsoft.com/office/drawing/2014/main" id="{DCAA11E0-B11B-65C1-6C01-02D5A711CDDC}"/>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3" name="Freeform: Shape 6">
            <a:extLst>
              <a:ext uri="{FF2B5EF4-FFF2-40B4-BE49-F238E27FC236}">
                <a16:creationId xmlns:a16="http://schemas.microsoft.com/office/drawing/2014/main" id="{A7911065-19BC-DCDB-84A7-42B4FA5E2274}"/>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F8E94FEE-AEC6-81E7-5D56-6B4BF0DF94F7}"/>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52884"/>
            <a:ext cx="4672584" cy="1453896"/>
          </a:xfrm>
          <a:prstGeom prst="rect">
            <a:avLst/>
          </a:prstGeom>
        </p:spPr>
        <p:txBody>
          <a:bodyPr>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2459420"/>
            <a:ext cx="4672584" cy="3545695"/>
          </a:xfrm>
          <a:prstGeom prst="rect">
            <a:avLst/>
          </a:prstGeom>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38648" y="831919"/>
            <a:ext cx="5609353" cy="51941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0988F28-389C-38F4-56E5-92E509484E0B}"/>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4" name="Footer Placeholder 3">
            <a:extLst>
              <a:ext uri="{FF2B5EF4-FFF2-40B4-BE49-F238E27FC236}">
                <a16:creationId xmlns:a16="http://schemas.microsoft.com/office/drawing/2014/main" id="{DD49896A-D359-019B-2B0C-ABB34CB0A6E5}"/>
              </a:ext>
            </a:extLst>
          </p:cNvPr>
          <p:cNvSpPr>
            <a:spLocks noGrp="1"/>
          </p:cNvSpPr>
          <p:nvPr>
            <p:ph type="ftr" sz="quarter" idx="16"/>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2F4E6180-42B6-0CDD-17B5-07096E5DC8D8}"/>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602387064"/>
      </p:ext>
    </p:extLst>
  </p:cSld>
  <p:clrMapOvr>
    <a:masterClrMapping/>
  </p:clrMapOvr>
  <p:hf hdr="0" ftr="0" dt="0"/>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Content Photo 17">
    <p:spTree>
      <p:nvGrpSpPr>
        <p:cNvPr id="1" name=""/>
        <p:cNvGrpSpPr/>
        <p:nvPr/>
      </p:nvGrpSpPr>
      <p:grpSpPr>
        <a:xfrm>
          <a:off x="0" y="0"/>
          <a:ext cx="0" cy="0"/>
          <a:chOff x="0" y="0"/>
          <a:chExt cx="0" cy="0"/>
        </a:xfrm>
      </p:grpSpPr>
      <p:sp>
        <p:nvSpPr>
          <p:cNvPr id="13" name="Freeform: Shape 6">
            <a:extLst>
              <a:ext uri="{FF2B5EF4-FFF2-40B4-BE49-F238E27FC236}">
                <a16:creationId xmlns:a16="http://schemas.microsoft.com/office/drawing/2014/main" id="{84C7299B-33B3-292A-A0D8-EF6FE13A7BFE}"/>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4" name="Freeform: Shape 7">
            <a:extLst>
              <a:ext uri="{FF2B5EF4-FFF2-40B4-BE49-F238E27FC236}">
                <a16:creationId xmlns:a16="http://schemas.microsoft.com/office/drawing/2014/main" id="{17D06544-E1CA-463E-074F-9A0019DBA3D6}"/>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6AC428A0-E5A1-5777-D188-5B5EE751EFE2}"/>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73725"/>
            <a:ext cx="3657603" cy="1453896"/>
          </a:xfrm>
          <a:prstGeom prst="rect">
            <a:avLst/>
          </a:prstGeom>
        </p:spPr>
        <p:txBody>
          <a:bodyPr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2490951"/>
            <a:ext cx="3657603" cy="3493323"/>
          </a:xfrm>
          <a:prstGeom prst="rect">
            <a:avLst/>
          </a:prstGeom>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61186" y="831919"/>
            <a:ext cx="6586814" cy="515235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BA04C5B-0EDB-E8F8-3BA0-3A6C6F95110C}"/>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4" name="Footer Placeholder 3">
            <a:extLst>
              <a:ext uri="{FF2B5EF4-FFF2-40B4-BE49-F238E27FC236}">
                <a16:creationId xmlns:a16="http://schemas.microsoft.com/office/drawing/2014/main" id="{1864E993-20CB-FCBA-2DEB-CE5029CF1D17}"/>
              </a:ext>
            </a:extLst>
          </p:cNvPr>
          <p:cNvSpPr>
            <a:spLocks noGrp="1"/>
          </p:cNvSpPr>
          <p:nvPr>
            <p:ph type="ftr" sz="quarter" idx="16"/>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2B9FB9E0-79CD-FED7-B242-0C593C9FCF4C}"/>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809428463"/>
      </p:ext>
    </p:extLst>
  </p:cSld>
  <p:clrMapOvr>
    <a:masterClrMapping/>
  </p:clrMapOvr>
  <p:hf hdr="0" ftr="0" dt="0"/>
</p:sldLayout>
</file>

<file path=ppt/slideLayouts/slideLayout181.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13" name="Freeform: Shape 7">
            <a:extLst>
              <a:ext uri="{FF2B5EF4-FFF2-40B4-BE49-F238E27FC236}">
                <a16:creationId xmlns:a16="http://schemas.microsoft.com/office/drawing/2014/main" id="{52B2DB08-B121-4868-1745-F5DD67AA42CD}"/>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2" name="Freeform: Shape 6">
            <a:extLst>
              <a:ext uri="{FF2B5EF4-FFF2-40B4-BE49-F238E27FC236}">
                <a16:creationId xmlns:a16="http://schemas.microsoft.com/office/drawing/2014/main" id="{4821D1DA-3BE9-3F8C-0F60-CF865B886CBE}"/>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4" name="Freeform: Shape">
            <a:extLst>
              <a:ext uri="{FF2B5EF4-FFF2-40B4-BE49-F238E27FC236}">
                <a16:creationId xmlns:a16="http://schemas.microsoft.com/office/drawing/2014/main" id="{AD053B1F-902F-5F6A-3272-7B8A00762594}"/>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831918"/>
            <a:ext cx="10521992" cy="4069265"/>
          </a:xfrm>
          <a:prstGeom prst="rect">
            <a:avLst/>
          </a:prstGeom>
        </p:spPr>
        <p:txBody>
          <a:bodyPr anchor="b">
            <a:normAutofit/>
          </a:bodyPr>
          <a:lstStyle>
            <a:lvl1pPr algn="l">
              <a:defRPr sz="23200">
                <a:solidFill>
                  <a:schemeClr val="accent1">
                    <a:lumMod val="75000"/>
                  </a:schemeClr>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43999" y="5076496"/>
            <a:ext cx="7559021" cy="949583"/>
          </a:xfrm>
          <a:prstGeom prst="rect">
            <a:avLst/>
          </a:prstGeom>
        </p:spPr>
        <p:txBody>
          <a:bodyPr anchor="t">
            <a:normAutofit/>
          </a:bodyPr>
          <a:lstStyle>
            <a:lvl1pPr marL="0" indent="0" algn="l">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AAAF1071-E281-C1B6-D2CE-4D856B1C40A1}"/>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8" name="Footer Placeholder 7">
            <a:extLst>
              <a:ext uri="{FF2B5EF4-FFF2-40B4-BE49-F238E27FC236}">
                <a16:creationId xmlns:a16="http://schemas.microsoft.com/office/drawing/2014/main" id="{EC61053C-726D-4ECB-0C18-7623699CD607}"/>
              </a:ext>
            </a:extLst>
          </p:cNvPr>
          <p:cNvSpPr>
            <a:spLocks noGrp="1"/>
          </p:cNvSpPr>
          <p:nvPr>
            <p:ph type="ftr" sz="quarter" idx="11"/>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B1E359BE-9A8D-44D0-2D64-586901EDAEA3}"/>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962638194"/>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13" name="Freeform: Shape 7">
            <a:extLst>
              <a:ext uri="{FF2B5EF4-FFF2-40B4-BE49-F238E27FC236}">
                <a16:creationId xmlns:a16="http://schemas.microsoft.com/office/drawing/2014/main" id="{17317A40-8DAE-B452-2C7C-4F1BDF4E66B7}"/>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2" name="Freeform: Shape 6">
            <a:extLst>
              <a:ext uri="{FF2B5EF4-FFF2-40B4-BE49-F238E27FC236}">
                <a16:creationId xmlns:a16="http://schemas.microsoft.com/office/drawing/2014/main" id="{FBFB3BCE-7230-CF4C-FCE3-7BE4CC024438}"/>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4" name="Freeform: Shape">
            <a:extLst>
              <a:ext uri="{FF2B5EF4-FFF2-40B4-BE49-F238E27FC236}">
                <a16:creationId xmlns:a16="http://schemas.microsoft.com/office/drawing/2014/main" id="{A1CDECED-EAF3-EBC3-A28E-2E8314045D0E}"/>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61992" y="831918"/>
            <a:ext cx="10486008" cy="3977825"/>
          </a:xfrm>
          <a:prstGeom prst="rect">
            <a:avLst/>
          </a:prstGeom>
        </p:spPr>
        <p:txBody>
          <a:bodyPr anchor="b">
            <a:normAutofit/>
          </a:bodyPr>
          <a:lstStyle>
            <a:lvl1pPr algn="ctr">
              <a:defRPr sz="23200">
                <a:solidFill>
                  <a:schemeClr val="accent1">
                    <a:lumMod val="75000"/>
                  </a:schemeClr>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97668"/>
            <a:ext cx="7525512" cy="1028411"/>
          </a:xfrm>
          <a:prstGeom prst="rect">
            <a:avLst/>
          </a:prstGeom>
        </p:spPr>
        <p:txBody>
          <a:bodyPr anchor="t">
            <a:normAutofit/>
          </a:bodyPr>
          <a:lstStyle>
            <a:lvl1pPr marL="0" indent="0" algn="ctr">
              <a:buNone/>
              <a:defRPr sz="2800" cap="none" baseline="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FFFA1E89-0726-7AE8-B473-CC1601D8573B}"/>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8" name="Footer Placeholder 7">
            <a:extLst>
              <a:ext uri="{FF2B5EF4-FFF2-40B4-BE49-F238E27FC236}">
                <a16:creationId xmlns:a16="http://schemas.microsoft.com/office/drawing/2014/main" id="{C7C335BB-BB3B-64F0-9435-281177D207FA}"/>
              </a:ext>
            </a:extLst>
          </p:cNvPr>
          <p:cNvSpPr>
            <a:spLocks noGrp="1"/>
          </p:cNvSpPr>
          <p:nvPr>
            <p:ph type="ftr" sz="quarter" idx="11"/>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FF8DAAC1-AAC5-8BA9-3530-888919CB8FD9}"/>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202518753"/>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a:extLst>
              <a:ext uri="{FF2B5EF4-FFF2-40B4-BE49-F238E27FC236}">
                <a16:creationId xmlns:a16="http://schemas.microsoft.com/office/drawing/2014/main" id="{699A8CE9-133B-4DFE-81F6-2BA63F22163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a:prstGeom prst="rect">
            <a:avLst/>
          </a:prstGeom>
        </p:spPr>
        <p:txBody>
          <a:bodyPr anchor="b">
            <a:normAutofit/>
          </a:bodyPr>
          <a:lstStyle>
            <a:lvl1pPr algn="ctr">
              <a:defRPr sz="23200">
                <a:solidFill>
                  <a:schemeClr val="tx1"/>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p:nvPr>
        </p:nvSpPr>
        <p:spPr>
          <a:xfrm>
            <a:off x="2377440" y="4997668"/>
            <a:ext cx="7525512" cy="1028411"/>
          </a:xfrm>
          <a:prstGeom prst="rect">
            <a:avLst/>
          </a:prstGeo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Date Placeholder 1">
            <a:extLst>
              <a:ext uri="{FF2B5EF4-FFF2-40B4-BE49-F238E27FC236}">
                <a16:creationId xmlns:a16="http://schemas.microsoft.com/office/drawing/2014/main" id="{7C290FCC-3946-BBF5-86C2-35CD985690D2}"/>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3" name="Footer Placeholder 2">
            <a:extLst>
              <a:ext uri="{FF2B5EF4-FFF2-40B4-BE49-F238E27FC236}">
                <a16:creationId xmlns:a16="http://schemas.microsoft.com/office/drawing/2014/main" id="{92BE5BFE-B04D-D3EF-797A-7B9994615AFA}"/>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F57E59E4-8E63-D807-6E38-7E3D0E58C9BA}"/>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4263948843"/>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8" name="Freeform: Shape 2">
            <a:extLst>
              <a:ext uri="{FF2B5EF4-FFF2-40B4-BE49-F238E27FC236}">
                <a16:creationId xmlns:a16="http://schemas.microsoft.com/office/drawing/2014/main" id="{11E94799-63BC-BCB8-1489-4D9D8D48B32C}"/>
              </a:ext>
              <a:ext uri="{C183D7F6-B498-43B3-948B-1728B52AA6E4}">
                <adec:decorative xmlns:adec="http://schemas.microsoft.com/office/drawing/2017/decorative" val="1"/>
              </a:ext>
            </a:extLst>
          </p:cNvPr>
          <p:cNvSpPr/>
          <p:nvPr/>
        </p:nvSpPr>
        <p:spPr>
          <a:xfrm rot="5400000">
            <a:off x="10171818" y="673395"/>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9" name="Freeform: Shape 6">
            <a:extLst>
              <a:ext uri="{FF2B5EF4-FFF2-40B4-BE49-F238E27FC236}">
                <a16:creationId xmlns:a16="http://schemas.microsoft.com/office/drawing/2014/main" id="{FD540DA1-B49D-A2EB-D2ED-EBC78B7426B8}"/>
              </a:ext>
              <a:ext uri="{C183D7F6-B498-43B3-948B-1728B52AA6E4}">
                <adec:decorative xmlns:adec="http://schemas.microsoft.com/office/drawing/2017/decorative" val="1"/>
              </a:ext>
            </a:extLst>
          </p:cNvPr>
          <p:cNvSpPr/>
          <p:nvPr/>
        </p:nvSpPr>
        <p:spPr>
          <a:xfrm rot="5400000">
            <a:off x="10845212" y="1"/>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0" name="Freeform: Shape 23">
            <a:extLst>
              <a:ext uri="{FF2B5EF4-FFF2-40B4-BE49-F238E27FC236}">
                <a16:creationId xmlns:a16="http://schemas.microsoft.com/office/drawing/2014/main" id="{2BCDBC09-2E11-64B7-0EB2-DCA58FFC0E82}"/>
              </a:ext>
              <a:ext uri="{C183D7F6-B498-43B3-948B-1728B52AA6E4}">
                <adec:decorative xmlns:adec="http://schemas.microsoft.com/office/drawing/2017/decorative" val="1"/>
              </a:ext>
            </a:extLst>
          </p:cNvPr>
          <p:cNvSpPr/>
          <p:nvPr/>
        </p:nvSpPr>
        <p:spPr>
          <a:xfrm rot="5400000">
            <a:off x="9498424" y="1"/>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24">
            <a:extLst>
              <a:ext uri="{FF2B5EF4-FFF2-40B4-BE49-F238E27FC236}">
                <a16:creationId xmlns:a16="http://schemas.microsoft.com/office/drawing/2014/main" id="{A4BC69EB-5FF9-6523-A063-44AE45A3F184}"/>
              </a:ext>
              <a:ext uri="{C183D7F6-B498-43B3-948B-1728B52AA6E4}">
                <adec:decorative xmlns:adec="http://schemas.microsoft.com/office/drawing/2017/decorative" val="1"/>
              </a:ext>
            </a:extLst>
          </p:cNvPr>
          <p:cNvSpPr/>
          <p:nvPr/>
        </p:nvSpPr>
        <p:spPr>
          <a:xfrm rot="5400000">
            <a:off x="11518606" y="1"/>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2" name="TextBox 14">
            <a:extLst>
              <a:ext uri="{FF2B5EF4-FFF2-40B4-BE49-F238E27FC236}">
                <a16:creationId xmlns:a16="http://schemas.microsoft.com/office/drawing/2014/main" id="{342E6E36-8088-27A9-66B1-C52E2D129AAF}"/>
              </a:ext>
              <a:ext uri="{C183D7F6-B498-43B3-948B-1728B52AA6E4}">
                <adec:decorative xmlns:adec="http://schemas.microsoft.com/office/drawing/2017/decorative" val="1"/>
              </a:ext>
            </a:extLst>
          </p:cNvPr>
          <p:cNvSpPr txBox="1"/>
          <p:nvPr/>
        </p:nvSpPr>
        <p:spPr>
          <a:xfrm>
            <a:off x="10084140" y="2201077"/>
            <a:ext cx="757436" cy="757436"/>
          </a:xfrm>
          <a:prstGeom prst="rect">
            <a:avLst/>
          </a:prstGeom>
          <a:solidFill>
            <a:schemeClr val="accent4"/>
          </a:solidFill>
        </p:spPr>
        <p:txBody>
          <a:bodyPr lIns="33867" tIns="33867" rIns="33867" bIns="33867" rtlCol="0" anchor="ctr"/>
          <a:lstStyle/>
          <a:p>
            <a:pPr algn="ctr">
              <a:lnSpc>
                <a:spcPts val="1759"/>
              </a:lnSpc>
            </a:pPr>
            <a:endParaRPr sz="800"/>
          </a:p>
        </p:txBody>
      </p:sp>
      <p:sp>
        <p:nvSpPr>
          <p:cNvPr id="13" name="Freeform: Shape 16">
            <a:extLst>
              <a:ext uri="{FF2B5EF4-FFF2-40B4-BE49-F238E27FC236}">
                <a16:creationId xmlns:a16="http://schemas.microsoft.com/office/drawing/2014/main" id="{B03F2498-911C-16C8-0113-EF4D3DD26316}"/>
              </a:ext>
              <a:ext uri="{C183D7F6-B498-43B3-948B-1728B52AA6E4}">
                <adec:decorative xmlns:adec="http://schemas.microsoft.com/office/drawing/2017/decorative" val="1"/>
              </a:ext>
            </a:extLst>
          </p:cNvPr>
          <p:cNvSpPr/>
          <p:nvPr/>
        </p:nvSpPr>
        <p:spPr>
          <a:xfrm>
            <a:off x="10841576" y="1346789"/>
            <a:ext cx="755031" cy="854288"/>
          </a:xfrm>
          <a:custGeom>
            <a:avLst/>
            <a:gdLst>
              <a:gd name="connsiteX0" fmla="*/ 0 w 457200"/>
              <a:gd name="connsiteY0" fmla="*/ 0 h 517303"/>
              <a:gd name="connsiteX1" fmla="*/ 451141 w 457200"/>
              <a:gd name="connsiteY1" fmla="*/ 0 h 517303"/>
              <a:gd name="connsiteX2" fmla="*/ 457200 w 457200"/>
              <a:gd name="connsiteY2" fmla="*/ 60103 h 517303"/>
              <a:gd name="connsiteX3" fmla="*/ 0 w 457200"/>
              <a:gd name="connsiteY3" fmla="*/ 517303 h 517303"/>
            </a:gdLst>
            <a:ahLst/>
            <a:cxnLst>
              <a:cxn ang="0">
                <a:pos x="connsiteX0" y="connsiteY0"/>
              </a:cxn>
              <a:cxn ang="0">
                <a:pos x="connsiteX1" y="connsiteY1"/>
              </a:cxn>
              <a:cxn ang="0">
                <a:pos x="connsiteX2" y="connsiteY2"/>
              </a:cxn>
              <a:cxn ang="0">
                <a:pos x="connsiteX3" y="connsiteY3"/>
              </a:cxn>
            </a:cxnLst>
            <a:rect l="l" t="t" r="r" b="b"/>
            <a:pathLst>
              <a:path w="457200" h="517303">
                <a:moveTo>
                  <a:pt x="0" y="0"/>
                </a:moveTo>
                <a:lnTo>
                  <a:pt x="451141" y="0"/>
                </a:lnTo>
                <a:lnTo>
                  <a:pt x="457200" y="60103"/>
                </a:lnTo>
                <a:cubicBezTo>
                  <a:pt x="457200" y="312608"/>
                  <a:pt x="252505" y="517303"/>
                  <a:pt x="0" y="51730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Freeform: Shape 2">
            <a:extLst>
              <a:ext uri="{FF2B5EF4-FFF2-40B4-BE49-F238E27FC236}">
                <a16:creationId xmlns:a16="http://schemas.microsoft.com/office/drawing/2014/main" id="{D4FDC48E-302A-10B0-5F85-FCB1F78471F6}"/>
              </a:ext>
              <a:ext uri="{C183D7F6-B498-43B3-948B-1728B52AA6E4}">
                <adec:decorative xmlns:adec="http://schemas.microsoft.com/office/drawing/2017/decorative" val="1"/>
              </a:ext>
            </a:extLst>
          </p:cNvPr>
          <p:cNvSpPr/>
          <p:nvPr/>
        </p:nvSpPr>
        <p:spPr>
          <a:xfrm rot="16200000" flipH="1">
            <a:off x="11514970" y="3631907"/>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6" name="Freeform: Shape 6">
            <a:extLst>
              <a:ext uri="{FF2B5EF4-FFF2-40B4-BE49-F238E27FC236}">
                <a16:creationId xmlns:a16="http://schemas.microsoft.com/office/drawing/2014/main" id="{A77E37BE-D4A9-251E-5386-368D3EF87739}"/>
              </a:ext>
              <a:ext uri="{C183D7F6-B498-43B3-948B-1728B52AA6E4}">
                <adec:decorative xmlns:adec="http://schemas.microsoft.com/office/drawing/2017/decorative" val="1"/>
              </a:ext>
            </a:extLst>
          </p:cNvPr>
          <p:cNvSpPr/>
          <p:nvPr/>
        </p:nvSpPr>
        <p:spPr>
          <a:xfrm rot="16200000" flipH="1">
            <a:off x="10841576" y="2958513"/>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7" name="Freeform: Shape 23">
            <a:extLst>
              <a:ext uri="{FF2B5EF4-FFF2-40B4-BE49-F238E27FC236}">
                <a16:creationId xmlns:a16="http://schemas.microsoft.com/office/drawing/2014/main" id="{6BD0AAE6-DF1C-928D-37AD-EAF419C973DC}"/>
              </a:ext>
              <a:ext uri="{C183D7F6-B498-43B3-948B-1728B52AA6E4}">
                <adec:decorative xmlns:adec="http://schemas.microsoft.com/office/drawing/2017/decorative" val="1"/>
              </a:ext>
            </a:extLst>
          </p:cNvPr>
          <p:cNvSpPr/>
          <p:nvPr/>
        </p:nvSpPr>
        <p:spPr>
          <a:xfrm rot="5400000">
            <a:off x="11518606" y="2285119"/>
            <a:ext cx="673394" cy="67339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a:prstGeom prst="rect">
            <a:avLst/>
          </a:prstGeo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290337B1-9910-EDCF-BF96-335334F420E6}"/>
              </a:ext>
            </a:extLst>
          </p:cNvPr>
          <p:cNvSpPr>
            <a:spLocks noGrp="1"/>
          </p:cNvSpPr>
          <p:nvPr>
            <p:ph type="dt" sz="half" idx="14"/>
          </p:nvPr>
        </p:nvSpPr>
        <p:spPr>
          <a:xfrm>
            <a:off x="657225" y="6400800"/>
            <a:ext cx="2743200" cy="266700"/>
          </a:xfrm>
          <a:prstGeom prst="rect">
            <a:avLst/>
          </a:prstGeom>
        </p:spPr>
        <p:txBody>
          <a:bodyPr/>
          <a:lstStyle/>
          <a:p>
            <a:r>
              <a:rPr lang="en-US"/>
              <a:t>00/00/00</a:t>
            </a:r>
            <a:endParaRPr lang="en-US" dirty="0"/>
          </a:p>
        </p:txBody>
      </p:sp>
      <p:sp>
        <p:nvSpPr>
          <p:cNvPr id="14" name="Footer Placeholder 13">
            <a:extLst>
              <a:ext uri="{FF2B5EF4-FFF2-40B4-BE49-F238E27FC236}">
                <a16:creationId xmlns:a16="http://schemas.microsoft.com/office/drawing/2014/main" id="{82C8A281-6EF9-7F3C-80A8-D9840080DCB8}"/>
              </a:ext>
            </a:extLst>
          </p:cNvPr>
          <p:cNvSpPr>
            <a:spLocks noGrp="1"/>
          </p:cNvSpPr>
          <p:nvPr>
            <p:ph type="ftr" sz="quarter" idx="15"/>
          </p:nvPr>
        </p:nvSpPr>
        <p:spPr>
          <a:xfrm>
            <a:off x="3800475" y="6400800"/>
            <a:ext cx="3657600" cy="266700"/>
          </a:xfrm>
        </p:spPr>
        <p:txBody>
          <a:bodyPr/>
          <a:lstStyle/>
          <a:p>
            <a:endParaRPr lang="en-US" dirty="0"/>
          </a:p>
        </p:txBody>
      </p:sp>
      <p:sp>
        <p:nvSpPr>
          <p:cNvPr id="18" name="Slide Number Placeholder 17">
            <a:extLst>
              <a:ext uri="{FF2B5EF4-FFF2-40B4-BE49-F238E27FC236}">
                <a16:creationId xmlns:a16="http://schemas.microsoft.com/office/drawing/2014/main" id="{B08D3C1A-BE62-4272-E866-C7EBB6B3FB19}"/>
              </a:ext>
            </a:extLst>
          </p:cNvPr>
          <p:cNvSpPr>
            <a:spLocks noGrp="1"/>
          </p:cNvSpPr>
          <p:nvPr>
            <p:ph type="sldNum" sz="half" idx="16"/>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63240915"/>
      </p:ext>
    </p:extLst>
  </p:cSld>
  <p:clrMapOvr>
    <a:masterClrMapping/>
  </p:clrMapOvr>
  <p:hf hdr="0" ftr="0" dt="0"/>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18" name="Freeform: Shape 2">
            <a:extLst>
              <a:ext uri="{FF2B5EF4-FFF2-40B4-BE49-F238E27FC236}">
                <a16:creationId xmlns:a16="http://schemas.microsoft.com/office/drawing/2014/main" id="{3ACCA112-8869-1A0C-CDCC-224287B53965}"/>
              </a:ext>
              <a:ext uri="{C183D7F6-B498-43B3-948B-1728B52AA6E4}">
                <adec:decorative xmlns:adec="http://schemas.microsoft.com/office/drawing/2017/decorative" val="1"/>
              </a:ext>
            </a:extLst>
          </p:cNvPr>
          <p:cNvSpPr/>
          <p:nvPr/>
        </p:nvSpPr>
        <p:spPr>
          <a:xfrm rot="5400000">
            <a:off x="10688341" y="501219"/>
            <a:ext cx="501219" cy="501219"/>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4"/>
          </a:solidFill>
          <a:ln cap="sq">
            <a:noFill/>
            <a:prstDash val="solid"/>
            <a:miter/>
          </a:ln>
        </p:spPr>
        <p:txBody>
          <a:bodyPr/>
          <a:lstStyle/>
          <a:p>
            <a:endParaRPr lang="zh-CN" altLang="en-US" sz="800"/>
          </a:p>
        </p:txBody>
      </p:sp>
      <p:sp>
        <p:nvSpPr>
          <p:cNvPr id="19" name="Freeform: Shape 6">
            <a:extLst>
              <a:ext uri="{FF2B5EF4-FFF2-40B4-BE49-F238E27FC236}">
                <a16:creationId xmlns:a16="http://schemas.microsoft.com/office/drawing/2014/main" id="{6540C8DC-A7FC-C521-0770-369CC46FD304}"/>
              </a:ext>
              <a:ext uri="{C183D7F6-B498-43B3-948B-1728B52AA6E4}">
                <adec:decorative xmlns:adec="http://schemas.microsoft.com/office/drawing/2017/decorative" val="1"/>
              </a:ext>
            </a:extLst>
          </p:cNvPr>
          <p:cNvSpPr/>
          <p:nvPr/>
        </p:nvSpPr>
        <p:spPr>
          <a:xfrm rot="5400000">
            <a:off x="11189561" y="0"/>
            <a:ext cx="501219" cy="501219"/>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20" name="Freeform: Shape 23">
            <a:extLst>
              <a:ext uri="{FF2B5EF4-FFF2-40B4-BE49-F238E27FC236}">
                <a16:creationId xmlns:a16="http://schemas.microsoft.com/office/drawing/2014/main" id="{DD5F843F-8696-715C-7C44-1A1DAFFA651E}"/>
              </a:ext>
              <a:ext uri="{C183D7F6-B498-43B3-948B-1728B52AA6E4}">
                <adec:decorative xmlns:adec="http://schemas.microsoft.com/office/drawing/2017/decorative" val="1"/>
              </a:ext>
            </a:extLst>
          </p:cNvPr>
          <p:cNvSpPr/>
          <p:nvPr/>
        </p:nvSpPr>
        <p:spPr>
          <a:xfrm rot="5400000">
            <a:off x="10187122" y="0"/>
            <a:ext cx="501219" cy="501219"/>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21" name="Freeform: Shape 24">
            <a:extLst>
              <a:ext uri="{FF2B5EF4-FFF2-40B4-BE49-F238E27FC236}">
                <a16:creationId xmlns:a16="http://schemas.microsoft.com/office/drawing/2014/main" id="{2775C91A-36F1-4FF1-92B9-70DE7C46B535}"/>
              </a:ext>
              <a:ext uri="{C183D7F6-B498-43B3-948B-1728B52AA6E4}">
                <adec:decorative xmlns:adec="http://schemas.microsoft.com/office/drawing/2017/decorative" val="1"/>
              </a:ext>
            </a:extLst>
          </p:cNvPr>
          <p:cNvSpPr/>
          <p:nvPr/>
        </p:nvSpPr>
        <p:spPr>
          <a:xfrm rot="5400000">
            <a:off x="11690780" y="0"/>
            <a:ext cx="501219" cy="501219"/>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22" name="Freeform: Shape 16">
            <a:extLst>
              <a:ext uri="{FF2B5EF4-FFF2-40B4-BE49-F238E27FC236}">
                <a16:creationId xmlns:a16="http://schemas.microsoft.com/office/drawing/2014/main" id="{8E141CF9-AEBF-875F-BAAE-E8EDD3DA364B}"/>
              </a:ext>
              <a:ext uri="{C183D7F6-B498-43B3-948B-1728B52AA6E4}">
                <adec:decorative xmlns:adec="http://schemas.microsoft.com/office/drawing/2017/decorative" val="1"/>
              </a:ext>
            </a:extLst>
          </p:cNvPr>
          <p:cNvSpPr/>
          <p:nvPr/>
        </p:nvSpPr>
        <p:spPr>
          <a:xfrm>
            <a:off x="11186854" y="1002438"/>
            <a:ext cx="561983" cy="635862"/>
          </a:xfrm>
          <a:custGeom>
            <a:avLst/>
            <a:gdLst>
              <a:gd name="connsiteX0" fmla="*/ 0 w 457200"/>
              <a:gd name="connsiteY0" fmla="*/ 0 h 517303"/>
              <a:gd name="connsiteX1" fmla="*/ 451141 w 457200"/>
              <a:gd name="connsiteY1" fmla="*/ 0 h 517303"/>
              <a:gd name="connsiteX2" fmla="*/ 457200 w 457200"/>
              <a:gd name="connsiteY2" fmla="*/ 60103 h 517303"/>
              <a:gd name="connsiteX3" fmla="*/ 0 w 457200"/>
              <a:gd name="connsiteY3" fmla="*/ 517303 h 517303"/>
            </a:gdLst>
            <a:ahLst/>
            <a:cxnLst>
              <a:cxn ang="0">
                <a:pos x="connsiteX0" y="connsiteY0"/>
              </a:cxn>
              <a:cxn ang="0">
                <a:pos x="connsiteX1" y="connsiteY1"/>
              </a:cxn>
              <a:cxn ang="0">
                <a:pos x="connsiteX2" y="connsiteY2"/>
              </a:cxn>
              <a:cxn ang="0">
                <a:pos x="connsiteX3" y="connsiteY3"/>
              </a:cxn>
            </a:cxnLst>
            <a:rect l="l" t="t" r="r" b="b"/>
            <a:pathLst>
              <a:path w="457200" h="517303">
                <a:moveTo>
                  <a:pt x="0" y="0"/>
                </a:moveTo>
                <a:lnTo>
                  <a:pt x="451141" y="0"/>
                </a:lnTo>
                <a:lnTo>
                  <a:pt x="457200" y="60103"/>
                </a:lnTo>
                <a:cubicBezTo>
                  <a:pt x="457200" y="312608"/>
                  <a:pt x="252505" y="517303"/>
                  <a:pt x="0" y="51730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4" name="Freeform: Shape">
            <a:extLst>
              <a:ext uri="{FF2B5EF4-FFF2-40B4-BE49-F238E27FC236}">
                <a16:creationId xmlns:a16="http://schemas.microsoft.com/office/drawing/2014/main" id="{311181E6-B0BB-31AF-6611-4B5F34F72F05}"/>
              </a:ext>
              <a:ext uri="{C183D7F6-B498-43B3-948B-1728B52AA6E4}">
                <adec:decorative xmlns:adec="http://schemas.microsoft.com/office/drawing/2017/decorative" val="1"/>
              </a:ext>
            </a:extLst>
          </p:cNvPr>
          <p:cNvSpPr/>
          <p:nvPr/>
        </p:nvSpPr>
        <p:spPr>
          <a:xfrm>
            <a:off x="1" y="6197920"/>
            <a:ext cx="657225" cy="660080"/>
          </a:xfrm>
          <a:custGeom>
            <a:avLst/>
            <a:gdLst>
              <a:gd name="connsiteX0" fmla="*/ 0 w 657225"/>
              <a:gd name="connsiteY0" fmla="*/ 0 h 660080"/>
              <a:gd name="connsiteX1" fmla="*/ 129919 w 657225"/>
              <a:gd name="connsiteY1" fmla="*/ 13097 h 660080"/>
              <a:gd name="connsiteX2" fmla="*/ 657225 w 657225"/>
              <a:gd name="connsiteY2" fmla="*/ 660080 h 660080"/>
              <a:gd name="connsiteX3" fmla="*/ 0 w 657225"/>
              <a:gd name="connsiteY3" fmla="*/ 660080 h 660080"/>
            </a:gdLst>
            <a:ahLst/>
            <a:cxnLst>
              <a:cxn ang="0">
                <a:pos x="connsiteX0" y="connsiteY0"/>
              </a:cxn>
              <a:cxn ang="0">
                <a:pos x="connsiteX1" y="connsiteY1"/>
              </a:cxn>
              <a:cxn ang="0">
                <a:pos x="connsiteX2" y="connsiteY2"/>
              </a:cxn>
              <a:cxn ang="0">
                <a:pos x="connsiteX3" y="connsiteY3"/>
              </a:cxn>
            </a:cxnLst>
            <a:rect l="l" t="t" r="r" b="b"/>
            <a:pathLst>
              <a:path w="657225" h="660080">
                <a:moveTo>
                  <a:pt x="0" y="0"/>
                </a:moveTo>
                <a:lnTo>
                  <a:pt x="129919" y="13097"/>
                </a:lnTo>
                <a:cubicBezTo>
                  <a:pt x="430852" y="74677"/>
                  <a:pt x="657225" y="340942"/>
                  <a:pt x="657225" y="660080"/>
                </a:cubicBezTo>
                <a:lnTo>
                  <a:pt x="0" y="66008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a:prstGeom prst="rect">
            <a:avLst/>
          </a:prstGeo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CA90B3AF-9AC6-42D4-7274-EB8F4AA280CE}"/>
              </a:ext>
            </a:extLst>
          </p:cNvPr>
          <p:cNvSpPr>
            <a:spLocks noGrp="1"/>
          </p:cNvSpPr>
          <p:nvPr>
            <p:ph type="dt" sz="half" idx="14"/>
          </p:nvPr>
        </p:nvSpPr>
        <p:spPr>
          <a:xfrm>
            <a:off x="657225" y="6400800"/>
            <a:ext cx="2743200" cy="266700"/>
          </a:xfrm>
          <a:prstGeom prst="rect">
            <a:avLst/>
          </a:prstGeom>
        </p:spPr>
        <p:txBody>
          <a:bodyPr/>
          <a:lstStyle/>
          <a:p>
            <a:r>
              <a:rPr lang="en-US"/>
              <a:t>00/00/00</a:t>
            </a:r>
            <a:endParaRPr lang="en-US" dirty="0"/>
          </a:p>
        </p:txBody>
      </p:sp>
      <p:sp>
        <p:nvSpPr>
          <p:cNvPr id="8" name="Footer Placeholder 7">
            <a:extLst>
              <a:ext uri="{FF2B5EF4-FFF2-40B4-BE49-F238E27FC236}">
                <a16:creationId xmlns:a16="http://schemas.microsoft.com/office/drawing/2014/main" id="{819658F4-4646-63A5-377A-469BF0AC0ABB}"/>
              </a:ext>
            </a:extLst>
          </p:cNvPr>
          <p:cNvSpPr>
            <a:spLocks noGrp="1"/>
          </p:cNvSpPr>
          <p:nvPr>
            <p:ph type="ftr" sz="quarter" idx="15"/>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68456835-400D-F626-4FAF-02CDB7A47926}"/>
              </a:ext>
            </a:extLst>
          </p:cNvPr>
          <p:cNvSpPr>
            <a:spLocks noGrp="1"/>
          </p:cNvSpPr>
          <p:nvPr>
            <p:ph type="sldNum" sz="half" idx="16"/>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316887289"/>
      </p:ext>
    </p:extLst>
  </p:cSld>
  <p:clrMapOvr>
    <a:masterClrMapping/>
  </p:clrMapOvr>
  <p:hf hdr="0" ftr="0" dt="0"/>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Freeform: Shape 2">
            <a:extLst>
              <a:ext uri="{FF2B5EF4-FFF2-40B4-BE49-F238E27FC236}">
                <a16:creationId xmlns:a16="http://schemas.microsoft.com/office/drawing/2014/main" id="{6B94B59D-AF5F-A11A-E868-E1A06E6BDC93}"/>
              </a:ext>
              <a:ext uri="{C183D7F6-B498-43B3-948B-1728B52AA6E4}">
                <adec:decorative xmlns:adec="http://schemas.microsoft.com/office/drawing/2017/decorative" val="1"/>
              </a:ext>
            </a:extLst>
          </p:cNvPr>
          <p:cNvSpPr/>
          <p:nvPr/>
        </p:nvSpPr>
        <p:spPr>
          <a:xfrm rot="5400000">
            <a:off x="10688341" y="501219"/>
            <a:ext cx="501219" cy="501219"/>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4"/>
          </a:solidFill>
          <a:ln cap="sq">
            <a:noFill/>
            <a:prstDash val="solid"/>
            <a:miter/>
          </a:ln>
        </p:spPr>
        <p:txBody>
          <a:bodyPr/>
          <a:lstStyle/>
          <a:p>
            <a:endParaRPr lang="zh-CN" altLang="en-US" sz="800"/>
          </a:p>
        </p:txBody>
      </p:sp>
      <p:sp>
        <p:nvSpPr>
          <p:cNvPr id="8" name="Freeform: Shape 6">
            <a:extLst>
              <a:ext uri="{FF2B5EF4-FFF2-40B4-BE49-F238E27FC236}">
                <a16:creationId xmlns:a16="http://schemas.microsoft.com/office/drawing/2014/main" id="{B262959B-9742-05DD-A654-9E07F4D139EE}"/>
              </a:ext>
              <a:ext uri="{C183D7F6-B498-43B3-948B-1728B52AA6E4}">
                <adec:decorative xmlns:adec="http://schemas.microsoft.com/office/drawing/2017/decorative" val="1"/>
              </a:ext>
            </a:extLst>
          </p:cNvPr>
          <p:cNvSpPr/>
          <p:nvPr/>
        </p:nvSpPr>
        <p:spPr>
          <a:xfrm rot="5400000">
            <a:off x="11189561" y="0"/>
            <a:ext cx="501219" cy="501219"/>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9" name="Freeform: Shape 23">
            <a:extLst>
              <a:ext uri="{FF2B5EF4-FFF2-40B4-BE49-F238E27FC236}">
                <a16:creationId xmlns:a16="http://schemas.microsoft.com/office/drawing/2014/main" id="{E02E743E-60C9-F1D4-B1CB-7D4687B18E53}"/>
              </a:ext>
              <a:ext uri="{C183D7F6-B498-43B3-948B-1728B52AA6E4}">
                <adec:decorative xmlns:adec="http://schemas.microsoft.com/office/drawing/2017/decorative" val="1"/>
              </a:ext>
            </a:extLst>
          </p:cNvPr>
          <p:cNvSpPr/>
          <p:nvPr/>
        </p:nvSpPr>
        <p:spPr>
          <a:xfrm rot="5400000">
            <a:off x="10187122" y="0"/>
            <a:ext cx="501219" cy="501219"/>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0" name="Freeform: Shape 24">
            <a:extLst>
              <a:ext uri="{FF2B5EF4-FFF2-40B4-BE49-F238E27FC236}">
                <a16:creationId xmlns:a16="http://schemas.microsoft.com/office/drawing/2014/main" id="{018C9B81-FC02-738C-3A43-389EB87F6FA4}"/>
              </a:ext>
              <a:ext uri="{C183D7F6-B498-43B3-948B-1728B52AA6E4}">
                <adec:decorative xmlns:adec="http://schemas.microsoft.com/office/drawing/2017/decorative" val="1"/>
              </a:ext>
            </a:extLst>
          </p:cNvPr>
          <p:cNvSpPr/>
          <p:nvPr/>
        </p:nvSpPr>
        <p:spPr>
          <a:xfrm rot="5400000">
            <a:off x="11690780" y="0"/>
            <a:ext cx="501219" cy="501219"/>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1" name="Freeform: Shape 16">
            <a:extLst>
              <a:ext uri="{FF2B5EF4-FFF2-40B4-BE49-F238E27FC236}">
                <a16:creationId xmlns:a16="http://schemas.microsoft.com/office/drawing/2014/main" id="{494A4EFC-CDED-8817-BE64-ECEE99D73296}"/>
              </a:ext>
              <a:ext uri="{C183D7F6-B498-43B3-948B-1728B52AA6E4}">
                <adec:decorative xmlns:adec="http://schemas.microsoft.com/office/drawing/2017/decorative" val="1"/>
              </a:ext>
            </a:extLst>
          </p:cNvPr>
          <p:cNvSpPr/>
          <p:nvPr/>
        </p:nvSpPr>
        <p:spPr>
          <a:xfrm>
            <a:off x="11186854" y="1002438"/>
            <a:ext cx="561983" cy="635862"/>
          </a:xfrm>
          <a:custGeom>
            <a:avLst/>
            <a:gdLst>
              <a:gd name="connsiteX0" fmla="*/ 0 w 457200"/>
              <a:gd name="connsiteY0" fmla="*/ 0 h 517303"/>
              <a:gd name="connsiteX1" fmla="*/ 451141 w 457200"/>
              <a:gd name="connsiteY1" fmla="*/ 0 h 517303"/>
              <a:gd name="connsiteX2" fmla="*/ 457200 w 457200"/>
              <a:gd name="connsiteY2" fmla="*/ 60103 h 517303"/>
              <a:gd name="connsiteX3" fmla="*/ 0 w 457200"/>
              <a:gd name="connsiteY3" fmla="*/ 517303 h 517303"/>
            </a:gdLst>
            <a:ahLst/>
            <a:cxnLst>
              <a:cxn ang="0">
                <a:pos x="connsiteX0" y="connsiteY0"/>
              </a:cxn>
              <a:cxn ang="0">
                <a:pos x="connsiteX1" y="connsiteY1"/>
              </a:cxn>
              <a:cxn ang="0">
                <a:pos x="connsiteX2" y="connsiteY2"/>
              </a:cxn>
              <a:cxn ang="0">
                <a:pos x="connsiteX3" y="connsiteY3"/>
              </a:cxn>
            </a:cxnLst>
            <a:rect l="l" t="t" r="r" b="b"/>
            <a:pathLst>
              <a:path w="457200" h="517303">
                <a:moveTo>
                  <a:pt x="0" y="0"/>
                </a:moveTo>
                <a:lnTo>
                  <a:pt x="451141" y="0"/>
                </a:lnTo>
                <a:lnTo>
                  <a:pt x="457200" y="60103"/>
                </a:lnTo>
                <a:cubicBezTo>
                  <a:pt x="457200" y="312608"/>
                  <a:pt x="252505" y="517303"/>
                  <a:pt x="0" y="51730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a:prstGeom prst="rect">
            <a:avLst/>
          </a:prstGeo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2" name="Date Placeholder 11">
            <a:extLst>
              <a:ext uri="{FF2B5EF4-FFF2-40B4-BE49-F238E27FC236}">
                <a16:creationId xmlns:a16="http://schemas.microsoft.com/office/drawing/2014/main" id="{170EC526-F027-711D-4365-8264C84A5C8A}"/>
              </a:ext>
            </a:extLst>
          </p:cNvPr>
          <p:cNvSpPr>
            <a:spLocks noGrp="1"/>
          </p:cNvSpPr>
          <p:nvPr>
            <p:ph type="dt" sz="half" idx="14"/>
          </p:nvPr>
        </p:nvSpPr>
        <p:spPr>
          <a:xfrm>
            <a:off x="657225" y="6400800"/>
            <a:ext cx="2743200" cy="266700"/>
          </a:xfrm>
          <a:prstGeom prst="rect">
            <a:avLst/>
          </a:prstGeom>
        </p:spPr>
        <p:txBody>
          <a:bodyPr/>
          <a:lstStyle/>
          <a:p>
            <a:r>
              <a:rPr lang="en-US"/>
              <a:t>00/00/00</a:t>
            </a:r>
            <a:endParaRPr lang="en-US" dirty="0"/>
          </a:p>
        </p:txBody>
      </p:sp>
      <p:sp>
        <p:nvSpPr>
          <p:cNvPr id="13" name="Footer Placeholder 12">
            <a:extLst>
              <a:ext uri="{FF2B5EF4-FFF2-40B4-BE49-F238E27FC236}">
                <a16:creationId xmlns:a16="http://schemas.microsoft.com/office/drawing/2014/main" id="{8219921E-3884-D43B-5CDB-91409E120911}"/>
              </a:ext>
            </a:extLst>
          </p:cNvPr>
          <p:cNvSpPr>
            <a:spLocks noGrp="1"/>
          </p:cNvSpPr>
          <p:nvPr>
            <p:ph type="ftr" sz="quarter" idx="15"/>
          </p:nvPr>
        </p:nvSpPr>
        <p:spPr>
          <a:xfrm>
            <a:off x="3800475" y="6400800"/>
            <a:ext cx="3657600" cy="266700"/>
          </a:xfrm>
        </p:spPr>
        <p:txBody>
          <a:bodyPr/>
          <a:lstStyle/>
          <a:p>
            <a:endParaRPr lang="en-US" dirty="0"/>
          </a:p>
        </p:txBody>
      </p:sp>
      <p:sp>
        <p:nvSpPr>
          <p:cNvPr id="14" name="Slide Number Placeholder 13">
            <a:extLst>
              <a:ext uri="{FF2B5EF4-FFF2-40B4-BE49-F238E27FC236}">
                <a16:creationId xmlns:a16="http://schemas.microsoft.com/office/drawing/2014/main" id="{B16EB8F5-BCD2-6294-0212-2AC8A2E730FC}"/>
              </a:ext>
            </a:extLst>
          </p:cNvPr>
          <p:cNvSpPr>
            <a:spLocks noGrp="1"/>
          </p:cNvSpPr>
          <p:nvPr>
            <p:ph type="sldNum" sz="half" idx="16"/>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52258043"/>
      </p:ext>
    </p:extLst>
  </p:cSld>
  <p:clrMapOvr>
    <a:masterClrMapping/>
  </p:clrMapOvr>
  <p:hf hdr="0" ftr="0" dt="0"/>
</p:sldLayout>
</file>

<file path=ppt/slideLayouts/slideLayout187.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11" name="Freeform: Shape">
            <a:extLst>
              <a:ext uri="{FF2B5EF4-FFF2-40B4-BE49-F238E27FC236}">
                <a16:creationId xmlns:a16="http://schemas.microsoft.com/office/drawing/2014/main" id="{9B966637-759F-AFA1-B5AD-5E298720FC5D}"/>
              </a:ext>
              <a:ext uri="{C183D7F6-B498-43B3-948B-1728B52AA6E4}">
                <adec:decorative xmlns:adec="http://schemas.microsoft.com/office/drawing/2017/decorative" val="1"/>
              </a:ext>
            </a:extLst>
          </p:cNvPr>
          <p:cNvSpPr/>
          <p:nvPr/>
        </p:nvSpPr>
        <p:spPr>
          <a:xfrm rot="5400000">
            <a:off x="10066903" y="-1986482"/>
            <a:ext cx="138614" cy="4111578"/>
          </a:xfrm>
          <a:custGeom>
            <a:avLst/>
            <a:gdLst>
              <a:gd name="connsiteX0" fmla="*/ 0 w 138614"/>
              <a:gd name="connsiteY0" fmla="*/ 4111578 h 4111578"/>
              <a:gd name="connsiteX1" fmla="*/ 0 w 138614"/>
              <a:gd name="connsiteY1" fmla="*/ 0 h 4111578"/>
              <a:gd name="connsiteX2" fmla="*/ 138614 w 138614"/>
              <a:gd name="connsiteY2" fmla="*/ 0 h 4111578"/>
              <a:gd name="connsiteX3" fmla="*/ 138614 w 138614"/>
              <a:gd name="connsiteY3" fmla="*/ 4111578 h 4111578"/>
            </a:gdLst>
            <a:ahLst/>
            <a:cxnLst>
              <a:cxn ang="0">
                <a:pos x="connsiteX0" y="connsiteY0"/>
              </a:cxn>
              <a:cxn ang="0">
                <a:pos x="connsiteX1" y="connsiteY1"/>
              </a:cxn>
              <a:cxn ang="0">
                <a:pos x="connsiteX2" y="connsiteY2"/>
              </a:cxn>
              <a:cxn ang="0">
                <a:pos x="connsiteX3" y="connsiteY3"/>
              </a:cxn>
            </a:cxnLst>
            <a:rect l="l" t="t" r="r" b="b"/>
            <a:pathLst>
              <a:path w="138614" h="4111578">
                <a:moveTo>
                  <a:pt x="0" y="4111578"/>
                </a:moveTo>
                <a:lnTo>
                  <a:pt x="0" y="0"/>
                </a:lnTo>
                <a:lnTo>
                  <a:pt x="138614" y="0"/>
                </a:lnTo>
                <a:lnTo>
                  <a:pt x="138614" y="4111578"/>
                </a:lnTo>
                <a:close/>
              </a:path>
            </a:pathLst>
          </a:custGeom>
          <a:solidFill>
            <a:schemeClr val="accent3"/>
          </a:solidFill>
          <a:ln cap="sq">
            <a:noFill/>
            <a:prstDash val="solid"/>
            <a:miter/>
          </a:ln>
        </p:spPr>
        <p:txBody>
          <a:bodyPr wrap="square">
            <a:noAutofit/>
          </a:bodyPr>
          <a:lstStyle/>
          <a:p>
            <a:endParaRPr lang="zh-CN" altLang="en-US" sz="800"/>
          </a:p>
        </p:txBody>
      </p:sp>
      <p:sp>
        <p:nvSpPr>
          <p:cNvPr id="12" name="Freeform: Shape">
            <a:extLst>
              <a:ext uri="{FF2B5EF4-FFF2-40B4-BE49-F238E27FC236}">
                <a16:creationId xmlns:a16="http://schemas.microsoft.com/office/drawing/2014/main" id="{F6ECEFC5-053D-B5F8-1E6D-3F19B350A048}"/>
              </a:ext>
              <a:ext uri="{C183D7F6-B498-43B3-948B-1728B52AA6E4}">
                <adec:decorative xmlns:adec="http://schemas.microsoft.com/office/drawing/2017/decorative" val="1"/>
              </a:ext>
            </a:extLst>
          </p:cNvPr>
          <p:cNvSpPr/>
          <p:nvPr/>
        </p:nvSpPr>
        <p:spPr>
          <a:xfrm rot="5400000">
            <a:off x="5098006" y="-5098004"/>
            <a:ext cx="138615" cy="10334624"/>
          </a:xfrm>
          <a:custGeom>
            <a:avLst/>
            <a:gdLst>
              <a:gd name="connsiteX0" fmla="*/ 0 w 138615"/>
              <a:gd name="connsiteY0" fmla="*/ 10334624 h 10334624"/>
              <a:gd name="connsiteX1" fmla="*/ 0 w 138615"/>
              <a:gd name="connsiteY1" fmla="*/ 0 h 10334624"/>
              <a:gd name="connsiteX2" fmla="*/ 138615 w 138615"/>
              <a:gd name="connsiteY2" fmla="*/ 0 h 10334624"/>
              <a:gd name="connsiteX3" fmla="*/ 138615 w 138615"/>
              <a:gd name="connsiteY3" fmla="*/ 10334624 h 10334624"/>
            </a:gdLst>
            <a:ahLst/>
            <a:cxnLst>
              <a:cxn ang="0">
                <a:pos x="connsiteX0" y="connsiteY0"/>
              </a:cxn>
              <a:cxn ang="0">
                <a:pos x="connsiteX1" y="connsiteY1"/>
              </a:cxn>
              <a:cxn ang="0">
                <a:pos x="connsiteX2" y="connsiteY2"/>
              </a:cxn>
              <a:cxn ang="0">
                <a:pos x="connsiteX3" y="connsiteY3"/>
              </a:cxn>
            </a:cxnLst>
            <a:rect l="l" t="t" r="r" b="b"/>
            <a:pathLst>
              <a:path w="138615" h="10334624">
                <a:moveTo>
                  <a:pt x="0" y="10334624"/>
                </a:moveTo>
                <a:lnTo>
                  <a:pt x="0" y="0"/>
                </a:lnTo>
                <a:lnTo>
                  <a:pt x="138615" y="0"/>
                </a:lnTo>
                <a:lnTo>
                  <a:pt x="138615" y="10334624"/>
                </a:lnTo>
                <a:close/>
              </a:path>
            </a:pathLst>
          </a:custGeom>
          <a:solidFill>
            <a:schemeClr val="accent1"/>
          </a:solidFill>
          <a:ln cap="sq">
            <a:noFill/>
            <a:prstDash val="solid"/>
            <a:miter/>
          </a:ln>
        </p:spPr>
        <p:txBody>
          <a:bodyPr wrap="square">
            <a:noAutofit/>
          </a:bodyPr>
          <a:lstStyle/>
          <a:p>
            <a:endParaRPr lang="zh-CN" altLang="en-US" sz="80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a:prstGeom prst="rect">
            <a:avLst/>
          </a:prstGeo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a:prstGeom prst="rect">
            <a:avLst/>
          </a:prstGeo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7" name="Date Placeholder 6">
            <a:extLst>
              <a:ext uri="{FF2B5EF4-FFF2-40B4-BE49-F238E27FC236}">
                <a16:creationId xmlns:a16="http://schemas.microsoft.com/office/drawing/2014/main" id="{23F6B1DD-683F-1BC5-5E2E-F6774632C349}"/>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8" name="Footer Placeholder 7">
            <a:extLst>
              <a:ext uri="{FF2B5EF4-FFF2-40B4-BE49-F238E27FC236}">
                <a16:creationId xmlns:a16="http://schemas.microsoft.com/office/drawing/2014/main" id="{959D71E9-A173-754C-0E2C-F8D5CDE59D73}"/>
              </a:ext>
            </a:extLst>
          </p:cNvPr>
          <p:cNvSpPr>
            <a:spLocks noGrp="1"/>
          </p:cNvSpPr>
          <p:nvPr>
            <p:ph type="ftr" sz="quarter" idx="11"/>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53A3062D-DC09-FB0B-672C-D57027167688}"/>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515254754"/>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 uri="{C183D7F6-B498-43B3-948B-1728B52AA6E4}">
                <adec:decorative xmlns:adec="http://schemas.microsoft.com/office/drawing/2017/decorative" val="1"/>
              </a:ext>
            </a:extLst>
          </p:cNvPr>
          <p:cNvSpPr/>
          <p:nvPr/>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a:extLst>
              <a:ext uri="{FF2B5EF4-FFF2-40B4-BE49-F238E27FC236}">
                <a16:creationId xmlns:a16="http://schemas.microsoft.com/office/drawing/2014/main" id="{FCE233A9-D2C8-C8D4-FB29-7211B125DB86}"/>
              </a:ext>
              <a:ext uri="{C183D7F6-B498-43B3-948B-1728B52AA6E4}">
                <adec:decorative xmlns:adec="http://schemas.microsoft.com/office/drawing/2017/decorative" val="1"/>
              </a:ext>
            </a:extLst>
          </p:cNvPr>
          <p:cNvSpPr/>
          <p:nvPr/>
        </p:nvSpPr>
        <p:spPr>
          <a:xfrm rot="5400000">
            <a:off x="10066903" y="-1986482"/>
            <a:ext cx="138614" cy="4111578"/>
          </a:xfrm>
          <a:custGeom>
            <a:avLst/>
            <a:gdLst>
              <a:gd name="connsiteX0" fmla="*/ 0 w 138614"/>
              <a:gd name="connsiteY0" fmla="*/ 4111578 h 4111578"/>
              <a:gd name="connsiteX1" fmla="*/ 0 w 138614"/>
              <a:gd name="connsiteY1" fmla="*/ 0 h 4111578"/>
              <a:gd name="connsiteX2" fmla="*/ 138614 w 138614"/>
              <a:gd name="connsiteY2" fmla="*/ 0 h 4111578"/>
              <a:gd name="connsiteX3" fmla="*/ 138614 w 138614"/>
              <a:gd name="connsiteY3" fmla="*/ 4111578 h 4111578"/>
            </a:gdLst>
            <a:ahLst/>
            <a:cxnLst>
              <a:cxn ang="0">
                <a:pos x="connsiteX0" y="connsiteY0"/>
              </a:cxn>
              <a:cxn ang="0">
                <a:pos x="connsiteX1" y="connsiteY1"/>
              </a:cxn>
              <a:cxn ang="0">
                <a:pos x="connsiteX2" y="connsiteY2"/>
              </a:cxn>
              <a:cxn ang="0">
                <a:pos x="connsiteX3" y="connsiteY3"/>
              </a:cxn>
            </a:cxnLst>
            <a:rect l="l" t="t" r="r" b="b"/>
            <a:pathLst>
              <a:path w="138614" h="4111578">
                <a:moveTo>
                  <a:pt x="0" y="4111578"/>
                </a:moveTo>
                <a:lnTo>
                  <a:pt x="0" y="0"/>
                </a:lnTo>
                <a:lnTo>
                  <a:pt x="138614" y="0"/>
                </a:lnTo>
                <a:lnTo>
                  <a:pt x="138614" y="4111578"/>
                </a:lnTo>
                <a:close/>
              </a:path>
            </a:pathLst>
          </a:custGeom>
          <a:solidFill>
            <a:schemeClr val="accent3"/>
          </a:solidFill>
          <a:ln cap="sq">
            <a:noFill/>
            <a:prstDash val="solid"/>
            <a:miter/>
          </a:ln>
        </p:spPr>
        <p:txBody>
          <a:bodyPr wrap="square">
            <a:noAutofit/>
          </a:bodyPr>
          <a:lstStyle/>
          <a:p>
            <a:endParaRPr lang="zh-CN" altLang="en-US" sz="800"/>
          </a:p>
        </p:txBody>
      </p:sp>
      <p:sp>
        <p:nvSpPr>
          <p:cNvPr id="16" name="Freeform: Shape">
            <a:extLst>
              <a:ext uri="{FF2B5EF4-FFF2-40B4-BE49-F238E27FC236}">
                <a16:creationId xmlns:a16="http://schemas.microsoft.com/office/drawing/2014/main" id="{79421609-E199-83BD-196C-BBCC27C330A6}"/>
              </a:ext>
              <a:ext uri="{C183D7F6-B498-43B3-948B-1728B52AA6E4}">
                <adec:decorative xmlns:adec="http://schemas.microsoft.com/office/drawing/2017/decorative" val="1"/>
              </a:ext>
            </a:extLst>
          </p:cNvPr>
          <p:cNvSpPr/>
          <p:nvPr/>
        </p:nvSpPr>
        <p:spPr>
          <a:xfrm rot="5400000">
            <a:off x="5098006" y="-5098004"/>
            <a:ext cx="138615" cy="10334624"/>
          </a:xfrm>
          <a:custGeom>
            <a:avLst/>
            <a:gdLst>
              <a:gd name="connsiteX0" fmla="*/ 0 w 138615"/>
              <a:gd name="connsiteY0" fmla="*/ 10334624 h 10334624"/>
              <a:gd name="connsiteX1" fmla="*/ 0 w 138615"/>
              <a:gd name="connsiteY1" fmla="*/ 0 h 10334624"/>
              <a:gd name="connsiteX2" fmla="*/ 138615 w 138615"/>
              <a:gd name="connsiteY2" fmla="*/ 0 h 10334624"/>
              <a:gd name="connsiteX3" fmla="*/ 138615 w 138615"/>
              <a:gd name="connsiteY3" fmla="*/ 10334624 h 10334624"/>
            </a:gdLst>
            <a:ahLst/>
            <a:cxnLst>
              <a:cxn ang="0">
                <a:pos x="connsiteX0" y="connsiteY0"/>
              </a:cxn>
              <a:cxn ang="0">
                <a:pos x="connsiteX1" y="connsiteY1"/>
              </a:cxn>
              <a:cxn ang="0">
                <a:pos x="connsiteX2" y="connsiteY2"/>
              </a:cxn>
              <a:cxn ang="0">
                <a:pos x="connsiteX3" y="connsiteY3"/>
              </a:cxn>
            </a:cxnLst>
            <a:rect l="l" t="t" r="r" b="b"/>
            <a:pathLst>
              <a:path w="138615" h="10334624">
                <a:moveTo>
                  <a:pt x="0" y="10334624"/>
                </a:moveTo>
                <a:lnTo>
                  <a:pt x="0" y="0"/>
                </a:lnTo>
                <a:lnTo>
                  <a:pt x="138615" y="0"/>
                </a:lnTo>
                <a:lnTo>
                  <a:pt x="138615" y="10334624"/>
                </a:lnTo>
                <a:close/>
              </a:path>
            </a:pathLst>
          </a:custGeom>
          <a:solidFill>
            <a:schemeClr val="accent2"/>
          </a:solidFill>
          <a:ln cap="sq">
            <a:noFill/>
            <a:prstDash val="solid"/>
            <a:miter/>
          </a:ln>
        </p:spPr>
        <p:txBody>
          <a:bodyPr wrap="square">
            <a:noAutofit/>
          </a:bodyPr>
          <a:lstStyle/>
          <a:p>
            <a:endParaRPr lang="zh-CN" altLang="en-US" sz="80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a:prstGeom prst="rect">
            <a:avLst/>
          </a:prstGeo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a:prstGeom prst="rect">
            <a:avLst/>
          </a:prstGeo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8" name="Date Placeholder 7">
            <a:extLst>
              <a:ext uri="{FF2B5EF4-FFF2-40B4-BE49-F238E27FC236}">
                <a16:creationId xmlns:a16="http://schemas.microsoft.com/office/drawing/2014/main" id="{A49F8164-45BA-245A-5547-A95DE88C190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9" name="Footer Placeholder 8">
            <a:extLst>
              <a:ext uri="{FF2B5EF4-FFF2-40B4-BE49-F238E27FC236}">
                <a16:creationId xmlns:a16="http://schemas.microsoft.com/office/drawing/2014/main" id="{5E3DD3B0-95C7-AEA9-CA7B-A0741C9172A8}"/>
              </a:ext>
            </a:extLst>
          </p:cNvPr>
          <p:cNvSpPr>
            <a:spLocks noGrp="1"/>
          </p:cNvSpPr>
          <p:nvPr>
            <p:ph type="ftr" sz="quarter" idx="11"/>
          </p:nvPr>
        </p:nvSpPr>
        <p:spPr>
          <a:xfrm>
            <a:off x="3800475" y="6400800"/>
            <a:ext cx="3657600" cy="266700"/>
          </a:xfrm>
        </p:spPr>
        <p:txBody>
          <a:bodyPr/>
          <a:lstStyle/>
          <a:p>
            <a:endParaRPr lang="en-US" dirty="0"/>
          </a:p>
        </p:txBody>
      </p:sp>
      <p:sp>
        <p:nvSpPr>
          <p:cNvPr id="10" name="Slide Number Placeholder 9">
            <a:extLst>
              <a:ext uri="{FF2B5EF4-FFF2-40B4-BE49-F238E27FC236}">
                <a16:creationId xmlns:a16="http://schemas.microsoft.com/office/drawing/2014/main" id="{4EE9F29F-F9A2-019E-3956-CA67F0EC989F}"/>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293105426"/>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11" name="Freeform: Shape">
            <a:extLst>
              <a:ext uri="{FF2B5EF4-FFF2-40B4-BE49-F238E27FC236}">
                <a16:creationId xmlns:a16="http://schemas.microsoft.com/office/drawing/2014/main" id="{1CB9A6B0-94E5-BA11-E065-CB71300485C6}"/>
              </a:ext>
              <a:ext uri="{C183D7F6-B498-43B3-948B-1728B52AA6E4}">
                <adec:decorative xmlns:adec="http://schemas.microsoft.com/office/drawing/2017/decorative" val="1"/>
              </a:ext>
            </a:extLst>
          </p:cNvPr>
          <p:cNvSpPr/>
          <p:nvPr/>
        </p:nvSpPr>
        <p:spPr>
          <a:xfrm rot="5400000">
            <a:off x="10066903" y="-1986482"/>
            <a:ext cx="138614" cy="4111578"/>
          </a:xfrm>
          <a:custGeom>
            <a:avLst/>
            <a:gdLst>
              <a:gd name="connsiteX0" fmla="*/ 0 w 138614"/>
              <a:gd name="connsiteY0" fmla="*/ 4111578 h 4111578"/>
              <a:gd name="connsiteX1" fmla="*/ 0 w 138614"/>
              <a:gd name="connsiteY1" fmla="*/ 0 h 4111578"/>
              <a:gd name="connsiteX2" fmla="*/ 138614 w 138614"/>
              <a:gd name="connsiteY2" fmla="*/ 0 h 4111578"/>
              <a:gd name="connsiteX3" fmla="*/ 138614 w 138614"/>
              <a:gd name="connsiteY3" fmla="*/ 4111578 h 4111578"/>
            </a:gdLst>
            <a:ahLst/>
            <a:cxnLst>
              <a:cxn ang="0">
                <a:pos x="connsiteX0" y="connsiteY0"/>
              </a:cxn>
              <a:cxn ang="0">
                <a:pos x="connsiteX1" y="connsiteY1"/>
              </a:cxn>
              <a:cxn ang="0">
                <a:pos x="connsiteX2" y="connsiteY2"/>
              </a:cxn>
              <a:cxn ang="0">
                <a:pos x="connsiteX3" y="connsiteY3"/>
              </a:cxn>
            </a:cxnLst>
            <a:rect l="l" t="t" r="r" b="b"/>
            <a:pathLst>
              <a:path w="138614" h="4111578">
                <a:moveTo>
                  <a:pt x="0" y="4111578"/>
                </a:moveTo>
                <a:lnTo>
                  <a:pt x="0" y="0"/>
                </a:lnTo>
                <a:lnTo>
                  <a:pt x="138614" y="0"/>
                </a:lnTo>
                <a:lnTo>
                  <a:pt x="138614" y="4111578"/>
                </a:lnTo>
                <a:close/>
              </a:path>
            </a:pathLst>
          </a:custGeom>
          <a:solidFill>
            <a:schemeClr val="accent3"/>
          </a:solidFill>
          <a:ln cap="sq">
            <a:noFill/>
            <a:prstDash val="solid"/>
            <a:miter/>
          </a:ln>
        </p:spPr>
        <p:txBody>
          <a:bodyPr wrap="square">
            <a:noAutofit/>
          </a:bodyPr>
          <a:lstStyle/>
          <a:p>
            <a:endParaRPr lang="zh-CN" altLang="en-US" sz="800"/>
          </a:p>
        </p:txBody>
      </p:sp>
      <p:sp>
        <p:nvSpPr>
          <p:cNvPr id="12" name="Freeform: Shape">
            <a:extLst>
              <a:ext uri="{FF2B5EF4-FFF2-40B4-BE49-F238E27FC236}">
                <a16:creationId xmlns:a16="http://schemas.microsoft.com/office/drawing/2014/main" id="{E8D96817-93AC-ABC2-5C78-BAB95DB402B3}"/>
              </a:ext>
              <a:ext uri="{C183D7F6-B498-43B3-948B-1728B52AA6E4}">
                <adec:decorative xmlns:adec="http://schemas.microsoft.com/office/drawing/2017/decorative" val="1"/>
              </a:ext>
            </a:extLst>
          </p:cNvPr>
          <p:cNvSpPr/>
          <p:nvPr/>
        </p:nvSpPr>
        <p:spPr>
          <a:xfrm rot="5400000">
            <a:off x="5098006" y="-5098004"/>
            <a:ext cx="138615" cy="10334624"/>
          </a:xfrm>
          <a:custGeom>
            <a:avLst/>
            <a:gdLst>
              <a:gd name="connsiteX0" fmla="*/ 0 w 138615"/>
              <a:gd name="connsiteY0" fmla="*/ 10334624 h 10334624"/>
              <a:gd name="connsiteX1" fmla="*/ 0 w 138615"/>
              <a:gd name="connsiteY1" fmla="*/ 0 h 10334624"/>
              <a:gd name="connsiteX2" fmla="*/ 138615 w 138615"/>
              <a:gd name="connsiteY2" fmla="*/ 0 h 10334624"/>
              <a:gd name="connsiteX3" fmla="*/ 138615 w 138615"/>
              <a:gd name="connsiteY3" fmla="*/ 10334624 h 10334624"/>
            </a:gdLst>
            <a:ahLst/>
            <a:cxnLst>
              <a:cxn ang="0">
                <a:pos x="connsiteX0" y="connsiteY0"/>
              </a:cxn>
              <a:cxn ang="0">
                <a:pos x="connsiteX1" y="connsiteY1"/>
              </a:cxn>
              <a:cxn ang="0">
                <a:pos x="connsiteX2" y="connsiteY2"/>
              </a:cxn>
              <a:cxn ang="0">
                <a:pos x="connsiteX3" y="connsiteY3"/>
              </a:cxn>
            </a:cxnLst>
            <a:rect l="l" t="t" r="r" b="b"/>
            <a:pathLst>
              <a:path w="138615" h="10334624">
                <a:moveTo>
                  <a:pt x="0" y="10334624"/>
                </a:moveTo>
                <a:lnTo>
                  <a:pt x="0" y="0"/>
                </a:lnTo>
                <a:lnTo>
                  <a:pt x="138615" y="0"/>
                </a:lnTo>
                <a:lnTo>
                  <a:pt x="138615" y="10334624"/>
                </a:lnTo>
                <a:close/>
              </a:path>
            </a:pathLst>
          </a:custGeom>
          <a:solidFill>
            <a:schemeClr val="accent1"/>
          </a:solidFill>
          <a:ln cap="sq">
            <a:noFill/>
            <a:prstDash val="solid"/>
            <a:miter/>
          </a:ln>
        </p:spPr>
        <p:txBody>
          <a:bodyPr wrap="square">
            <a:noAutofit/>
          </a:bodyPr>
          <a:lstStyle/>
          <a:p>
            <a:endParaRPr lang="zh-CN" altLang="en-US" sz="80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1234440"/>
            <a:ext cx="8961120" cy="3169920"/>
          </a:xfrm>
          <a:prstGeom prst="rect">
            <a:avLst/>
          </a:prstGeom>
        </p:spPr>
        <p:txBody>
          <a:bodyPr anchor="ctr">
            <a:normAutofit/>
          </a:bodyPr>
          <a:lstStyle>
            <a:lvl1pPr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1793" y="5540026"/>
            <a:ext cx="8961120" cy="466344"/>
          </a:xfrm>
          <a:prstGeom prst="rect">
            <a:avLst/>
          </a:prstGeo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7" name="Date Placeholder 6">
            <a:extLst>
              <a:ext uri="{FF2B5EF4-FFF2-40B4-BE49-F238E27FC236}">
                <a16:creationId xmlns:a16="http://schemas.microsoft.com/office/drawing/2014/main" id="{D64CAE43-33A8-7370-9055-1A6AD3743D1F}"/>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8" name="Footer Placeholder 7">
            <a:extLst>
              <a:ext uri="{FF2B5EF4-FFF2-40B4-BE49-F238E27FC236}">
                <a16:creationId xmlns:a16="http://schemas.microsoft.com/office/drawing/2014/main" id="{106AC1EB-1ECE-0340-6292-5FD7F868E983}"/>
              </a:ext>
            </a:extLst>
          </p:cNvPr>
          <p:cNvSpPr>
            <a:spLocks noGrp="1"/>
          </p:cNvSpPr>
          <p:nvPr>
            <p:ph type="ftr" sz="quarter" idx="11"/>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301D75A3-31B0-4FEA-DE48-34E3E3FB8F82}"/>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42814570"/>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3" name="Freeform: Shape 6">
            <a:extLst>
              <a:ext uri="{FF2B5EF4-FFF2-40B4-BE49-F238E27FC236}">
                <a16:creationId xmlns:a16="http://schemas.microsoft.com/office/drawing/2014/main" id="{313F0B3F-7A6F-EA92-60D1-674CC240781B}"/>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4" name="Freeform: Shape 7">
            <a:extLst>
              <a:ext uri="{FF2B5EF4-FFF2-40B4-BE49-F238E27FC236}">
                <a16:creationId xmlns:a16="http://schemas.microsoft.com/office/drawing/2014/main" id="{7514132B-627E-3726-3901-F20E3CEDA35B}"/>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FC19EA3F-F2F4-1850-B3C8-03949299E25B}"/>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8200" y="831919"/>
            <a:ext cx="10515600" cy="1132258"/>
          </a:xfrm>
          <a:prstGeom prst="rect">
            <a:avLst/>
          </a:prstGeom>
        </p:spPr>
        <p:txBody>
          <a:body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38200" y="2147455"/>
            <a:ext cx="5181600" cy="38786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47455"/>
            <a:ext cx="5181600" cy="38786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31D03EA-A980-F775-02A8-9D401E3DCCC3}"/>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4" name="Footer Placeholder 3">
            <a:extLst>
              <a:ext uri="{FF2B5EF4-FFF2-40B4-BE49-F238E27FC236}">
                <a16:creationId xmlns:a16="http://schemas.microsoft.com/office/drawing/2014/main" id="{0E69EF67-8EEB-F663-ED63-2D94575BD4D1}"/>
              </a:ext>
            </a:extLst>
          </p:cNvPr>
          <p:cNvSpPr>
            <a:spLocks noGrp="1"/>
          </p:cNvSpPr>
          <p:nvPr>
            <p:ph type="ftr" sz="quarter" idx="16"/>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499102A0-7224-693C-5F8D-4057436BFB26}"/>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219275084"/>
      </p:ext>
    </p:extLst>
  </p:cSld>
  <p:clrMapOvr>
    <a:masterClrMapping/>
  </p:clrMapOvr>
  <p:hf hdr="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6" name="Freeform: Shape 7">
            <a:extLst>
              <a:ext uri="{FF2B5EF4-FFF2-40B4-BE49-F238E27FC236}">
                <a16:creationId xmlns:a16="http://schemas.microsoft.com/office/drawing/2014/main" id="{B7D0B77B-519D-9081-8493-B1C16FDC3ED6}"/>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5" name="Freeform: Shape 6">
            <a:extLst>
              <a:ext uri="{FF2B5EF4-FFF2-40B4-BE49-F238E27FC236}">
                <a16:creationId xmlns:a16="http://schemas.microsoft.com/office/drawing/2014/main" id="{BA2DC934-2FCA-5214-A4A1-286CEB80C90F}"/>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7" name="Freeform: Shape">
            <a:extLst>
              <a:ext uri="{FF2B5EF4-FFF2-40B4-BE49-F238E27FC236}">
                <a16:creationId xmlns:a16="http://schemas.microsoft.com/office/drawing/2014/main" id="{FA9352CF-3B97-99E2-2EC4-F11B66764BA4}"/>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86374" y="838988"/>
            <a:ext cx="10461626" cy="1143292"/>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44000" y="2142935"/>
            <a:ext cx="5157787" cy="559834"/>
          </a:xfrm>
          <a:prstGeom prst="rect">
            <a:avLst/>
          </a:prstGeo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44000" y="2844801"/>
            <a:ext cx="5157788" cy="31742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64812" y="2142935"/>
            <a:ext cx="5183188" cy="559834"/>
          </a:xfrm>
          <a:prstGeom prst="rect">
            <a:avLst/>
          </a:prstGeo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64812" y="2844801"/>
            <a:ext cx="5183188" cy="31742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3DFB5E-87F8-7979-78D3-D489F1922CEE}"/>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8" name="Footer Placeholder 7">
            <a:extLst>
              <a:ext uri="{FF2B5EF4-FFF2-40B4-BE49-F238E27FC236}">
                <a16:creationId xmlns:a16="http://schemas.microsoft.com/office/drawing/2014/main" id="{F68130CD-8820-B1C5-B597-48DD8AB1EA43}"/>
              </a:ext>
            </a:extLst>
          </p:cNvPr>
          <p:cNvSpPr>
            <a:spLocks noGrp="1"/>
          </p:cNvSpPr>
          <p:nvPr>
            <p:ph type="ftr" sz="quarter" idx="16"/>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88DE05D5-86BA-0885-994C-F40F84589E95}"/>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4108184603"/>
      </p:ext>
    </p:extLst>
  </p:cSld>
  <p:clrMapOvr>
    <a:masterClrMapping/>
  </p:clrMapOvr>
  <p:hf hdr="0" ftr="0" dt="0"/>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2" name="Freeform: Shape 7">
            <a:extLst>
              <a:ext uri="{FF2B5EF4-FFF2-40B4-BE49-F238E27FC236}">
                <a16:creationId xmlns:a16="http://schemas.microsoft.com/office/drawing/2014/main" id="{87CCFE2A-6626-6AE5-C453-D35DA310DC3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DCD2A433-747D-0C78-13C9-150DE55C9FB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3" name="Freeform: Shape">
            <a:extLst>
              <a:ext uri="{FF2B5EF4-FFF2-40B4-BE49-F238E27FC236}">
                <a16:creationId xmlns:a16="http://schemas.microsoft.com/office/drawing/2014/main" id="{2F042920-C42A-7041-E752-777E868A2F6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378287"/>
            <a:ext cx="10504000" cy="1132258"/>
          </a:xfrm>
          <a:prstGeom prst="rect">
            <a:avLst/>
          </a:prstGeom>
        </p:spPr>
        <p:txBody>
          <a:bodyPr/>
          <a:lstStyle/>
          <a:p>
            <a:r>
              <a:rPr lang="en-US"/>
              <a:t>Click to edit Master title style</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78916669"/>
      </p:ext>
    </p:extLst>
  </p:cSld>
  <p:clrMapOvr>
    <a:masterClrMapping/>
  </p:clrMapOvr>
  <p:hf hdr="0" ftr="0" dt="0"/>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Title and 4-item Lists 1">
    <p:spTree>
      <p:nvGrpSpPr>
        <p:cNvPr id="1" name=""/>
        <p:cNvGrpSpPr/>
        <p:nvPr/>
      </p:nvGrpSpPr>
      <p:grpSpPr>
        <a:xfrm>
          <a:off x="0" y="0"/>
          <a:ext cx="0" cy="0"/>
          <a:chOff x="0" y="0"/>
          <a:chExt cx="0" cy="0"/>
        </a:xfrm>
      </p:grpSpPr>
      <p:sp>
        <p:nvSpPr>
          <p:cNvPr id="12" name="Freeform: Shape 7">
            <a:extLst>
              <a:ext uri="{FF2B5EF4-FFF2-40B4-BE49-F238E27FC236}">
                <a16:creationId xmlns:a16="http://schemas.microsoft.com/office/drawing/2014/main" id="{87CCFE2A-6626-6AE5-C453-D35DA310DC3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DCD2A433-747D-0C78-13C9-150DE55C9FB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3" name="Freeform: Shape">
            <a:extLst>
              <a:ext uri="{FF2B5EF4-FFF2-40B4-BE49-F238E27FC236}">
                <a16:creationId xmlns:a16="http://schemas.microsoft.com/office/drawing/2014/main" id="{2F042920-C42A-7041-E752-777E868A2F6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Rectangle 3">
            <a:extLst>
              <a:ext uri="{FF2B5EF4-FFF2-40B4-BE49-F238E27FC236}">
                <a16:creationId xmlns:a16="http://schemas.microsoft.com/office/drawing/2014/main" id="{18AB0742-8635-3770-8874-7E64ECDE967F}"/>
              </a:ext>
              <a:ext uri="{C183D7F6-B498-43B3-948B-1728B52AA6E4}">
                <adec:decorative xmlns:adec="http://schemas.microsoft.com/office/drawing/2017/decorative" val="1"/>
              </a:ext>
            </a:extLst>
          </p:cNvPr>
          <p:cNvSpPr/>
          <p:nvPr/>
        </p:nvSpPr>
        <p:spPr>
          <a:xfrm>
            <a:off x="867664" y="2195263"/>
            <a:ext cx="2475611" cy="3507037"/>
          </a:xfrm>
          <a:prstGeom prst="rect">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4" name="Rectangle 6">
            <a:extLst>
              <a:ext uri="{FF2B5EF4-FFF2-40B4-BE49-F238E27FC236}">
                <a16:creationId xmlns:a16="http://schemas.microsoft.com/office/drawing/2014/main" id="{70D57A2B-6CBA-E3B3-B29B-333E64B6E574}"/>
              </a:ext>
              <a:ext uri="{C183D7F6-B498-43B3-948B-1728B52AA6E4}">
                <adec:decorative xmlns:adec="http://schemas.microsoft.com/office/drawing/2017/decorative" val="1"/>
              </a:ext>
            </a:extLst>
          </p:cNvPr>
          <p:cNvSpPr/>
          <p:nvPr/>
        </p:nvSpPr>
        <p:spPr>
          <a:xfrm>
            <a:off x="6188372" y="2195263"/>
            <a:ext cx="2475611" cy="3507037"/>
          </a:xfrm>
          <a:prstGeom prst="rect">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5" name="Rectangle 5">
            <a:extLst>
              <a:ext uri="{FF2B5EF4-FFF2-40B4-BE49-F238E27FC236}">
                <a16:creationId xmlns:a16="http://schemas.microsoft.com/office/drawing/2014/main" id="{59532553-F584-B8AF-B32C-03A56A60B622}"/>
              </a:ext>
              <a:ext uri="{C183D7F6-B498-43B3-948B-1728B52AA6E4}">
                <adec:decorative xmlns:adec="http://schemas.microsoft.com/office/drawing/2017/decorative" val="1"/>
              </a:ext>
            </a:extLst>
          </p:cNvPr>
          <p:cNvSpPr/>
          <p:nvPr/>
        </p:nvSpPr>
        <p:spPr>
          <a:xfrm>
            <a:off x="3528018" y="2195263"/>
            <a:ext cx="2475611" cy="3507037"/>
          </a:xfrm>
          <a:prstGeom prst="rect">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9" name="Rectangle 7">
            <a:extLst>
              <a:ext uri="{FF2B5EF4-FFF2-40B4-BE49-F238E27FC236}">
                <a16:creationId xmlns:a16="http://schemas.microsoft.com/office/drawing/2014/main" id="{5C9311A0-8BE3-5C93-D7F9-297698D066B4}"/>
              </a:ext>
              <a:ext uri="{C183D7F6-B498-43B3-948B-1728B52AA6E4}">
                <adec:decorative xmlns:adec="http://schemas.microsoft.com/office/drawing/2017/decorative" val="1"/>
              </a:ext>
            </a:extLst>
          </p:cNvPr>
          <p:cNvSpPr/>
          <p:nvPr/>
        </p:nvSpPr>
        <p:spPr>
          <a:xfrm>
            <a:off x="8848725" y="2195262"/>
            <a:ext cx="2475611" cy="3507037"/>
          </a:xfrm>
          <a:prstGeom prst="rect">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10" name="Rectangle: Rounded Corners 143">
            <a:extLst>
              <a:ext uri="{FF2B5EF4-FFF2-40B4-BE49-F238E27FC236}">
                <a16:creationId xmlns:a16="http://schemas.microsoft.com/office/drawing/2014/main" id="{4E5FC174-1669-7D10-BFED-33C4672BD84D}"/>
              </a:ext>
              <a:ext uri="{C183D7F6-B498-43B3-948B-1728B52AA6E4}">
                <adec:decorative xmlns:adec="http://schemas.microsoft.com/office/drawing/2017/decorative" val="1"/>
              </a:ext>
            </a:extLst>
          </p:cNvPr>
          <p:cNvSpPr>
            <a:spLocks/>
          </p:cNvSpPr>
          <p:nvPr/>
        </p:nvSpPr>
        <p:spPr>
          <a:xfrm rot="5400000">
            <a:off x="2082608" y="1272363"/>
            <a:ext cx="45719" cy="2099594"/>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14" name="Rectangle: Rounded Corners 143">
            <a:extLst>
              <a:ext uri="{FF2B5EF4-FFF2-40B4-BE49-F238E27FC236}">
                <a16:creationId xmlns:a16="http://schemas.microsoft.com/office/drawing/2014/main" id="{68BF75DF-0818-8BF4-637E-2745DB9F1E26}"/>
              </a:ext>
              <a:ext uri="{C183D7F6-B498-43B3-948B-1728B52AA6E4}">
                <adec:decorative xmlns:adec="http://schemas.microsoft.com/office/drawing/2017/decorative" val="1"/>
              </a:ext>
            </a:extLst>
          </p:cNvPr>
          <p:cNvSpPr>
            <a:spLocks/>
          </p:cNvSpPr>
          <p:nvPr/>
        </p:nvSpPr>
        <p:spPr>
          <a:xfrm rot="5400000">
            <a:off x="4742967" y="1272363"/>
            <a:ext cx="45719" cy="2099594"/>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15" name="Rectangle: Rounded Corners 143">
            <a:extLst>
              <a:ext uri="{FF2B5EF4-FFF2-40B4-BE49-F238E27FC236}">
                <a16:creationId xmlns:a16="http://schemas.microsoft.com/office/drawing/2014/main" id="{14C7FE66-F9AA-D595-0B7C-D1CA8DBAA45A}"/>
              </a:ext>
              <a:ext uri="{C183D7F6-B498-43B3-948B-1728B52AA6E4}">
                <adec:decorative xmlns:adec="http://schemas.microsoft.com/office/drawing/2017/decorative" val="1"/>
              </a:ext>
            </a:extLst>
          </p:cNvPr>
          <p:cNvSpPr>
            <a:spLocks/>
          </p:cNvSpPr>
          <p:nvPr/>
        </p:nvSpPr>
        <p:spPr>
          <a:xfrm rot="5400000">
            <a:off x="7403320" y="1270293"/>
            <a:ext cx="45719" cy="2099594"/>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16" name="Rectangle: Rounded Corners 143">
            <a:extLst>
              <a:ext uri="{FF2B5EF4-FFF2-40B4-BE49-F238E27FC236}">
                <a16:creationId xmlns:a16="http://schemas.microsoft.com/office/drawing/2014/main" id="{1BDA07C1-2399-C47E-5E35-8F6F178D580C}"/>
              </a:ext>
              <a:ext uri="{C183D7F6-B498-43B3-948B-1728B52AA6E4}">
                <adec:decorative xmlns:adec="http://schemas.microsoft.com/office/drawing/2017/decorative" val="1"/>
              </a:ext>
            </a:extLst>
          </p:cNvPr>
          <p:cNvSpPr>
            <a:spLocks/>
          </p:cNvSpPr>
          <p:nvPr/>
        </p:nvSpPr>
        <p:spPr>
          <a:xfrm rot="5400000">
            <a:off x="10063671" y="1271731"/>
            <a:ext cx="45719" cy="2099594"/>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382748"/>
            <a:ext cx="10504000" cy="1132258"/>
          </a:xfrm>
          <a:prstGeom prst="rect">
            <a:avLst/>
          </a:prstGeom>
        </p:spPr>
        <p:txBody>
          <a:bodyPr/>
          <a:lstStyle/>
          <a:p>
            <a:r>
              <a:rPr lang="en-US"/>
              <a:t>Click to edit Master title style</a:t>
            </a:r>
          </a:p>
        </p:txBody>
      </p:sp>
      <p:sp>
        <p:nvSpPr>
          <p:cNvPr id="18" name="Text Placeholder 17">
            <a:extLst>
              <a:ext uri="{FF2B5EF4-FFF2-40B4-BE49-F238E27FC236}">
                <a16:creationId xmlns:a16="http://schemas.microsoft.com/office/drawing/2014/main" id="{9A758046-7D44-E514-8EC7-DC63A47021A9}"/>
              </a:ext>
            </a:extLst>
          </p:cNvPr>
          <p:cNvSpPr>
            <a:spLocks noGrp="1"/>
          </p:cNvSpPr>
          <p:nvPr>
            <p:ph type="body" sz="quarter" idx="21"/>
          </p:nvPr>
        </p:nvSpPr>
        <p:spPr>
          <a:xfrm>
            <a:off x="1056590" y="2595145"/>
            <a:ext cx="2098675" cy="1056924"/>
          </a:xfrm>
          <a:prstGeom prst="rect">
            <a:avLst/>
          </a:prstGeom>
        </p:spPr>
        <p:txBody>
          <a:bodyPr anchor="b">
            <a:normAutofit/>
          </a:bodyPr>
          <a:lstStyle>
            <a:lvl1pPr marL="0" indent="0">
              <a:lnSpc>
                <a:spcPct val="100000"/>
              </a:lnSpc>
              <a:buNone/>
              <a:defRPr sz="1800">
                <a:solidFill>
                  <a:schemeClr val="accent1"/>
                </a:solidFill>
                <a:latin typeface="+mj-lt"/>
              </a:defRPr>
            </a:lvl1pPr>
          </a:lstStyle>
          <a:p>
            <a:pPr lvl="0"/>
            <a:r>
              <a:rPr lang="en-US"/>
              <a:t>Click to edit Master text styles</a:t>
            </a:r>
          </a:p>
        </p:txBody>
      </p:sp>
      <p:sp>
        <p:nvSpPr>
          <p:cNvPr id="25" name="Text Placeholder 24">
            <a:extLst>
              <a:ext uri="{FF2B5EF4-FFF2-40B4-BE49-F238E27FC236}">
                <a16:creationId xmlns:a16="http://schemas.microsoft.com/office/drawing/2014/main" id="{4A52A0DF-EFBD-D2E2-3700-A40DE2E4732D}"/>
              </a:ext>
            </a:extLst>
          </p:cNvPr>
          <p:cNvSpPr>
            <a:spLocks noGrp="1"/>
          </p:cNvSpPr>
          <p:nvPr>
            <p:ph type="body" sz="quarter" idx="25"/>
          </p:nvPr>
        </p:nvSpPr>
        <p:spPr>
          <a:xfrm>
            <a:off x="1056590" y="3854450"/>
            <a:ext cx="2098675" cy="1427163"/>
          </a:xfrm>
          <a:prstGeom prst="rect">
            <a:avLst/>
          </a:prstGeom>
        </p:spPr>
        <p:txBody>
          <a:bodyPr>
            <a:normAutofit/>
          </a:bodyPr>
          <a:lstStyle>
            <a:lvl1pPr marL="0" indent="0">
              <a:buNone/>
              <a:defRPr sz="1400"/>
            </a:lvl1pPr>
          </a:lstStyle>
          <a:p>
            <a:pPr lvl="0"/>
            <a:r>
              <a:rPr lang="en-US"/>
              <a:t>Click to edit Master text styles</a:t>
            </a:r>
          </a:p>
        </p:txBody>
      </p:sp>
      <p:sp>
        <p:nvSpPr>
          <p:cNvPr id="19" name="Text Placeholder 17">
            <a:extLst>
              <a:ext uri="{FF2B5EF4-FFF2-40B4-BE49-F238E27FC236}">
                <a16:creationId xmlns:a16="http://schemas.microsoft.com/office/drawing/2014/main" id="{C7684EBA-B981-D662-0799-847E284537E3}"/>
              </a:ext>
            </a:extLst>
          </p:cNvPr>
          <p:cNvSpPr>
            <a:spLocks noGrp="1"/>
          </p:cNvSpPr>
          <p:nvPr>
            <p:ph type="body" sz="quarter" idx="22"/>
          </p:nvPr>
        </p:nvSpPr>
        <p:spPr>
          <a:xfrm>
            <a:off x="3716949" y="2595145"/>
            <a:ext cx="2098675" cy="1056924"/>
          </a:xfrm>
          <a:prstGeom prst="rect">
            <a:avLst/>
          </a:prstGeom>
        </p:spPr>
        <p:txBody>
          <a:bodyPr anchor="b">
            <a:normAutofit/>
          </a:bodyPr>
          <a:lstStyle>
            <a:lvl1pPr marL="0" indent="0">
              <a:lnSpc>
                <a:spcPct val="100000"/>
              </a:lnSpc>
              <a:buNone/>
              <a:defRPr sz="1800">
                <a:solidFill>
                  <a:schemeClr val="accent1"/>
                </a:solidFill>
                <a:latin typeface="+mj-lt"/>
              </a:defRPr>
            </a:lvl1pPr>
          </a:lstStyle>
          <a:p>
            <a:pPr lvl="0"/>
            <a:r>
              <a:rPr lang="en-US"/>
              <a:t>Click to edit Master text styles</a:t>
            </a:r>
          </a:p>
        </p:txBody>
      </p:sp>
      <p:sp>
        <p:nvSpPr>
          <p:cNvPr id="30" name="Text Placeholder 24">
            <a:extLst>
              <a:ext uri="{FF2B5EF4-FFF2-40B4-BE49-F238E27FC236}">
                <a16:creationId xmlns:a16="http://schemas.microsoft.com/office/drawing/2014/main" id="{0AB6F218-5E5D-8C29-30F9-F74011BE07B5}"/>
              </a:ext>
            </a:extLst>
          </p:cNvPr>
          <p:cNvSpPr>
            <a:spLocks noGrp="1"/>
          </p:cNvSpPr>
          <p:nvPr>
            <p:ph type="body" sz="quarter" idx="26"/>
          </p:nvPr>
        </p:nvSpPr>
        <p:spPr>
          <a:xfrm>
            <a:off x="3716029" y="3854450"/>
            <a:ext cx="2098675" cy="1427163"/>
          </a:xfrm>
          <a:prstGeom prst="rect">
            <a:avLst/>
          </a:prstGeom>
        </p:spPr>
        <p:txBody>
          <a:bodyPr>
            <a:normAutofit/>
          </a:bodyPr>
          <a:lstStyle>
            <a:lvl1pPr marL="0" indent="0">
              <a:buNone/>
              <a:defRPr sz="1400"/>
            </a:lvl1pPr>
          </a:lstStyle>
          <a:p>
            <a:pPr lvl="0"/>
            <a:r>
              <a:rPr lang="en-US"/>
              <a:t>Click to edit Master text styles</a:t>
            </a:r>
          </a:p>
        </p:txBody>
      </p:sp>
      <p:sp>
        <p:nvSpPr>
          <p:cNvPr id="22" name="Text Placeholder 17">
            <a:extLst>
              <a:ext uri="{FF2B5EF4-FFF2-40B4-BE49-F238E27FC236}">
                <a16:creationId xmlns:a16="http://schemas.microsoft.com/office/drawing/2014/main" id="{25B92E96-9DA2-5B62-C578-FD7B8BF1C0D8}"/>
              </a:ext>
            </a:extLst>
          </p:cNvPr>
          <p:cNvSpPr>
            <a:spLocks noGrp="1"/>
          </p:cNvSpPr>
          <p:nvPr>
            <p:ph type="body" sz="quarter" idx="23"/>
          </p:nvPr>
        </p:nvSpPr>
        <p:spPr>
          <a:xfrm>
            <a:off x="6375715" y="2595145"/>
            <a:ext cx="2098675" cy="1056924"/>
          </a:xfrm>
          <a:prstGeom prst="rect">
            <a:avLst/>
          </a:prstGeom>
        </p:spPr>
        <p:txBody>
          <a:bodyPr anchor="b">
            <a:normAutofit/>
          </a:bodyPr>
          <a:lstStyle>
            <a:lvl1pPr marL="0" indent="0">
              <a:lnSpc>
                <a:spcPct val="100000"/>
              </a:lnSpc>
              <a:buNone/>
              <a:defRPr sz="1800">
                <a:solidFill>
                  <a:schemeClr val="accent1"/>
                </a:solidFill>
                <a:latin typeface="+mj-lt"/>
              </a:defRPr>
            </a:lvl1pPr>
          </a:lstStyle>
          <a:p>
            <a:pPr lvl="0"/>
            <a:r>
              <a:rPr lang="en-US"/>
              <a:t>Click to edit Master text styles</a:t>
            </a:r>
          </a:p>
        </p:txBody>
      </p:sp>
      <p:sp>
        <p:nvSpPr>
          <p:cNvPr id="31" name="Text Placeholder 24">
            <a:extLst>
              <a:ext uri="{FF2B5EF4-FFF2-40B4-BE49-F238E27FC236}">
                <a16:creationId xmlns:a16="http://schemas.microsoft.com/office/drawing/2014/main" id="{B127458F-BFCD-850F-9583-49EFE16974C7}"/>
              </a:ext>
            </a:extLst>
          </p:cNvPr>
          <p:cNvSpPr>
            <a:spLocks noGrp="1"/>
          </p:cNvSpPr>
          <p:nvPr>
            <p:ph type="body" sz="quarter" idx="27"/>
          </p:nvPr>
        </p:nvSpPr>
        <p:spPr>
          <a:xfrm>
            <a:off x="6375715" y="3854450"/>
            <a:ext cx="2098675" cy="1427163"/>
          </a:xfrm>
          <a:prstGeom prst="rect">
            <a:avLst/>
          </a:prstGeom>
        </p:spPr>
        <p:txBody>
          <a:bodyPr>
            <a:normAutofit/>
          </a:bodyPr>
          <a:lstStyle>
            <a:lvl1pPr marL="0" indent="0">
              <a:buNone/>
              <a:defRPr sz="1400"/>
            </a:lvl1pPr>
          </a:lstStyle>
          <a:p>
            <a:pPr lvl="0"/>
            <a:r>
              <a:rPr lang="en-US"/>
              <a:t>Click to edit Master text styles</a:t>
            </a:r>
          </a:p>
        </p:txBody>
      </p:sp>
      <p:sp>
        <p:nvSpPr>
          <p:cNvPr id="23" name="Text Placeholder 17">
            <a:extLst>
              <a:ext uri="{FF2B5EF4-FFF2-40B4-BE49-F238E27FC236}">
                <a16:creationId xmlns:a16="http://schemas.microsoft.com/office/drawing/2014/main" id="{067F14DA-7950-A3D8-A8AD-D75EAE5E12BC}"/>
              </a:ext>
            </a:extLst>
          </p:cNvPr>
          <p:cNvSpPr>
            <a:spLocks noGrp="1"/>
          </p:cNvSpPr>
          <p:nvPr>
            <p:ph type="body" sz="quarter" idx="24"/>
          </p:nvPr>
        </p:nvSpPr>
        <p:spPr>
          <a:xfrm>
            <a:off x="9037192" y="2595145"/>
            <a:ext cx="2098675" cy="1056924"/>
          </a:xfrm>
          <a:prstGeom prst="rect">
            <a:avLst/>
          </a:prstGeom>
        </p:spPr>
        <p:txBody>
          <a:bodyPr anchor="b">
            <a:normAutofit/>
          </a:bodyPr>
          <a:lstStyle>
            <a:lvl1pPr marL="0" indent="0">
              <a:lnSpc>
                <a:spcPct val="100000"/>
              </a:lnSpc>
              <a:buNone/>
              <a:defRPr sz="1800">
                <a:solidFill>
                  <a:schemeClr val="accent1"/>
                </a:solidFill>
                <a:latin typeface="+mj-lt"/>
              </a:defRPr>
            </a:lvl1pPr>
          </a:lstStyle>
          <a:p>
            <a:pPr lvl="0"/>
            <a:r>
              <a:rPr lang="en-US"/>
              <a:t>Click to edit Master text styles</a:t>
            </a:r>
          </a:p>
        </p:txBody>
      </p:sp>
      <p:sp>
        <p:nvSpPr>
          <p:cNvPr id="34" name="Text Placeholder 24">
            <a:extLst>
              <a:ext uri="{FF2B5EF4-FFF2-40B4-BE49-F238E27FC236}">
                <a16:creationId xmlns:a16="http://schemas.microsoft.com/office/drawing/2014/main" id="{3990DF9C-0EBF-D85B-C1D2-BDF01855DF71}"/>
              </a:ext>
            </a:extLst>
          </p:cNvPr>
          <p:cNvSpPr>
            <a:spLocks noGrp="1"/>
          </p:cNvSpPr>
          <p:nvPr>
            <p:ph type="body" sz="quarter" idx="28"/>
          </p:nvPr>
        </p:nvSpPr>
        <p:spPr>
          <a:xfrm>
            <a:off x="9035154" y="3854450"/>
            <a:ext cx="2098675" cy="1427163"/>
          </a:xfrm>
          <a:prstGeom prst="rect">
            <a:avLst/>
          </a:prstGeom>
        </p:spPr>
        <p:txBody>
          <a:bodyPr>
            <a:normAutofit/>
          </a:bodyPr>
          <a:lstStyle>
            <a:lvl1pPr marL="0" indent="0">
              <a:buNone/>
              <a:defRPr sz="1400"/>
            </a:lvl1pPr>
          </a:lstStyle>
          <a:p>
            <a:pPr lvl="0"/>
            <a:r>
              <a:rPr lang="en-US"/>
              <a:t>Click to edit Master text styles</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766146960"/>
      </p:ext>
    </p:extLst>
  </p:cSld>
  <p:clrMapOvr>
    <a:masterClrMapping/>
  </p:clrMapOvr>
  <p:hf hdr="0" ftr="0" dt="0"/>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Comparison 1">
    <p:spTree>
      <p:nvGrpSpPr>
        <p:cNvPr id="1" name=""/>
        <p:cNvGrpSpPr/>
        <p:nvPr/>
      </p:nvGrpSpPr>
      <p:grpSpPr>
        <a:xfrm>
          <a:off x="0" y="0"/>
          <a:ext cx="0" cy="0"/>
          <a:chOff x="0" y="0"/>
          <a:chExt cx="0" cy="0"/>
        </a:xfrm>
      </p:grpSpPr>
      <p:sp>
        <p:nvSpPr>
          <p:cNvPr id="3" name="Freeform: Shape">
            <a:extLst>
              <a:ext uri="{FF2B5EF4-FFF2-40B4-BE49-F238E27FC236}">
                <a16:creationId xmlns:a16="http://schemas.microsoft.com/office/drawing/2014/main" id="{7FD32445-BF37-D3D6-4B39-8006A8BD569B}"/>
              </a:ext>
              <a:ext uri="{C183D7F6-B498-43B3-948B-1728B52AA6E4}">
                <adec:decorative xmlns:adec="http://schemas.microsoft.com/office/drawing/2017/decorative" val="1"/>
              </a:ext>
            </a:extLst>
          </p:cNvPr>
          <p:cNvSpPr/>
          <p:nvPr/>
        </p:nvSpPr>
        <p:spPr>
          <a:xfrm rot="5400000">
            <a:off x="10066903" y="-1986482"/>
            <a:ext cx="138614" cy="4111578"/>
          </a:xfrm>
          <a:custGeom>
            <a:avLst/>
            <a:gdLst>
              <a:gd name="connsiteX0" fmla="*/ 0 w 138614"/>
              <a:gd name="connsiteY0" fmla="*/ 4111578 h 4111578"/>
              <a:gd name="connsiteX1" fmla="*/ 0 w 138614"/>
              <a:gd name="connsiteY1" fmla="*/ 0 h 4111578"/>
              <a:gd name="connsiteX2" fmla="*/ 138614 w 138614"/>
              <a:gd name="connsiteY2" fmla="*/ 0 h 4111578"/>
              <a:gd name="connsiteX3" fmla="*/ 138614 w 138614"/>
              <a:gd name="connsiteY3" fmla="*/ 4111578 h 4111578"/>
            </a:gdLst>
            <a:ahLst/>
            <a:cxnLst>
              <a:cxn ang="0">
                <a:pos x="connsiteX0" y="connsiteY0"/>
              </a:cxn>
              <a:cxn ang="0">
                <a:pos x="connsiteX1" y="connsiteY1"/>
              </a:cxn>
              <a:cxn ang="0">
                <a:pos x="connsiteX2" y="connsiteY2"/>
              </a:cxn>
              <a:cxn ang="0">
                <a:pos x="connsiteX3" y="connsiteY3"/>
              </a:cxn>
            </a:cxnLst>
            <a:rect l="l" t="t" r="r" b="b"/>
            <a:pathLst>
              <a:path w="138614" h="4111578">
                <a:moveTo>
                  <a:pt x="0" y="4111578"/>
                </a:moveTo>
                <a:lnTo>
                  <a:pt x="0" y="0"/>
                </a:lnTo>
                <a:lnTo>
                  <a:pt x="138614" y="0"/>
                </a:lnTo>
                <a:lnTo>
                  <a:pt x="138614" y="4111578"/>
                </a:lnTo>
                <a:close/>
              </a:path>
            </a:pathLst>
          </a:custGeom>
          <a:solidFill>
            <a:schemeClr val="accent3"/>
          </a:solidFill>
          <a:ln cap="sq">
            <a:noFill/>
            <a:prstDash val="solid"/>
            <a:miter/>
          </a:ln>
        </p:spPr>
        <p:txBody>
          <a:bodyPr wrap="square">
            <a:noAutofit/>
          </a:bodyPr>
          <a:lstStyle/>
          <a:p>
            <a:endParaRPr lang="zh-CN" altLang="en-US" sz="800"/>
          </a:p>
        </p:txBody>
      </p:sp>
      <p:sp>
        <p:nvSpPr>
          <p:cNvPr id="4" name="Freeform: Shape">
            <a:extLst>
              <a:ext uri="{FF2B5EF4-FFF2-40B4-BE49-F238E27FC236}">
                <a16:creationId xmlns:a16="http://schemas.microsoft.com/office/drawing/2014/main" id="{6D631D12-55CB-6657-9300-E15D4F0DECF6}"/>
              </a:ext>
              <a:ext uri="{C183D7F6-B498-43B3-948B-1728B52AA6E4}">
                <adec:decorative xmlns:adec="http://schemas.microsoft.com/office/drawing/2017/decorative" val="1"/>
              </a:ext>
            </a:extLst>
          </p:cNvPr>
          <p:cNvSpPr/>
          <p:nvPr/>
        </p:nvSpPr>
        <p:spPr>
          <a:xfrm rot="5400000">
            <a:off x="5098006" y="-5098004"/>
            <a:ext cx="138615" cy="10334624"/>
          </a:xfrm>
          <a:custGeom>
            <a:avLst/>
            <a:gdLst>
              <a:gd name="connsiteX0" fmla="*/ 0 w 138615"/>
              <a:gd name="connsiteY0" fmla="*/ 10334624 h 10334624"/>
              <a:gd name="connsiteX1" fmla="*/ 0 w 138615"/>
              <a:gd name="connsiteY1" fmla="*/ 0 h 10334624"/>
              <a:gd name="connsiteX2" fmla="*/ 138615 w 138615"/>
              <a:gd name="connsiteY2" fmla="*/ 0 h 10334624"/>
              <a:gd name="connsiteX3" fmla="*/ 138615 w 138615"/>
              <a:gd name="connsiteY3" fmla="*/ 10334624 h 10334624"/>
            </a:gdLst>
            <a:ahLst/>
            <a:cxnLst>
              <a:cxn ang="0">
                <a:pos x="connsiteX0" y="connsiteY0"/>
              </a:cxn>
              <a:cxn ang="0">
                <a:pos x="connsiteX1" y="connsiteY1"/>
              </a:cxn>
              <a:cxn ang="0">
                <a:pos x="connsiteX2" y="connsiteY2"/>
              </a:cxn>
              <a:cxn ang="0">
                <a:pos x="connsiteX3" y="connsiteY3"/>
              </a:cxn>
            </a:cxnLst>
            <a:rect l="l" t="t" r="r" b="b"/>
            <a:pathLst>
              <a:path w="138615" h="10334624">
                <a:moveTo>
                  <a:pt x="0" y="10334624"/>
                </a:moveTo>
                <a:lnTo>
                  <a:pt x="0" y="0"/>
                </a:lnTo>
                <a:lnTo>
                  <a:pt x="138615" y="0"/>
                </a:lnTo>
                <a:lnTo>
                  <a:pt x="138615" y="10334624"/>
                </a:lnTo>
                <a:close/>
              </a:path>
            </a:pathLst>
          </a:custGeom>
          <a:solidFill>
            <a:schemeClr val="accent1"/>
          </a:solidFill>
          <a:ln cap="sq">
            <a:noFill/>
            <a:prstDash val="solid"/>
            <a:miter/>
          </a:ln>
        </p:spPr>
        <p:txBody>
          <a:bodyPr wrap="square">
            <a:noAutofit/>
          </a:bodyPr>
          <a:lstStyle/>
          <a:p>
            <a:endParaRPr lang="zh-CN" altLang="en-US" sz="800"/>
          </a:p>
        </p:txBody>
      </p:sp>
      <p:sp>
        <p:nvSpPr>
          <p:cNvPr id="5" name="Rectangle: Rounded Corners 6">
            <a:extLst>
              <a:ext uri="{FF2B5EF4-FFF2-40B4-BE49-F238E27FC236}">
                <a16:creationId xmlns:a16="http://schemas.microsoft.com/office/drawing/2014/main" id="{4E73BA68-70AC-2A39-587B-AABBCC4368D4}"/>
              </a:ext>
              <a:ext uri="{C183D7F6-B498-43B3-948B-1728B52AA6E4}">
                <adec:decorative xmlns:adec="http://schemas.microsoft.com/office/drawing/2017/decorative" val="1"/>
              </a:ext>
            </a:extLst>
          </p:cNvPr>
          <p:cNvSpPr/>
          <p:nvPr/>
        </p:nvSpPr>
        <p:spPr>
          <a:xfrm>
            <a:off x="1042117" y="4195297"/>
            <a:ext cx="10112819" cy="1401780"/>
          </a:xfrm>
          <a:prstGeom prst="roundRect">
            <a:avLst>
              <a:gd name="adj" fmla="val 0"/>
            </a:avLst>
          </a:prstGeom>
          <a:solidFill>
            <a:schemeClr val="accent1">
              <a:lumMod val="20000"/>
              <a:lumOff val="80000"/>
              <a:alpha val="20000"/>
            </a:schemeClr>
          </a:solidFill>
          <a:ln w="6350">
            <a:noFill/>
          </a:ln>
        </p:spPr>
        <p:txBody>
          <a:bodyPr vert="horz" lIns="0" tIns="0" rIns="0" bIns="0" rtlCol="0" anchor="ctr" anchorCtr="0">
            <a:normAutofit/>
          </a:bodyPr>
          <a:lstStyle/>
          <a:p>
            <a:pPr algn="ctr" eaLnBrk="0" fontAlgn="base" hangingPunct="0">
              <a:spcBef>
                <a:spcPct val="0"/>
              </a:spcBef>
              <a:spcAft>
                <a:spcPct val="0"/>
              </a:spcAft>
            </a:pPr>
            <a:endParaRPr lang="zh-CN" altLang="en-US" sz="1000">
              <a:solidFill>
                <a:schemeClr val="tx1"/>
              </a:solidFill>
            </a:endParaRPr>
          </a:p>
        </p:txBody>
      </p:sp>
      <p:sp>
        <p:nvSpPr>
          <p:cNvPr id="9" name="Rectangle: Rounded Corners 11">
            <a:extLst>
              <a:ext uri="{FF2B5EF4-FFF2-40B4-BE49-F238E27FC236}">
                <a16:creationId xmlns:a16="http://schemas.microsoft.com/office/drawing/2014/main" id="{3204ED10-93D9-9227-EF2A-55976A0C3021}"/>
              </a:ext>
              <a:ext uri="{C183D7F6-B498-43B3-948B-1728B52AA6E4}">
                <adec:decorative xmlns:adec="http://schemas.microsoft.com/office/drawing/2017/decorative" val="1"/>
              </a:ext>
            </a:extLst>
          </p:cNvPr>
          <p:cNvSpPr/>
          <p:nvPr/>
        </p:nvSpPr>
        <p:spPr>
          <a:xfrm>
            <a:off x="1056405" y="2521925"/>
            <a:ext cx="10112819" cy="1401780"/>
          </a:xfrm>
          <a:prstGeom prst="roundRect">
            <a:avLst>
              <a:gd name="adj" fmla="val 0"/>
            </a:avLst>
          </a:prstGeom>
          <a:solidFill>
            <a:schemeClr val="accent1">
              <a:lumMod val="20000"/>
              <a:lumOff val="80000"/>
              <a:alpha val="20000"/>
            </a:schemeClr>
          </a:solidFill>
          <a:ln w="6350">
            <a:noFill/>
          </a:ln>
          <a:effectLst/>
        </p:spPr>
        <p:txBody>
          <a:bodyPr vert="horz" lIns="0" tIns="0" rIns="0" bIns="0" rtlCol="0" anchor="ctr" anchorCtr="0">
            <a:normAutofit/>
          </a:bodyPr>
          <a:lstStyle/>
          <a:p>
            <a:pPr algn="ctr" eaLnBrk="0" fontAlgn="base" hangingPunct="0">
              <a:spcBef>
                <a:spcPct val="0"/>
              </a:spcBef>
              <a:spcAft>
                <a:spcPct val="0"/>
              </a:spcAft>
            </a:pPr>
            <a:endParaRPr lang="zh-CN" altLang="en-US" sz="1000">
              <a:solidFill>
                <a:schemeClr val="tx1"/>
              </a:solidFill>
            </a:endParaRPr>
          </a:p>
        </p:txBody>
      </p:sp>
      <p:sp>
        <p:nvSpPr>
          <p:cNvPr id="14" name="Rectangle: Rounded Corners 143">
            <a:extLst>
              <a:ext uri="{FF2B5EF4-FFF2-40B4-BE49-F238E27FC236}">
                <a16:creationId xmlns:a16="http://schemas.microsoft.com/office/drawing/2014/main" id="{21347851-5189-F855-AD50-2CF552F4AB8E}"/>
              </a:ext>
              <a:ext uri="{C183D7F6-B498-43B3-948B-1728B52AA6E4}">
                <adec:decorative xmlns:adec="http://schemas.microsoft.com/office/drawing/2017/decorative" val="1"/>
              </a:ext>
            </a:extLst>
          </p:cNvPr>
          <p:cNvSpPr>
            <a:spLocks/>
          </p:cNvSpPr>
          <p:nvPr/>
        </p:nvSpPr>
        <p:spPr>
          <a:xfrm>
            <a:off x="1225154" y="2689610"/>
            <a:ext cx="51196" cy="1066410"/>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15" name="Rectangle: Rounded Corners 143">
            <a:extLst>
              <a:ext uri="{FF2B5EF4-FFF2-40B4-BE49-F238E27FC236}">
                <a16:creationId xmlns:a16="http://schemas.microsoft.com/office/drawing/2014/main" id="{4A27F1D2-0184-0166-1E13-D39D4A8E185F}"/>
              </a:ext>
              <a:ext uri="{C183D7F6-B498-43B3-948B-1728B52AA6E4}">
                <adec:decorative xmlns:adec="http://schemas.microsoft.com/office/drawing/2017/decorative" val="1"/>
              </a:ext>
            </a:extLst>
          </p:cNvPr>
          <p:cNvSpPr>
            <a:spLocks/>
          </p:cNvSpPr>
          <p:nvPr/>
        </p:nvSpPr>
        <p:spPr>
          <a:xfrm>
            <a:off x="1225154" y="4362982"/>
            <a:ext cx="51196" cy="1066410"/>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382748"/>
            <a:ext cx="10504000" cy="1132258"/>
          </a:xfrm>
          <a:prstGeom prst="rect">
            <a:avLst/>
          </a:prstGeom>
        </p:spPr>
        <p:txBody>
          <a:bodyPr/>
          <a:lstStyle>
            <a:lvl1pPr algn="ctr">
              <a:defRPr/>
            </a:lvl1pPr>
          </a:lstStyle>
          <a:p>
            <a:r>
              <a:rPr lang="en-US"/>
              <a:t>Click to edit Master title style</a:t>
            </a:r>
          </a:p>
        </p:txBody>
      </p:sp>
      <p:sp>
        <p:nvSpPr>
          <p:cNvPr id="11" name="Text Placeholder 10">
            <a:extLst>
              <a:ext uri="{FF2B5EF4-FFF2-40B4-BE49-F238E27FC236}">
                <a16:creationId xmlns:a16="http://schemas.microsoft.com/office/drawing/2014/main" id="{64978E3E-3670-AB0E-0636-A0E21058D2CB}"/>
              </a:ext>
            </a:extLst>
          </p:cNvPr>
          <p:cNvSpPr>
            <a:spLocks noGrp="1"/>
          </p:cNvSpPr>
          <p:nvPr>
            <p:ph type="body" sz="quarter" idx="17"/>
          </p:nvPr>
        </p:nvSpPr>
        <p:spPr>
          <a:xfrm>
            <a:off x="1844514" y="2684463"/>
            <a:ext cx="3070119" cy="1066800"/>
          </a:xfrm>
          <a:prstGeom prst="rect">
            <a:avLst/>
          </a:prstGeom>
        </p:spPr>
        <p:txBody>
          <a:bodyPr anchor="ctr">
            <a:normAutofit/>
          </a:bodyPr>
          <a:lstStyle>
            <a:lvl1pPr marL="0" indent="0">
              <a:lnSpc>
                <a:spcPct val="100000"/>
              </a:lnSpc>
              <a:buNone/>
              <a:defRPr sz="1800">
                <a:solidFill>
                  <a:schemeClr val="accent1"/>
                </a:solidFill>
                <a:latin typeface="+mj-lt"/>
              </a:defRPr>
            </a:lvl1pPr>
          </a:lstStyle>
          <a:p>
            <a:pPr lvl="0"/>
            <a:r>
              <a:rPr lang="en-US"/>
              <a:t>Click to edit Master text styles</a:t>
            </a:r>
          </a:p>
        </p:txBody>
      </p:sp>
      <p:sp>
        <p:nvSpPr>
          <p:cNvPr id="16" name="Text Placeholder 12">
            <a:extLst>
              <a:ext uri="{FF2B5EF4-FFF2-40B4-BE49-F238E27FC236}">
                <a16:creationId xmlns:a16="http://schemas.microsoft.com/office/drawing/2014/main" id="{5F9F3292-0711-E6DF-EF80-539FAAB29FC8}"/>
              </a:ext>
            </a:extLst>
          </p:cNvPr>
          <p:cNvSpPr>
            <a:spLocks noGrp="1"/>
          </p:cNvSpPr>
          <p:nvPr>
            <p:ph type="body" sz="quarter" idx="14" hasCustomPrompt="1"/>
          </p:nvPr>
        </p:nvSpPr>
        <p:spPr>
          <a:xfrm>
            <a:off x="5497959" y="2684463"/>
            <a:ext cx="5183188" cy="1066800"/>
          </a:xfrm>
          <a:prstGeom prst="rect">
            <a:avLst/>
          </a:prstGeo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3FEC1AB9-B053-2ACC-350C-C592524D8326}"/>
              </a:ext>
            </a:extLst>
          </p:cNvPr>
          <p:cNvSpPr>
            <a:spLocks noGrp="1"/>
          </p:cNvSpPr>
          <p:nvPr>
            <p:ph type="body" sz="quarter" idx="18"/>
          </p:nvPr>
        </p:nvSpPr>
        <p:spPr>
          <a:xfrm>
            <a:off x="1844513" y="4358243"/>
            <a:ext cx="3070119" cy="1066800"/>
          </a:xfrm>
          <a:prstGeom prst="rect">
            <a:avLst/>
          </a:prstGeom>
        </p:spPr>
        <p:txBody>
          <a:bodyPr anchor="ctr">
            <a:normAutofit/>
          </a:bodyPr>
          <a:lstStyle>
            <a:lvl1pPr marL="0" indent="0">
              <a:lnSpc>
                <a:spcPct val="100000"/>
              </a:lnSpc>
              <a:buNone/>
              <a:defRPr sz="1800">
                <a:solidFill>
                  <a:schemeClr val="accent1"/>
                </a:solidFill>
                <a:latin typeface="+mj-lt"/>
              </a:defRPr>
            </a:lvl1pPr>
          </a:lstStyle>
          <a:p>
            <a:pPr lvl="0"/>
            <a:r>
              <a:rPr lang="en-US"/>
              <a:t>Click to edit Master text styles</a:t>
            </a:r>
          </a:p>
        </p:txBody>
      </p:sp>
      <p:sp>
        <p:nvSpPr>
          <p:cNvPr id="17" name="Text Placeholder 12">
            <a:extLst>
              <a:ext uri="{FF2B5EF4-FFF2-40B4-BE49-F238E27FC236}">
                <a16:creationId xmlns:a16="http://schemas.microsoft.com/office/drawing/2014/main" id="{95F7C934-0F71-5588-8071-E6240A121D51}"/>
              </a:ext>
            </a:extLst>
          </p:cNvPr>
          <p:cNvSpPr>
            <a:spLocks noGrp="1"/>
          </p:cNvSpPr>
          <p:nvPr>
            <p:ph type="body" sz="quarter" idx="19" hasCustomPrompt="1"/>
          </p:nvPr>
        </p:nvSpPr>
        <p:spPr>
          <a:xfrm>
            <a:off x="5497959" y="4358243"/>
            <a:ext cx="5183188" cy="1066800"/>
          </a:xfrm>
          <a:prstGeom prst="rect">
            <a:avLst/>
          </a:prstGeo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4053059871"/>
      </p:ext>
    </p:extLst>
  </p:cSld>
  <p:clrMapOvr>
    <a:masterClrMapping/>
  </p:clrMapOvr>
  <p:hf hdr="0" ftr="0" dt="0"/>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Comparison 2">
    <p:spTree>
      <p:nvGrpSpPr>
        <p:cNvPr id="1" name=""/>
        <p:cNvGrpSpPr/>
        <p:nvPr/>
      </p:nvGrpSpPr>
      <p:grpSpPr>
        <a:xfrm>
          <a:off x="0" y="0"/>
          <a:ext cx="0" cy="0"/>
          <a:chOff x="0" y="0"/>
          <a:chExt cx="0" cy="0"/>
        </a:xfrm>
      </p:grpSpPr>
      <p:sp>
        <p:nvSpPr>
          <p:cNvPr id="12" name="Freeform: Shape 7">
            <a:extLst>
              <a:ext uri="{FF2B5EF4-FFF2-40B4-BE49-F238E27FC236}">
                <a16:creationId xmlns:a16="http://schemas.microsoft.com/office/drawing/2014/main" id="{87CCFE2A-6626-6AE5-C453-D35DA310DC3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DCD2A433-747D-0C78-13C9-150DE55C9FB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3" name="Freeform: Shape">
            <a:extLst>
              <a:ext uri="{FF2B5EF4-FFF2-40B4-BE49-F238E27FC236}">
                <a16:creationId xmlns:a16="http://schemas.microsoft.com/office/drawing/2014/main" id="{2F042920-C42A-7041-E752-777E868A2F6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Rectangle: Rounded Corners 6">
            <a:extLst>
              <a:ext uri="{FF2B5EF4-FFF2-40B4-BE49-F238E27FC236}">
                <a16:creationId xmlns:a16="http://schemas.microsoft.com/office/drawing/2014/main" id="{6AA8D35C-28A0-FCD3-1EB5-176F2013EE7E}"/>
              </a:ext>
              <a:ext uri="{C183D7F6-B498-43B3-948B-1728B52AA6E4}">
                <adec:decorative xmlns:adec="http://schemas.microsoft.com/office/drawing/2017/decorative" val="1"/>
              </a:ext>
            </a:extLst>
          </p:cNvPr>
          <p:cNvSpPr/>
          <p:nvPr/>
        </p:nvSpPr>
        <p:spPr>
          <a:xfrm rot="5400000">
            <a:off x="7643758" y="2070747"/>
            <a:ext cx="3993356" cy="2836368"/>
          </a:xfrm>
          <a:prstGeom prst="roundRect">
            <a:avLst>
              <a:gd name="adj" fmla="val 0"/>
            </a:avLst>
          </a:prstGeom>
          <a:solidFill>
            <a:schemeClr val="accent1">
              <a:lumMod val="20000"/>
              <a:lumOff val="80000"/>
              <a:alpha val="20000"/>
            </a:schemeClr>
          </a:solidFill>
          <a:ln w="6350">
            <a:noFill/>
          </a:ln>
        </p:spPr>
        <p:txBody>
          <a:bodyPr vert="horz" lIns="0" tIns="0" rIns="0" bIns="0" rtlCol="0" anchor="ctr" anchorCtr="0">
            <a:normAutofit/>
          </a:bodyPr>
          <a:lstStyle/>
          <a:p>
            <a:pPr algn="ctr" eaLnBrk="0" fontAlgn="base" hangingPunct="0">
              <a:spcBef>
                <a:spcPct val="0"/>
              </a:spcBef>
              <a:spcAft>
                <a:spcPct val="0"/>
              </a:spcAft>
            </a:pPr>
            <a:endParaRPr lang="zh-CN" altLang="en-US" sz="1000">
              <a:solidFill>
                <a:schemeClr val="tx1"/>
              </a:solidFill>
            </a:endParaRPr>
          </a:p>
        </p:txBody>
      </p:sp>
      <p:sp>
        <p:nvSpPr>
          <p:cNvPr id="4" name="Rectangle: Rounded Corners 11">
            <a:extLst>
              <a:ext uri="{FF2B5EF4-FFF2-40B4-BE49-F238E27FC236}">
                <a16:creationId xmlns:a16="http://schemas.microsoft.com/office/drawing/2014/main" id="{B5D1F914-B8C1-879A-17B9-67360E194354}"/>
              </a:ext>
              <a:ext uri="{C183D7F6-B498-43B3-948B-1728B52AA6E4}">
                <adec:decorative xmlns:adec="http://schemas.microsoft.com/office/drawing/2017/decorative" val="1"/>
              </a:ext>
            </a:extLst>
          </p:cNvPr>
          <p:cNvSpPr/>
          <p:nvPr/>
        </p:nvSpPr>
        <p:spPr>
          <a:xfrm rot="5400000">
            <a:off x="4519658" y="2070747"/>
            <a:ext cx="3993359" cy="2836368"/>
          </a:xfrm>
          <a:prstGeom prst="roundRect">
            <a:avLst>
              <a:gd name="adj" fmla="val 0"/>
            </a:avLst>
          </a:prstGeom>
          <a:solidFill>
            <a:schemeClr val="accent1">
              <a:lumMod val="20000"/>
              <a:lumOff val="80000"/>
              <a:alpha val="20000"/>
            </a:schemeClr>
          </a:solidFill>
          <a:ln w="6350">
            <a:noFill/>
          </a:ln>
          <a:effectLst/>
        </p:spPr>
        <p:txBody>
          <a:bodyPr vert="horz" lIns="0" tIns="0" rIns="0" bIns="0" rtlCol="0" anchor="ctr" anchorCtr="0">
            <a:normAutofit/>
          </a:bodyPr>
          <a:lstStyle/>
          <a:p>
            <a:pPr algn="ctr" eaLnBrk="0" fontAlgn="base" hangingPunct="0">
              <a:spcBef>
                <a:spcPct val="0"/>
              </a:spcBef>
              <a:spcAft>
                <a:spcPct val="0"/>
              </a:spcAft>
            </a:pPr>
            <a:endParaRPr lang="zh-CN" altLang="en-US" sz="1000">
              <a:solidFill>
                <a:schemeClr val="tx1"/>
              </a:solidFill>
            </a:endParaRPr>
          </a:p>
        </p:txBody>
      </p:sp>
      <p:sp>
        <p:nvSpPr>
          <p:cNvPr id="15" name="Rectangle: Rounded Corners 143">
            <a:extLst>
              <a:ext uri="{FF2B5EF4-FFF2-40B4-BE49-F238E27FC236}">
                <a16:creationId xmlns:a16="http://schemas.microsoft.com/office/drawing/2014/main" id="{7E48861E-70D6-A18A-43FE-42A5AC0EB47A}"/>
              </a:ext>
              <a:ext uri="{C183D7F6-B498-43B3-948B-1728B52AA6E4}">
                <adec:decorative xmlns:adec="http://schemas.microsoft.com/office/drawing/2017/decorative" val="1"/>
              </a:ext>
            </a:extLst>
          </p:cNvPr>
          <p:cNvSpPr>
            <a:spLocks/>
          </p:cNvSpPr>
          <p:nvPr/>
        </p:nvSpPr>
        <p:spPr>
          <a:xfrm rot="5400000">
            <a:off x="6490388" y="409865"/>
            <a:ext cx="51898" cy="2383363"/>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16" name="Rectangle: Rounded Corners 143">
            <a:extLst>
              <a:ext uri="{FF2B5EF4-FFF2-40B4-BE49-F238E27FC236}">
                <a16:creationId xmlns:a16="http://schemas.microsoft.com/office/drawing/2014/main" id="{5858692A-E42A-956D-E5B7-ACD17A5CC637}"/>
              </a:ext>
              <a:ext uri="{C183D7F6-B498-43B3-948B-1728B52AA6E4}">
                <adec:decorative xmlns:adec="http://schemas.microsoft.com/office/drawing/2017/decorative" val="1"/>
              </a:ext>
            </a:extLst>
          </p:cNvPr>
          <p:cNvSpPr>
            <a:spLocks/>
          </p:cNvSpPr>
          <p:nvPr/>
        </p:nvSpPr>
        <p:spPr>
          <a:xfrm rot="5400000">
            <a:off x="9614486" y="409864"/>
            <a:ext cx="51898" cy="2383363"/>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 name="Title 1">
            <a:extLst>
              <a:ext uri="{FF2B5EF4-FFF2-40B4-BE49-F238E27FC236}">
                <a16:creationId xmlns:a16="http://schemas.microsoft.com/office/drawing/2014/main" id="{666A9F42-7FF7-F803-C075-BC4968D35E34}"/>
              </a:ext>
            </a:extLst>
          </p:cNvPr>
          <p:cNvSpPr>
            <a:spLocks noGrp="1"/>
          </p:cNvSpPr>
          <p:nvPr>
            <p:ph type="title" hasCustomPrompt="1"/>
          </p:nvPr>
        </p:nvSpPr>
        <p:spPr>
          <a:xfrm>
            <a:off x="1072600" y="1694296"/>
            <a:ext cx="3468118" cy="3469409"/>
          </a:xfrm>
          <a:prstGeom prst="rect">
            <a:avLst/>
          </a:prstGeom>
        </p:spPr>
        <p:txBody>
          <a:bodyPr anchor="ctr" anchorCtr="0"/>
          <a:lstStyle/>
          <a:p>
            <a:r>
              <a:rPr lang="en-US"/>
              <a:t>Click to edit Master title style</a:t>
            </a:r>
          </a:p>
        </p:txBody>
      </p:sp>
      <p:sp>
        <p:nvSpPr>
          <p:cNvPr id="9" name="Text Placeholder 8">
            <a:extLst>
              <a:ext uri="{FF2B5EF4-FFF2-40B4-BE49-F238E27FC236}">
                <a16:creationId xmlns:a16="http://schemas.microsoft.com/office/drawing/2014/main" id="{B849A9D1-E1F9-521F-247B-364BC152A7C4}"/>
              </a:ext>
            </a:extLst>
          </p:cNvPr>
          <p:cNvSpPr>
            <a:spLocks noGrp="1"/>
          </p:cNvSpPr>
          <p:nvPr>
            <p:ph type="body" sz="quarter" idx="17"/>
          </p:nvPr>
        </p:nvSpPr>
        <p:spPr>
          <a:xfrm>
            <a:off x="5324655" y="2234057"/>
            <a:ext cx="2382838" cy="992066"/>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5" name="Text Placeholder 12">
            <a:extLst>
              <a:ext uri="{FF2B5EF4-FFF2-40B4-BE49-F238E27FC236}">
                <a16:creationId xmlns:a16="http://schemas.microsoft.com/office/drawing/2014/main" id="{EA55ACA7-4BD6-2C67-10DF-0B8C9CFAECA3}"/>
              </a:ext>
            </a:extLst>
          </p:cNvPr>
          <p:cNvSpPr>
            <a:spLocks noGrp="1"/>
          </p:cNvSpPr>
          <p:nvPr>
            <p:ph type="body" sz="quarter" idx="14"/>
          </p:nvPr>
        </p:nvSpPr>
        <p:spPr>
          <a:xfrm>
            <a:off x="5324655" y="3405509"/>
            <a:ext cx="2382838" cy="16748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8">
            <a:extLst>
              <a:ext uri="{FF2B5EF4-FFF2-40B4-BE49-F238E27FC236}">
                <a16:creationId xmlns:a16="http://schemas.microsoft.com/office/drawing/2014/main" id="{E6DC78A8-A5F2-9BDE-AAD7-2B2CD7E330EA}"/>
              </a:ext>
            </a:extLst>
          </p:cNvPr>
          <p:cNvSpPr>
            <a:spLocks noGrp="1"/>
          </p:cNvSpPr>
          <p:nvPr>
            <p:ph type="body" sz="quarter" idx="18"/>
          </p:nvPr>
        </p:nvSpPr>
        <p:spPr>
          <a:xfrm>
            <a:off x="8448753" y="2246757"/>
            <a:ext cx="2382838" cy="992066"/>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10" name="Text Placeholder 12">
            <a:extLst>
              <a:ext uri="{FF2B5EF4-FFF2-40B4-BE49-F238E27FC236}">
                <a16:creationId xmlns:a16="http://schemas.microsoft.com/office/drawing/2014/main" id="{2E956515-5FFA-44DD-AB1C-68CEC3BAF8CD}"/>
              </a:ext>
            </a:extLst>
          </p:cNvPr>
          <p:cNvSpPr>
            <a:spLocks noGrp="1"/>
          </p:cNvSpPr>
          <p:nvPr>
            <p:ph type="body" sz="quarter" idx="19"/>
          </p:nvPr>
        </p:nvSpPr>
        <p:spPr>
          <a:xfrm>
            <a:off x="8448753" y="3407418"/>
            <a:ext cx="2382838" cy="167481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4206686821"/>
      </p:ext>
    </p:extLst>
  </p:cSld>
  <p:clrMapOvr>
    <a:masterClrMapping/>
  </p:clrMapOvr>
  <p:hf hdr="0" ftr="0" dt="0"/>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Cycle">
    <p:spTree>
      <p:nvGrpSpPr>
        <p:cNvPr id="1" name=""/>
        <p:cNvGrpSpPr/>
        <p:nvPr/>
      </p:nvGrpSpPr>
      <p:grpSpPr>
        <a:xfrm>
          <a:off x="0" y="0"/>
          <a:ext cx="0" cy="0"/>
          <a:chOff x="0" y="0"/>
          <a:chExt cx="0" cy="0"/>
        </a:xfrm>
      </p:grpSpPr>
      <p:sp>
        <p:nvSpPr>
          <p:cNvPr id="12" name="Freeform: Shape 7">
            <a:extLst>
              <a:ext uri="{FF2B5EF4-FFF2-40B4-BE49-F238E27FC236}">
                <a16:creationId xmlns:a16="http://schemas.microsoft.com/office/drawing/2014/main" id="{87CCFE2A-6626-6AE5-C453-D35DA310DC3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DCD2A433-747D-0C78-13C9-150DE55C9FB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3" name="Freeform: Shape">
            <a:extLst>
              <a:ext uri="{FF2B5EF4-FFF2-40B4-BE49-F238E27FC236}">
                <a16:creationId xmlns:a16="http://schemas.microsoft.com/office/drawing/2014/main" id="{2F042920-C42A-7041-E752-777E868A2F6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Freeform: Shape">
            <a:extLst>
              <a:ext uri="{FF2B5EF4-FFF2-40B4-BE49-F238E27FC236}">
                <a16:creationId xmlns:a16="http://schemas.microsoft.com/office/drawing/2014/main" id="{CD4711B4-0346-52AD-7F52-36A9550E67E5}"/>
              </a:ext>
              <a:ext uri="{C183D7F6-B498-43B3-948B-1728B52AA6E4}">
                <adec:decorative xmlns:adec="http://schemas.microsoft.com/office/drawing/2017/decorative" val="1"/>
              </a:ext>
            </a:extLst>
          </p:cNvPr>
          <p:cNvSpPr/>
          <p:nvPr/>
        </p:nvSpPr>
        <p:spPr>
          <a:xfrm>
            <a:off x="4452256" y="2217724"/>
            <a:ext cx="2091183" cy="2465804"/>
          </a:xfrm>
          <a:custGeom>
            <a:avLst/>
            <a:gdLst>
              <a:gd name="connsiteX0" fmla="*/ 2114550 w 2114550"/>
              <a:gd name="connsiteY0" fmla="*/ 452438 h 2493359"/>
              <a:gd name="connsiteX1" fmla="*/ 1662113 w 2114550"/>
              <a:gd name="connsiteY1" fmla="*/ 904875 h 2493359"/>
              <a:gd name="connsiteX2" fmla="*/ 904875 w 2114550"/>
              <a:gd name="connsiteY2" fmla="*/ 1662113 h 2493359"/>
              <a:gd name="connsiteX3" fmla="*/ 1004507 w 2114550"/>
              <a:gd name="connsiteY3" fmla="*/ 2037779 h 2493359"/>
              <a:gd name="connsiteX4" fmla="*/ 388144 w 2114550"/>
              <a:gd name="connsiteY4" fmla="*/ 1875282 h 2493359"/>
              <a:gd name="connsiteX5" fmla="*/ 222504 w 2114550"/>
              <a:gd name="connsiteY5" fmla="*/ 2493359 h 2493359"/>
              <a:gd name="connsiteX6" fmla="*/ 0 w 2114550"/>
              <a:gd name="connsiteY6" fmla="*/ 1662113 h 2493359"/>
              <a:gd name="connsiteX7" fmla="*/ 1662113 w 2114550"/>
              <a:gd name="connsiteY7" fmla="*/ 0 h 2493359"/>
              <a:gd name="connsiteX8" fmla="*/ 2114550 w 2114550"/>
              <a:gd name="connsiteY8" fmla="*/ 452438 h 24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4550" h="2493359">
                <a:moveTo>
                  <a:pt x="2114550" y="452438"/>
                </a:moveTo>
                <a:cubicBezTo>
                  <a:pt x="2114550" y="702278"/>
                  <a:pt x="1911953" y="904875"/>
                  <a:pt x="1662113" y="904875"/>
                </a:cubicBezTo>
                <a:cubicBezTo>
                  <a:pt x="1243870" y="904875"/>
                  <a:pt x="904875" y="1243870"/>
                  <a:pt x="904875" y="1662113"/>
                </a:cubicBezTo>
                <a:cubicBezTo>
                  <a:pt x="904875" y="1798796"/>
                  <a:pt x="941070" y="1927098"/>
                  <a:pt x="1004507" y="2037779"/>
                </a:cubicBezTo>
                <a:cubicBezTo>
                  <a:pt x="878681" y="1823752"/>
                  <a:pt x="603504" y="1750886"/>
                  <a:pt x="388144" y="1875282"/>
                </a:cubicBezTo>
                <a:cubicBezTo>
                  <a:pt x="171736" y="2000250"/>
                  <a:pt x="97536" y="2276951"/>
                  <a:pt x="222504" y="2493359"/>
                </a:cubicBezTo>
                <a:cubicBezTo>
                  <a:pt x="80963" y="2248853"/>
                  <a:pt x="0" y="1964912"/>
                  <a:pt x="0" y="1662113"/>
                </a:cubicBezTo>
                <a:cubicBezTo>
                  <a:pt x="0" y="744093"/>
                  <a:pt x="744188" y="0"/>
                  <a:pt x="1662113" y="0"/>
                </a:cubicBezTo>
                <a:cubicBezTo>
                  <a:pt x="1911953" y="0"/>
                  <a:pt x="2114550" y="202502"/>
                  <a:pt x="2114550" y="452438"/>
                </a:cubicBezTo>
                <a:close/>
              </a:path>
            </a:pathLst>
          </a:custGeom>
          <a:solidFill>
            <a:schemeClr val="accent1">
              <a:lumMod val="60000"/>
              <a:lumOff val="40000"/>
            </a:schemeClr>
          </a:solidFill>
          <a:ln w="9525" cap="flat">
            <a:noFill/>
            <a:prstDash val="solid"/>
            <a:miter/>
          </a:ln>
        </p:spPr>
        <p:txBody>
          <a:bodyPr lIns="0" tIns="0" rIns="0" bIns="0" rtlCol="0" anchor="ctr"/>
          <a:lstStyle/>
          <a:p>
            <a:endParaRPr lang="zh-CN" altLang="en-US"/>
          </a:p>
        </p:txBody>
      </p:sp>
      <p:sp>
        <p:nvSpPr>
          <p:cNvPr id="4" name="Freeform: Shape">
            <a:extLst>
              <a:ext uri="{FF2B5EF4-FFF2-40B4-BE49-F238E27FC236}">
                <a16:creationId xmlns:a16="http://schemas.microsoft.com/office/drawing/2014/main" id="{3C9ADCC6-CE1B-4083-C834-C5A3C23F07C4}"/>
              </a:ext>
              <a:ext uri="{C183D7F6-B498-43B3-948B-1728B52AA6E4}">
                <adec:decorative xmlns:adec="http://schemas.microsoft.com/office/drawing/2017/decorative" val="1"/>
              </a:ext>
            </a:extLst>
          </p:cNvPr>
          <p:cNvSpPr/>
          <p:nvPr/>
        </p:nvSpPr>
        <p:spPr>
          <a:xfrm>
            <a:off x="6096002" y="2217724"/>
            <a:ext cx="1643745" cy="2689429"/>
          </a:xfrm>
          <a:custGeom>
            <a:avLst/>
            <a:gdLst>
              <a:gd name="connsiteX0" fmla="*/ 1662113 w 1662112"/>
              <a:gd name="connsiteY0" fmla="*/ 1662113 h 2719483"/>
              <a:gd name="connsiteX1" fmla="*/ 1439609 w 1662112"/>
              <a:gd name="connsiteY1" fmla="*/ 2493359 h 2719483"/>
              <a:gd name="connsiteX2" fmla="*/ 821436 w 1662112"/>
              <a:gd name="connsiteY2" fmla="*/ 2658713 h 2719483"/>
              <a:gd name="connsiteX3" fmla="*/ 654082 w 1662112"/>
              <a:gd name="connsiteY3" fmla="*/ 2043779 h 2719483"/>
              <a:gd name="connsiteX4" fmla="*/ 658368 w 1662112"/>
              <a:gd name="connsiteY4" fmla="*/ 2036445 h 2719483"/>
              <a:gd name="connsiteX5" fmla="*/ 757238 w 1662112"/>
              <a:gd name="connsiteY5" fmla="*/ 1662113 h 2719483"/>
              <a:gd name="connsiteX6" fmla="*/ 0 w 1662112"/>
              <a:gd name="connsiteY6" fmla="*/ 904875 h 2719483"/>
              <a:gd name="connsiteX7" fmla="*/ 452438 w 1662112"/>
              <a:gd name="connsiteY7" fmla="*/ 452438 h 2719483"/>
              <a:gd name="connsiteX8" fmla="*/ 0 w 1662112"/>
              <a:gd name="connsiteY8" fmla="*/ 0 h 2719483"/>
              <a:gd name="connsiteX9" fmla="*/ 1662113 w 1662112"/>
              <a:gd name="connsiteY9" fmla="*/ 1662113 h 271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2112" h="2719483">
                <a:moveTo>
                  <a:pt x="1662113" y="1662113"/>
                </a:moveTo>
                <a:cubicBezTo>
                  <a:pt x="1662113" y="1964912"/>
                  <a:pt x="1581150" y="2248853"/>
                  <a:pt x="1439609" y="2493359"/>
                </a:cubicBezTo>
                <a:cubicBezTo>
                  <a:pt x="1314640" y="2709767"/>
                  <a:pt x="1037749" y="2783681"/>
                  <a:pt x="821436" y="2658713"/>
                </a:cubicBezTo>
                <a:cubicBezTo>
                  <a:pt x="606076" y="2534412"/>
                  <a:pt x="531495" y="2259616"/>
                  <a:pt x="654082" y="2043779"/>
                </a:cubicBezTo>
                <a:cubicBezTo>
                  <a:pt x="655606" y="2041398"/>
                  <a:pt x="656939" y="2038922"/>
                  <a:pt x="658368" y="2036445"/>
                </a:cubicBezTo>
                <a:cubicBezTo>
                  <a:pt x="721328" y="1926050"/>
                  <a:pt x="757238" y="1798225"/>
                  <a:pt x="757238" y="1662113"/>
                </a:cubicBezTo>
                <a:cubicBezTo>
                  <a:pt x="757238" y="1243870"/>
                  <a:pt x="418243" y="904875"/>
                  <a:pt x="0" y="904875"/>
                </a:cubicBezTo>
                <a:cubicBezTo>
                  <a:pt x="249841" y="904875"/>
                  <a:pt x="452438" y="702278"/>
                  <a:pt x="452438" y="452438"/>
                </a:cubicBezTo>
                <a:cubicBezTo>
                  <a:pt x="452438" y="202597"/>
                  <a:pt x="249841" y="0"/>
                  <a:pt x="0" y="0"/>
                </a:cubicBezTo>
                <a:cubicBezTo>
                  <a:pt x="917924" y="0"/>
                  <a:pt x="1662113" y="744093"/>
                  <a:pt x="1662113" y="1662113"/>
                </a:cubicBezTo>
                <a:close/>
              </a:path>
            </a:pathLst>
          </a:custGeom>
          <a:solidFill>
            <a:schemeClr val="accent1"/>
          </a:solidFill>
          <a:ln w="9525" cap="flat">
            <a:noFill/>
            <a:prstDash val="solid"/>
            <a:miter/>
          </a:ln>
        </p:spPr>
        <p:txBody>
          <a:bodyPr lIns="0" tIns="0" rIns="0" bIns="0" rtlCol="0" anchor="ctr"/>
          <a:lstStyle/>
          <a:p>
            <a:endParaRPr lang="zh-CN" altLang="en-US"/>
          </a:p>
        </p:txBody>
      </p:sp>
      <p:sp>
        <p:nvSpPr>
          <p:cNvPr id="5" name="Freeform: Shape">
            <a:extLst>
              <a:ext uri="{FF2B5EF4-FFF2-40B4-BE49-F238E27FC236}">
                <a16:creationId xmlns:a16="http://schemas.microsoft.com/office/drawing/2014/main" id="{0AE7CCB7-24EF-0E6D-D377-5F01DEB69446}"/>
              </a:ext>
              <a:ext uri="{C183D7F6-B498-43B3-948B-1728B52AA6E4}">
                <adec:decorative xmlns:adec="http://schemas.microsoft.com/office/drawing/2017/decorative" val="1"/>
              </a:ext>
            </a:extLst>
          </p:cNvPr>
          <p:cNvSpPr/>
          <p:nvPr/>
        </p:nvSpPr>
        <p:spPr>
          <a:xfrm>
            <a:off x="4612275" y="4012230"/>
            <a:ext cx="2907427" cy="1492982"/>
          </a:xfrm>
          <a:custGeom>
            <a:avLst/>
            <a:gdLst>
              <a:gd name="connsiteX0" fmla="*/ 2939915 w 2939914"/>
              <a:gd name="connsiteY0" fmla="*/ 678800 h 1509666"/>
              <a:gd name="connsiteX1" fmla="*/ 1500306 w 2939914"/>
              <a:gd name="connsiteY1" fmla="*/ 1509666 h 1509666"/>
              <a:gd name="connsiteX2" fmla="*/ 60698 w 2939914"/>
              <a:gd name="connsiteY2" fmla="*/ 678800 h 1509666"/>
              <a:gd name="connsiteX3" fmla="*/ 226337 w 2939914"/>
              <a:gd name="connsiteY3" fmla="*/ 60723 h 1509666"/>
              <a:gd name="connsiteX4" fmla="*/ 842700 w 2939914"/>
              <a:gd name="connsiteY4" fmla="*/ 223220 h 1509666"/>
              <a:gd name="connsiteX5" fmla="*/ 844510 w 2939914"/>
              <a:gd name="connsiteY5" fmla="*/ 226268 h 1509666"/>
              <a:gd name="connsiteX6" fmla="*/ 845462 w 2939914"/>
              <a:gd name="connsiteY6" fmla="*/ 227982 h 1509666"/>
              <a:gd name="connsiteX7" fmla="*/ 1500306 w 2939914"/>
              <a:gd name="connsiteY7" fmla="*/ 604791 h 1509666"/>
              <a:gd name="connsiteX8" fmla="*/ 2154388 w 2939914"/>
              <a:gd name="connsiteY8" fmla="*/ 229221 h 1509666"/>
              <a:gd name="connsiteX9" fmla="*/ 2321742 w 2939914"/>
              <a:gd name="connsiteY9" fmla="*/ 844155 h 1509666"/>
              <a:gd name="connsiteX10" fmla="*/ 2939915 w 2939914"/>
              <a:gd name="connsiteY10" fmla="*/ 678800 h 150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39914" h="1509666">
                <a:moveTo>
                  <a:pt x="2939915" y="678800"/>
                </a:moveTo>
                <a:cubicBezTo>
                  <a:pt x="2652545" y="1175529"/>
                  <a:pt x="2115431" y="1509666"/>
                  <a:pt x="1500306" y="1509666"/>
                </a:cubicBezTo>
                <a:cubicBezTo>
                  <a:pt x="885182" y="1509666"/>
                  <a:pt x="348067" y="1175529"/>
                  <a:pt x="60698" y="678800"/>
                </a:cubicBezTo>
                <a:cubicBezTo>
                  <a:pt x="-64271" y="462393"/>
                  <a:pt x="9929" y="185691"/>
                  <a:pt x="226337" y="60723"/>
                </a:cubicBezTo>
                <a:cubicBezTo>
                  <a:pt x="441698" y="-63673"/>
                  <a:pt x="716875" y="9193"/>
                  <a:pt x="842700" y="223220"/>
                </a:cubicBezTo>
                <a:cubicBezTo>
                  <a:pt x="843271" y="224172"/>
                  <a:pt x="843938" y="225220"/>
                  <a:pt x="844510" y="226268"/>
                </a:cubicBezTo>
                <a:cubicBezTo>
                  <a:pt x="844796" y="226839"/>
                  <a:pt x="845177" y="227411"/>
                  <a:pt x="845462" y="227982"/>
                </a:cubicBezTo>
                <a:cubicBezTo>
                  <a:pt x="976621" y="453344"/>
                  <a:pt x="1220747" y="604791"/>
                  <a:pt x="1500306" y="604791"/>
                </a:cubicBezTo>
                <a:cubicBezTo>
                  <a:pt x="1779865" y="604791"/>
                  <a:pt x="2023133" y="453915"/>
                  <a:pt x="2154388" y="229221"/>
                </a:cubicBezTo>
                <a:cubicBezTo>
                  <a:pt x="2031801" y="445057"/>
                  <a:pt x="2106382" y="719853"/>
                  <a:pt x="2321742" y="844155"/>
                </a:cubicBezTo>
                <a:cubicBezTo>
                  <a:pt x="2538055" y="969123"/>
                  <a:pt x="2814947" y="895208"/>
                  <a:pt x="2939915" y="678800"/>
                </a:cubicBezTo>
                <a:close/>
              </a:path>
            </a:pathLst>
          </a:custGeom>
          <a:solidFill>
            <a:schemeClr val="accent1">
              <a:lumMod val="75000"/>
            </a:schemeClr>
          </a:solidFill>
          <a:ln w="9525" cap="flat">
            <a:noFill/>
            <a:prstDash val="solid"/>
            <a:miter/>
          </a:ln>
        </p:spPr>
        <p:txBody>
          <a:bodyPr lIns="0" tIns="0" rIns="0" bIns="0" rtlCol="0" anchor="ctr"/>
          <a:lstStyle/>
          <a:p>
            <a:endParaRPr lang="zh-CN" altLang="en-US"/>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378287"/>
            <a:ext cx="10504000" cy="1132258"/>
          </a:xfrm>
          <a:prstGeom prst="rect">
            <a:avLst/>
          </a:prstGeom>
        </p:spPr>
        <p:txBody>
          <a:bodyPr/>
          <a:lstStyle>
            <a:lvl1pPr algn="ctr">
              <a:defRPr/>
            </a:lvl1pPr>
          </a:lstStyle>
          <a:p>
            <a:r>
              <a:rPr lang="en-US"/>
              <a:t>Click to edit Master title style</a:t>
            </a:r>
          </a:p>
        </p:txBody>
      </p:sp>
      <p:sp>
        <p:nvSpPr>
          <p:cNvPr id="15" name="Text Placeholder 20">
            <a:extLst>
              <a:ext uri="{FF2B5EF4-FFF2-40B4-BE49-F238E27FC236}">
                <a16:creationId xmlns:a16="http://schemas.microsoft.com/office/drawing/2014/main" id="{778E432B-2D56-94B2-861E-7C94FA251548}"/>
              </a:ext>
            </a:extLst>
          </p:cNvPr>
          <p:cNvSpPr>
            <a:spLocks noGrp="1"/>
          </p:cNvSpPr>
          <p:nvPr>
            <p:ph type="body" sz="quarter" idx="25" hasCustomPrompt="1"/>
          </p:nvPr>
        </p:nvSpPr>
        <p:spPr>
          <a:xfrm>
            <a:off x="5762807" y="2349717"/>
            <a:ext cx="666384" cy="635803"/>
          </a:xfrm>
          <a:prstGeom prst="rect">
            <a:avLst/>
          </a:prstGeom>
        </p:spPr>
        <p:txBody>
          <a:bodyPr anchor="ctr"/>
          <a:lstStyle>
            <a:lvl1pPr marL="0" indent="0" algn="ctr">
              <a:buNone/>
              <a:defRPr>
                <a:solidFill>
                  <a:schemeClr val="bg1"/>
                </a:solidFill>
                <a:latin typeface="+mj-lt"/>
              </a:defRPr>
            </a:lvl1pPr>
          </a:lstStyle>
          <a:p>
            <a:pPr lvl="0"/>
            <a:r>
              <a:rPr lang="en-US" altLang="zh-CN"/>
              <a:t>01</a:t>
            </a:r>
            <a:endParaRPr lang="zh-CN" altLang="en-US"/>
          </a:p>
        </p:txBody>
      </p:sp>
      <p:sp>
        <p:nvSpPr>
          <p:cNvPr id="16" name="Text Placeholder 15">
            <a:extLst>
              <a:ext uri="{FF2B5EF4-FFF2-40B4-BE49-F238E27FC236}">
                <a16:creationId xmlns:a16="http://schemas.microsoft.com/office/drawing/2014/main" id="{81210209-69EB-CD8C-7FBF-D4C95A590AC0}"/>
              </a:ext>
            </a:extLst>
          </p:cNvPr>
          <p:cNvSpPr>
            <a:spLocks noGrp="1"/>
          </p:cNvSpPr>
          <p:nvPr>
            <p:ph type="body" sz="quarter" idx="18"/>
          </p:nvPr>
        </p:nvSpPr>
        <p:spPr>
          <a:xfrm>
            <a:off x="711200" y="3106738"/>
            <a:ext cx="3314700" cy="892175"/>
          </a:xfrm>
          <a:prstGeom prst="rect">
            <a:avLst/>
          </a:prstGeom>
        </p:spPr>
        <p:txBody>
          <a:bodyPr>
            <a:normAutofit/>
          </a:bodyPr>
          <a:lstStyle>
            <a:lvl1pPr marL="0" indent="0" algn="r">
              <a:lnSpc>
                <a:spcPct val="100000"/>
              </a:lnSpc>
              <a:buNone/>
              <a:defRPr sz="1800">
                <a:solidFill>
                  <a:schemeClr val="accent1"/>
                </a:solidFill>
                <a:latin typeface="+mj-lt"/>
              </a:defRPr>
            </a:lvl1pPr>
          </a:lstStyle>
          <a:p>
            <a:pPr lvl="0"/>
            <a:r>
              <a:rPr lang="en-US"/>
              <a:t>Click to edit Master text styles</a:t>
            </a:r>
          </a:p>
        </p:txBody>
      </p:sp>
      <p:sp>
        <p:nvSpPr>
          <p:cNvPr id="18" name="Text Placeholder 20">
            <a:extLst>
              <a:ext uri="{FF2B5EF4-FFF2-40B4-BE49-F238E27FC236}">
                <a16:creationId xmlns:a16="http://schemas.microsoft.com/office/drawing/2014/main" id="{756B12D9-B69B-CB59-A280-44A6E663B411}"/>
              </a:ext>
            </a:extLst>
          </p:cNvPr>
          <p:cNvSpPr>
            <a:spLocks noGrp="1"/>
          </p:cNvSpPr>
          <p:nvPr>
            <p:ph type="body" sz="quarter" idx="26" hasCustomPrompt="1"/>
          </p:nvPr>
        </p:nvSpPr>
        <p:spPr>
          <a:xfrm>
            <a:off x="6808401" y="4117087"/>
            <a:ext cx="666384" cy="635803"/>
          </a:xfrm>
          <a:prstGeom prst="rect">
            <a:avLst/>
          </a:prstGeom>
        </p:spPr>
        <p:txBody>
          <a:bodyPr anchor="ctr"/>
          <a:lstStyle>
            <a:lvl1pPr marL="0" indent="0" algn="ctr">
              <a:buNone/>
              <a:defRPr>
                <a:solidFill>
                  <a:schemeClr val="bg1"/>
                </a:solidFill>
                <a:latin typeface="+mj-lt"/>
              </a:defRPr>
            </a:lvl1pPr>
          </a:lstStyle>
          <a:p>
            <a:pPr lvl="0"/>
            <a:r>
              <a:rPr lang="en-US" altLang="zh-CN"/>
              <a:t>02</a:t>
            </a:r>
            <a:endParaRPr lang="zh-CN" altLang="en-US"/>
          </a:p>
        </p:txBody>
      </p:sp>
      <p:sp>
        <p:nvSpPr>
          <p:cNvPr id="19" name="Text Placeholder 18">
            <a:extLst>
              <a:ext uri="{FF2B5EF4-FFF2-40B4-BE49-F238E27FC236}">
                <a16:creationId xmlns:a16="http://schemas.microsoft.com/office/drawing/2014/main" id="{EC9843C3-A00F-F54E-DFF1-71492477DD61}"/>
              </a:ext>
            </a:extLst>
          </p:cNvPr>
          <p:cNvSpPr>
            <a:spLocks noGrp="1"/>
          </p:cNvSpPr>
          <p:nvPr>
            <p:ph type="body" sz="quarter" idx="19"/>
          </p:nvPr>
        </p:nvSpPr>
        <p:spPr>
          <a:xfrm>
            <a:off x="8168273" y="3106738"/>
            <a:ext cx="3327400" cy="904875"/>
          </a:xfrm>
          <a:prstGeom prst="rect">
            <a:avLst/>
          </a:prstGeom>
        </p:spPr>
        <p:txBody>
          <a:bodyPr>
            <a:normAutofit/>
          </a:bodyPr>
          <a:lstStyle>
            <a:lvl1pPr marL="0" indent="0">
              <a:lnSpc>
                <a:spcPct val="100000"/>
              </a:lnSpc>
              <a:buNone/>
              <a:defRPr sz="1800">
                <a:solidFill>
                  <a:schemeClr val="accent1"/>
                </a:solidFill>
                <a:latin typeface="+mj-lt"/>
              </a:defRPr>
            </a:lvl1pPr>
          </a:lstStyle>
          <a:p>
            <a:pPr lvl="0"/>
            <a:r>
              <a:rPr lang="en-US"/>
              <a:t>Click to edit Master text styles</a:t>
            </a:r>
          </a:p>
        </p:txBody>
      </p:sp>
      <p:sp>
        <p:nvSpPr>
          <p:cNvPr id="20" name="Text Placeholder 20">
            <a:extLst>
              <a:ext uri="{FF2B5EF4-FFF2-40B4-BE49-F238E27FC236}">
                <a16:creationId xmlns:a16="http://schemas.microsoft.com/office/drawing/2014/main" id="{C7A1623A-1639-1346-E01F-893B1DE08E00}"/>
              </a:ext>
            </a:extLst>
          </p:cNvPr>
          <p:cNvSpPr>
            <a:spLocks noGrp="1"/>
          </p:cNvSpPr>
          <p:nvPr>
            <p:ph type="body" sz="quarter" idx="27" hasCustomPrompt="1"/>
          </p:nvPr>
        </p:nvSpPr>
        <p:spPr>
          <a:xfrm>
            <a:off x="4740227" y="4159537"/>
            <a:ext cx="666384" cy="635803"/>
          </a:xfrm>
          <a:prstGeom prst="rect">
            <a:avLst/>
          </a:prstGeom>
        </p:spPr>
        <p:txBody>
          <a:bodyPr anchor="ctr"/>
          <a:lstStyle>
            <a:lvl1pPr marL="0" indent="0" algn="ctr">
              <a:buNone/>
              <a:defRPr>
                <a:solidFill>
                  <a:schemeClr val="bg1"/>
                </a:solidFill>
                <a:latin typeface="+mj-lt"/>
              </a:defRPr>
            </a:lvl1pPr>
          </a:lstStyle>
          <a:p>
            <a:pPr lvl="0"/>
            <a:r>
              <a:rPr lang="en-US" altLang="zh-CN"/>
              <a:t>03</a:t>
            </a:r>
            <a:endParaRPr lang="zh-CN" altLang="en-US"/>
          </a:p>
        </p:txBody>
      </p:sp>
      <p:sp>
        <p:nvSpPr>
          <p:cNvPr id="23" name="Text Placeholder 22">
            <a:extLst>
              <a:ext uri="{FF2B5EF4-FFF2-40B4-BE49-F238E27FC236}">
                <a16:creationId xmlns:a16="http://schemas.microsoft.com/office/drawing/2014/main" id="{7EA92D0F-9FA8-7EB0-2389-4C9C28F1DF4D}"/>
              </a:ext>
            </a:extLst>
          </p:cNvPr>
          <p:cNvSpPr>
            <a:spLocks noGrp="1"/>
          </p:cNvSpPr>
          <p:nvPr>
            <p:ph type="body" sz="quarter" idx="20"/>
          </p:nvPr>
        </p:nvSpPr>
        <p:spPr>
          <a:xfrm>
            <a:off x="2001838" y="5710238"/>
            <a:ext cx="8188325" cy="595312"/>
          </a:xfrm>
          <a:prstGeom prst="rect">
            <a:avLst/>
          </a:prstGeom>
        </p:spPr>
        <p:txBody>
          <a:bodyPr>
            <a:normAutofit/>
          </a:bodyPr>
          <a:lstStyle>
            <a:lvl1pPr marL="0" indent="0" algn="ctr">
              <a:lnSpc>
                <a:spcPct val="100000"/>
              </a:lnSpc>
              <a:buNone/>
              <a:defRPr sz="1800">
                <a:solidFill>
                  <a:schemeClr val="accent1"/>
                </a:solidFill>
                <a:latin typeface="+mj-lt"/>
              </a:defRPr>
            </a:lvl1pPr>
          </a:lstStyle>
          <a:p>
            <a:pPr lvl="0"/>
            <a:r>
              <a:rPr lang="en-US"/>
              <a:t>Click to edit Master text styles</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276991072"/>
      </p:ext>
    </p:extLst>
  </p:cSld>
  <p:clrMapOvr>
    <a:masterClrMapping/>
  </p:clrMapOvr>
  <p:hf hdr="0" ftr="0" dt="0"/>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Title and 4-item Lists 2">
    <p:spTree>
      <p:nvGrpSpPr>
        <p:cNvPr id="1" name=""/>
        <p:cNvGrpSpPr/>
        <p:nvPr/>
      </p:nvGrpSpPr>
      <p:grpSpPr>
        <a:xfrm>
          <a:off x="0" y="0"/>
          <a:ext cx="0" cy="0"/>
          <a:chOff x="0" y="0"/>
          <a:chExt cx="0" cy="0"/>
        </a:xfrm>
      </p:grpSpPr>
      <p:sp>
        <p:nvSpPr>
          <p:cNvPr id="3" name="Freeform: Shape">
            <a:extLst>
              <a:ext uri="{FF2B5EF4-FFF2-40B4-BE49-F238E27FC236}">
                <a16:creationId xmlns:a16="http://schemas.microsoft.com/office/drawing/2014/main" id="{DB528356-E065-15A4-5D05-7E88FBA02FED}"/>
              </a:ext>
              <a:ext uri="{C183D7F6-B498-43B3-948B-1728B52AA6E4}">
                <adec:decorative xmlns:adec="http://schemas.microsoft.com/office/drawing/2017/decorative" val="1"/>
              </a:ext>
            </a:extLst>
          </p:cNvPr>
          <p:cNvSpPr/>
          <p:nvPr/>
        </p:nvSpPr>
        <p:spPr>
          <a:xfrm rot="5400000">
            <a:off x="10066903" y="4732904"/>
            <a:ext cx="138614" cy="4111578"/>
          </a:xfrm>
          <a:custGeom>
            <a:avLst/>
            <a:gdLst>
              <a:gd name="connsiteX0" fmla="*/ 0 w 138614"/>
              <a:gd name="connsiteY0" fmla="*/ 4111578 h 4111578"/>
              <a:gd name="connsiteX1" fmla="*/ 0 w 138614"/>
              <a:gd name="connsiteY1" fmla="*/ 0 h 4111578"/>
              <a:gd name="connsiteX2" fmla="*/ 138614 w 138614"/>
              <a:gd name="connsiteY2" fmla="*/ 0 h 4111578"/>
              <a:gd name="connsiteX3" fmla="*/ 138614 w 138614"/>
              <a:gd name="connsiteY3" fmla="*/ 4111578 h 4111578"/>
            </a:gdLst>
            <a:ahLst/>
            <a:cxnLst>
              <a:cxn ang="0">
                <a:pos x="connsiteX0" y="connsiteY0"/>
              </a:cxn>
              <a:cxn ang="0">
                <a:pos x="connsiteX1" y="connsiteY1"/>
              </a:cxn>
              <a:cxn ang="0">
                <a:pos x="connsiteX2" y="connsiteY2"/>
              </a:cxn>
              <a:cxn ang="0">
                <a:pos x="connsiteX3" y="connsiteY3"/>
              </a:cxn>
            </a:cxnLst>
            <a:rect l="l" t="t" r="r" b="b"/>
            <a:pathLst>
              <a:path w="138614" h="4111578">
                <a:moveTo>
                  <a:pt x="0" y="4111578"/>
                </a:moveTo>
                <a:lnTo>
                  <a:pt x="0" y="0"/>
                </a:lnTo>
                <a:lnTo>
                  <a:pt x="138614" y="0"/>
                </a:lnTo>
                <a:lnTo>
                  <a:pt x="138614" y="4111578"/>
                </a:lnTo>
                <a:close/>
              </a:path>
            </a:pathLst>
          </a:custGeom>
          <a:solidFill>
            <a:schemeClr val="accent3"/>
          </a:solidFill>
          <a:ln cap="sq">
            <a:noFill/>
            <a:prstDash val="solid"/>
            <a:miter/>
          </a:ln>
        </p:spPr>
        <p:txBody>
          <a:bodyPr wrap="square">
            <a:noAutofit/>
          </a:bodyPr>
          <a:lstStyle/>
          <a:p>
            <a:endParaRPr lang="zh-CN" altLang="en-US" sz="800"/>
          </a:p>
        </p:txBody>
      </p:sp>
      <p:sp>
        <p:nvSpPr>
          <p:cNvPr id="4" name="Freeform: Shape">
            <a:extLst>
              <a:ext uri="{FF2B5EF4-FFF2-40B4-BE49-F238E27FC236}">
                <a16:creationId xmlns:a16="http://schemas.microsoft.com/office/drawing/2014/main" id="{3F653A41-5042-267E-7DC5-6B5FA9895239}"/>
              </a:ext>
              <a:ext uri="{C183D7F6-B498-43B3-948B-1728B52AA6E4}">
                <adec:decorative xmlns:adec="http://schemas.microsoft.com/office/drawing/2017/decorative" val="1"/>
              </a:ext>
            </a:extLst>
          </p:cNvPr>
          <p:cNvSpPr/>
          <p:nvPr/>
        </p:nvSpPr>
        <p:spPr>
          <a:xfrm rot="5400000">
            <a:off x="5098006" y="1621381"/>
            <a:ext cx="138615" cy="10334624"/>
          </a:xfrm>
          <a:custGeom>
            <a:avLst/>
            <a:gdLst>
              <a:gd name="connsiteX0" fmla="*/ 0 w 138615"/>
              <a:gd name="connsiteY0" fmla="*/ 10334624 h 10334624"/>
              <a:gd name="connsiteX1" fmla="*/ 0 w 138615"/>
              <a:gd name="connsiteY1" fmla="*/ 0 h 10334624"/>
              <a:gd name="connsiteX2" fmla="*/ 138615 w 138615"/>
              <a:gd name="connsiteY2" fmla="*/ 0 h 10334624"/>
              <a:gd name="connsiteX3" fmla="*/ 138615 w 138615"/>
              <a:gd name="connsiteY3" fmla="*/ 10334624 h 10334624"/>
            </a:gdLst>
            <a:ahLst/>
            <a:cxnLst>
              <a:cxn ang="0">
                <a:pos x="connsiteX0" y="connsiteY0"/>
              </a:cxn>
              <a:cxn ang="0">
                <a:pos x="connsiteX1" y="connsiteY1"/>
              </a:cxn>
              <a:cxn ang="0">
                <a:pos x="connsiteX2" y="connsiteY2"/>
              </a:cxn>
              <a:cxn ang="0">
                <a:pos x="connsiteX3" y="connsiteY3"/>
              </a:cxn>
            </a:cxnLst>
            <a:rect l="l" t="t" r="r" b="b"/>
            <a:pathLst>
              <a:path w="138615" h="10334624">
                <a:moveTo>
                  <a:pt x="0" y="10334624"/>
                </a:moveTo>
                <a:lnTo>
                  <a:pt x="0" y="0"/>
                </a:lnTo>
                <a:lnTo>
                  <a:pt x="138615" y="0"/>
                </a:lnTo>
                <a:lnTo>
                  <a:pt x="138615" y="10334624"/>
                </a:lnTo>
                <a:close/>
              </a:path>
            </a:pathLst>
          </a:custGeom>
          <a:solidFill>
            <a:schemeClr val="accent1"/>
          </a:solidFill>
          <a:ln cap="sq">
            <a:noFill/>
            <a:prstDash val="solid"/>
            <a:miter/>
          </a:ln>
        </p:spPr>
        <p:txBody>
          <a:bodyPr wrap="square">
            <a:noAutofit/>
          </a:bodyPr>
          <a:lstStyle/>
          <a:p>
            <a:endParaRPr lang="zh-CN" altLang="en-US" sz="800"/>
          </a:p>
        </p:txBody>
      </p:sp>
      <p:sp>
        <p:nvSpPr>
          <p:cNvPr id="5" name="Rectangle: Rounded Corners 7">
            <a:extLst>
              <a:ext uri="{FF2B5EF4-FFF2-40B4-BE49-F238E27FC236}">
                <a16:creationId xmlns:a16="http://schemas.microsoft.com/office/drawing/2014/main" id="{FFFBB834-DE8D-3249-DE25-BF5E9383B461}"/>
              </a:ext>
              <a:ext uri="{C183D7F6-B498-43B3-948B-1728B52AA6E4}">
                <adec:decorative xmlns:adec="http://schemas.microsoft.com/office/drawing/2017/decorative" val="1"/>
              </a:ext>
            </a:extLst>
          </p:cNvPr>
          <p:cNvSpPr/>
          <p:nvPr/>
        </p:nvSpPr>
        <p:spPr>
          <a:xfrm>
            <a:off x="6254686" y="2413752"/>
            <a:ext cx="4089335" cy="1366307"/>
          </a:xfrm>
          <a:prstGeom prst="roundRect">
            <a:avLst>
              <a:gd name="adj" fmla="val 0"/>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400">
              <a:latin typeface="+mj-lt"/>
            </a:endParaRPr>
          </a:p>
        </p:txBody>
      </p:sp>
      <p:sp>
        <p:nvSpPr>
          <p:cNvPr id="9" name="Rectangle: Rounded Corners 143">
            <a:extLst>
              <a:ext uri="{FF2B5EF4-FFF2-40B4-BE49-F238E27FC236}">
                <a16:creationId xmlns:a16="http://schemas.microsoft.com/office/drawing/2014/main" id="{2B4F2D96-335C-4955-7457-3259160569BC}"/>
              </a:ext>
              <a:ext uri="{C183D7F6-B498-43B3-948B-1728B52AA6E4}">
                <adec:decorative xmlns:adec="http://schemas.microsoft.com/office/drawing/2017/decorative" val="1"/>
              </a:ext>
            </a:extLst>
          </p:cNvPr>
          <p:cNvSpPr>
            <a:spLocks/>
          </p:cNvSpPr>
          <p:nvPr/>
        </p:nvSpPr>
        <p:spPr>
          <a:xfrm>
            <a:off x="6342993" y="2564116"/>
            <a:ext cx="51196" cy="1066410"/>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10" name="Rectangle: Rounded Corners 7">
            <a:extLst>
              <a:ext uri="{FF2B5EF4-FFF2-40B4-BE49-F238E27FC236}">
                <a16:creationId xmlns:a16="http://schemas.microsoft.com/office/drawing/2014/main" id="{4C3E4442-6475-D4D6-03C7-656784A26FDB}"/>
              </a:ext>
              <a:ext uri="{C183D7F6-B498-43B3-948B-1728B52AA6E4}">
                <adec:decorative xmlns:adec="http://schemas.microsoft.com/office/drawing/2017/decorative" val="1"/>
              </a:ext>
            </a:extLst>
          </p:cNvPr>
          <p:cNvSpPr/>
          <p:nvPr/>
        </p:nvSpPr>
        <p:spPr>
          <a:xfrm>
            <a:off x="6254686" y="3929592"/>
            <a:ext cx="4089335" cy="1366307"/>
          </a:xfrm>
          <a:prstGeom prst="roundRect">
            <a:avLst>
              <a:gd name="adj" fmla="val 0"/>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400">
              <a:latin typeface="+mj-lt"/>
            </a:endParaRPr>
          </a:p>
        </p:txBody>
      </p:sp>
      <p:sp>
        <p:nvSpPr>
          <p:cNvPr id="11" name="Rectangle: Rounded Corners 143">
            <a:extLst>
              <a:ext uri="{FF2B5EF4-FFF2-40B4-BE49-F238E27FC236}">
                <a16:creationId xmlns:a16="http://schemas.microsoft.com/office/drawing/2014/main" id="{76276E45-CE1B-B465-4E1B-5F487D3187E2}"/>
              </a:ext>
              <a:ext uri="{C183D7F6-B498-43B3-948B-1728B52AA6E4}">
                <adec:decorative xmlns:adec="http://schemas.microsoft.com/office/drawing/2017/decorative" val="1"/>
              </a:ext>
            </a:extLst>
          </p:cNvPr>
          <p:cNvSpPr>
            <a:spLocks/>
          </p:cNvSpPr>
          <p:nvPr/>
        </p:nvSpPr>
        <p:spPr>
          <a:xfrm>
            <a:off x="6342993" y="4079956"/>
            <a:ext cx="51196" cy="1066410"/>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12" name="Rectangle: Rounded Corners 7">
            <a:extLst>
              <a:ext uri="{FF2B5EF4-FFF2-40B4-BE49-F238E27FC236}">
                <a16:creationId xmlns:a16="http://schemas.microsoft.com/office/drawing/2014/main" id="{DFDD052D-D5A2-909C-F2B9-E1A87196417B}"/>
              </a:ext>
              <a:ext uri="{C183D7F6-B498-43B3-948B-1728B52AA6E4}">
                <adec:decorative xmlns:adec="http://schemas.microsoft.com/office/drawing/2017/decorative" val="1"/>
              </a:ext>
            </a:extLst>
          </p:cNvPr>
          <p:cNvSpPr/>
          <p:nvPr/>
        </p:nvSpPr>
        <p:spPr>
          <a:xfrm>
            <a:off x="1835150" y="2413752"/>
            <a:ext cx="4089335" cy="1366307"/>
          </a:xfrm>
          <a:prstGeom prst="roundRect">
            <a:avLst>
              <a:gd name="adj" fmla="val 0"/>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400">
              <a:latin typeface="+mj-lt"/>
            </a:endParaRPr>
          </a:p>
        </p:txBody>
      </p:sp>
      <p:sp>
        <p:nvSpPr>
          <p:cNvPr id="13" name="Rectangle: Rounded Corners 143">
            <a:extLst>
              <a:ext uri="{FF2B5EF4-FFF2-40B4-BE49-F238E27FC236}">
                <a16:creationId xmlns:a16="http://schemas.microsoft.com/office/drawing/2014/main" id="{994F72AA-406C-8C31-5FF0-5FAD64BA8BC2}"/>
              </a:ext>
              <a:ext uri="{C183D7F6-B498-43B3-948B-1728B52AA6E4}">
                <adec:decorative xmlns:adec="http://schemas.microsoft.com/office/drawing/2017/decorative" val="1"/>
              </a:ext>
            </a:extLst>
          </p:cNvPr>
          <p:cNvSpPr>
            <a:spLocks/>
          </p:cNvSpPr>
          <p:nvPr/>
        </p:nvSpPr>
        <p:spPr>
          <a:xfrm>
            <a:off x="1923457" y="2564116"/>
            <a:ext cx="51196" cy="1066410"/>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14" name="Rectangle: Rounded Corners 7">
            <a:extLst>
              <a:ext uri="{FF2B5EF4-FFF2-40B4-BE49-F238E27FC236}">
                <a16:creationId xmlns:a16="http://schemas.microsoft.com/office/drawing/2014/main" id="{9BF54881-6430-AF16-7FB4-BBE2FB2EF8AE}"/>
              </a:ext>
              <a:ext uri="{C183D7F6-B498-43B3-948B-1728B52AA6E4}">
                <adec:decorative xmlns:adec="http://schemas.microsoft.com/office/drawing/2017/decorative" val="1"/>
              </a:ext>
            </a:extLst>
          </p:cNvPr>
          <p:cNvSpPr/>
          <p:nvPr/>
        </p:nvSpPr>
        <p:spPr>
          <a:xfrm>
            <a:off x="1835150" y="3929592"/>
            <a:ext cx="4089335" cy="1366307"/>
          </a:xfrm>
          <a:prstGeom prst="roundRect">
            <a:avLst>
              <a:gd name="adj" fmla="val 0"/>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2400">
              <a:latin typeface="+mj-lt"/>
            </a:endParaRPr>
          </a:p>
        </p:txBody>
      </p:sp>
      <p:sp>
        <p:nvSpPr>
          <p:cNvPr id="23" name="Rectangle: Rounded Corners 143">
            <a:extLst>
              <a:ext uri="{FF2B5EF4-FFF2-40B4-BE49-F238E27FC236}">
                <a16:creationId xmlns:a16="http://schemas.microsoft.com/office/drawing/2014/main" id="{3FA62DDD-85B3-0D37-92CF-3FF6C87829FD}"/>
              </a:ext>
              <a:ext uri="{C183D7F6-B498-43B3-948B-1728B52AA6E4}">
                <adec:decorative xmlns:adec="http://schemas.microsoft.com/office/drawing/2017/decorative" val="1"/>
              </a:ext>
            </a:extLst>
          </p:cNvPr>
          <p:cNvSpPr>
            <a:spLocks/>
          </p:cNvSpPr>
          <p:nvPr/>
        </p:nvSpPr>
        <p:spPr>
          <a:xfrm>
            <a:off x="1923457" y="4079956"/>
            <a:ext cx="51196" cy="1066410"/>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378287"/>
            <a:ext cx="10504000" cy="1132258"/>
          </a:xfrm>
          <a:prstGeom prst="rect">
            <a:avLst/>
          </a:prstGeom>
        </p:spPr>
        <p:txBody>
          <a:bodyPr/>
          <a:lstStyle>
            <a:lvl1pPr algn="ctr">
              <a:defRPr/>
            </a:lvl1pPr>
          </a:lstStyle>
          <a:p>
            <a:r>
              <a:rPr lang="en-US"/>
              <a:t>Click to edit Master title style</a:t>
            </a:r>
          </a:p>
        </p:txBody>
      </p:sp>
      <p:sp>
        <p:nvSpPr>
          <p:cNvPr id="18" name="Text Placeholder 17">
            <a:extLst>
              <a:ext uri="{FF2B5EF4-FFF2-40B4-BE49-F238E27FC236}">
                <a16:creationId xmlns:a16="http://schemas.microsoft.com/office/drawing/2014/main" id="{C4DAAD02-918D-5EE4-118B-7AB9C1448770}"/>
              </a:ext>
            </a:extLst>
          </p:cNvPr>
          <p:cNvSpPr>
            <a:spLocks noGrp="1"/>
          </p:cNvSpPr>
          <p:nvPr>
            <p:ph type="body" sz="quarter" idx="21"/>
          </p:nvPr>
        </p:nvSpPr>
        <p:spPr>
          <a:xfrm>
            <a:off x="2165720" y="2474863"/>
            <a:ext cx="3400425" cy="677863"/>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26" name="Text Placeholder 25">
            <a:extLst>
              <a:ext uri="{FF2B5EF4-FFF2-40B4-BE49-F238E27FC236}">
                <a16:creationId xmlns:a16="http://schemas.microsoft.com/office/drawing/2014/main" id="{F590BECB-FA85-C256-88D5-70A4C6533B02}"/>
              </a:ext>
            </a:extLst>
          </p:cNvPr>
          <p:cNvSpPr>
            <a:spLocks noGrp="1"/>
          </p:cNvSpPr>
          <p:nvPr>
            <p:ph type="body" sz="quarter" idx="26"/>
          </p:nvPr>
        </p:nvSpPr>
        <p:spPr>
          <a:xfrm>
            <a:off x="2168894" y="3211513"/>
            <a:ext cx="3400425" cy="471487"/>
          </a:xfrm>
          <a:prstGeom prst="rect">
            <a:avLst/>
          </a:prstGeom>
        </p:spPr>
        <p:txBody>
          <a:bodyPr>
            <a:normAutofit/>
          </a:bodyPr>
          <a:lstStyle>
            <a:lvl1pPr marL="0" indent="0">
              <a:buNone/>
              <a:defRPr sz="1400"/>
            </a:lvl1pPr>
          </a:lstStyle>
          <a:p>
            <a:pPr lvl="0"/>
            <a:r>
              <a:rPr lang="en-US"/>
              <a:t>Click to edit Master text styles</a:t>
            </a:r>
          </a:p>
        </p:txBody>
      </p:sp>
      <p:sp>
        <p:nvSpPr>
          <p:cNvPr id="21" name="Text Placeholder 17">
            <a:extLst>
              <a:ext uri="{FF2B5EF4-FFF2-40B4-BE49-F238E27FC236}">
                <a16:creationId xmlns:a16="http://schemas.microsoft.com/office/drawing/2014/main" id="{AF56CD05-81FF-796F-DE9D-303D115B4335}"/>
              </a:ext>
            </a:extLst>
          </p:cNvPr>
          <p:cNvSpPr>
            <a:spLocks noGrp="1"/>
          </p:cNvSpPr>
          <p:nvPr>
            <p:ph type="body" sz="quarter" idx="23"/>
          </p:nvPr>
        </p:nvSpPr>
        <p:spPr>
          <a:xfrm>
            <a:off x="6626039" y="2474863"/>
            <a:ext cx="3400425" cy="677863"/>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27" name="Text Placeholder 25">
            <a:extLst>
              <a:ext uri="{FF2B5EF4-FFF2-40B4-BE49-F238E27FC236}">
                <a16:creationId xmlns:a16="http://schemas.microsoft.com/office/drawing/2014/main" id="{232BC84D-A83C-77C8-F0BB-F6EF49F9398F}"/>
              </a:ext>
            </a:extLst>
          </p:cNvPr>
          <p:cNvSpPr>
            <a:spLocks noGrp="1"/>
          </p:cNvSpPr>
          <p:nvPr>
            <p:ph type="body" sz="quarter" idx="27"/>
          </p:nvPr>
        </p:nvSpPr>
        <p:spPr>
          <a:xfrm>
            <a:off x="6626038" y="3211513"/>
            <a:ext cx="3400425" cy="471487"/>
          </a:xfrm>
          <a:prstGeom prst="rect">
            <a:avLst/>
          </a:prstGeom>
        </p:spPr>
        <p:txBody>
          <a:bodyPr>
            <a:normAutofit/>
          </a:bodyPr>
          <a:lstStyle>
            <a:lvl1pPr marL="0" indent="0">
              <a:buNone/>
              <a:defRPr sz="1400"/>
            </a:lvl1pPr>
          </a:lstStyle>
          <a:p>
            <a:pPr lvl="0"/>
            <a:r>
              <a:rPr lang="en-US"/>
              <a:t>Click to edit Master text styles</a:t>
            </a:r>
          </a:p>
        </p:txBody>
      </p:sp>
      <p:sp>
        <p:nvSpPr>
          <p:cNvPr id="22" name="Text Placeholder 17">
            <a:extLst>
              <a:ext uri="{FF2B5EF4-FFF2-40B4-BE49-F238E27FC236}">
                <a16:creationId xmlns:a16="http://schemas.microsoft.com/office/drawing/2014/main" id="{86A26C7F-0791-531C-2498-B20B5EBE9ABA}"/>
              </a:ext>
            </a:extLst>
          </p:cNvPr>
          <p:cNvSpPr>
            <a:spLocks noGrp="1"/>
          </p:cNvSpPr>
          <p:nvPr>
            <p:ph type="body" sz="quarter" idx="24"/>
          </p:nvPr>
        </p:nvSpPr>
        <p:spPr>
          <a:xfrm>
            <a:off x="2165720" y="3976274"/>
            <a:ext cx="3400425" cy="677863"/>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28" name="Text Placeholder 25">
            <a:extLst>
              <a:ext uri="{FF2B5EF4-FFF2-40B4-BE49-F238E27FC236}">
                <a16:creationId xmlns:a16="http://schemas.microsoft.com/office/drawing/2014/main" id="{1D582182-4D00-3742-2AD2-208DB64B7325}"/>
              </a:ext>
            </a:extLst>
          </p:cNvPr>
          <p:cNvSpPr>
            <a:spLocks noGrp="1"/>
          </p:cNvSpPr>
          <p:nvPr>
            <p:ph type="body" sz="quarter" idx="28"/>
          </p:nvPr>
        </p:nvSpPr>
        <p:spPr>
          <a:xfrm>
            <a:off x="2160801" y="4704351"/>
            <a:ext cx="3400425" cy="471487"/>
          </a:xfrm>
          <a:prstGeom prst="rect">
            <a:avLst/>
          </a:prstGeom>
        </p:spPr>
        <p:txBody>
          <a:bodyPr>
            <a:normAutofit/>
          </a:bodyPr>
          <a:lstStyle>
            <a:lvl1pPr marL="0" indent="0">
              <a:buNone/>
              <a:defRPr sz="1400"/>
            </a:lvl1pPr>
          </a:lstStyle>
          <a:p>
            <a:pPr lvl="0"/>
            <a:r>
              <a:rPr lang="en-US"/>
              <a:t>Click to edit Master text styles</a:t>
            </a:r>
          </a:p>
        </p:txBody>
      </p:sp>
      <p:sp>
        <p:nvSpPr>
          <p:cNvPr id="24" name="Text Placeholder 17">
            <a:extLst>
              <a:ext uri="{FF2B5EF4-FFF2-40B4-BE49-F238E27FC236}">
                <a16:creationId xmlns:a16="http://schemas.microsoft.com/office/drawing/2014/main" id="{3FAB427F-6F62-2EB3-4DB1-47FD27182CC8}"/>
              </a:ext>
            </a:extLst>
          </p:cNvPr>
          <p:cNvSpPr>
            <a:spLocks noGrp="1"/>
          </p:cNvSpPr>
          <p:nvPr>
            <p:ph type="body" sz="quarter" idx="25"/>
          </p:nvPr>
        </p:nvSpPr>
        <p:spPr>
          <a:xfrm>
            <a:off x="6626039" y="3976274"/>
            <a:ext cx="3400425" cy="677863"/>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29" name="Text Placeholder 25">
            <a:extLst>
              <a:ext uri="{FF2B5EF4-FFF2-40B4-BE49-F238E27FC236}">
                <a16:creationId xmlns:a16="http://schemas.microsoft.com/office/drawing/2014/main" id="{83EF6CB5-BC84-1717-2573-6D3181B1BB53}"/>
              </a:ext>
            </a:extLst>
          </p:cNvPr>
          <p:cNvSpPr>
            <a:spLocks noGrp="1"/>
          </p:cNvSpPr>
          <p:nvPr>
            <p:ph type="body" sz="quarter" idx="29"/>
          </p:nvPr>
        </p:nvSpPr>
        <p:spPr>
          <a:xfrm>
            <a:off x="6617945" y="4704351"/>
            <a:ext cx="3400425" cy="471487"/>
          </a:xfrm>
          <a:prstGeom prst="rect">
            <a:avLst/>
          </a:prstGeom>
        </p:spPr>
        <p:txBody>
          <a:bodyPr>
            <a:normAutofit/>
          </a:bodyPr>
          <a:lstStyle>
            <a:lvl1pPr marL="0" indent="0">
              <a:buNone/>
              <a:defRPr sz="1400"/>
            </a:lvl1pPr>
          </a:lstStyle>
          <a:p>
            <a:pPr lvl="0"/>
            <a:r>
              <a:rPr lang="en-US"/>
              <a:t>Click to edit Master text styles</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984387653"/>
      </p:ext>
    </p:extLst>
  </p:cSld>
  <p:clrMapOvr>
    <a:masterClrMapping/>
  </p:clrMapOvr>
  <p:hf hdr="0" ftr="0" dt="0"/>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Title and 4-item Lists 3">
    <p:spTree>
      <p:nvGrpSpPr>
        <p:cNvPr id="1" name=""/>
        <p:cNvGrpSpPr/>
        <p:nvPr/>
      </p:nvGrpSpPr>
      <p:grpSpPr>
        <a:xfrm>
          <a:off x="0" y="0"/>
          <a:ext cx="0" cy="0"/>
          <a:chOff x="0" y="0"/>
          <a:chExt cx="0" cy="0"/>
        </a:xfrm>
      </p:grpSpPr>
      <p:sp>
        <p:nvSpPr>
          <p:cNvPr id="13" name="Freeform: Shape">
            <a:extLst>
              <a:ext uri="{FF2B5EF4-FFF2-40B4-BE49-F238E27FC236}">
                <a16:creationId xmlns:a16="http://schemas.microsoft.com/office/drawing/2014/main" id="{2F042920-C42A-7041-E752-777E868A2F6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Freeform: Shape 2">
            <a:extLst>
              <a:ext uri="{FF2B5EF4-FFF2-40B4-BE49-F238E27FC236}">
                <a16:creationId xmlns:a16="http://schemas.microsoft.com/office/drawing/2014/main" id="{4238DDDF-8730-2405-74D9-03373A7CE440}"/>
              </a:ext>
              <a:ext uri="{C183D7F6-B498-43B3-948B-1728B52AA6E4}">
                <adec:decorative xmlns:adec="http://schemas.microsoft.com/office/drawing/2017/decorative" val="1"/>
              </a:ext>
            </a:extLst>
          </p:cNvPr>
          <p:cNvSpPr/>
          <p:nvPr/>
        </p:nvSpPr>
        <p:spPr>
          <a:xfrm rot="5400000">
            <a:off x="11801655" y="391506"/>
            <a:ext cx="393632" cy="39788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5" name="Freeform: Shape 6">
            <a:extLst>
              <a:ext uri="{FF2B5EF4-FFF2-40B4-BE49-F238E27FC236}">
                <a16:creationId xmlns:a16="http://schemas.microsoft.com/office/drawing/2014/main" id="{52BC228E-D226-17B8-9646-D7FA72E2EC2E}"/>
              </a:ext>
              <a:ext uri="{C183D7F6-B498-43B3-948B-1728B52AA6E4}">
                <adec:decorative xmlns:adec="http://schemas.microsoft.com/office/drawing/2017/decorative" val="1"/>
              </a:ext>
            </a:extLst>
          </p:cNvPr>
          <p:cNvSpPr/>
          <p:nvPr/>
        </p:nvSpPr>
        <p:spPr>
          <a:xfrm rot="5400000">
            <a:off x="11405897" y="0"/>
            <a:ext cx="393632" cy="393632"/>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9" name="Freeform: Shape 24">
            <a:extLst>
              <a:ext uri="{FF2B5EF4-FFF2-40B4-BE49-F238E27FC236}">
                <a16:creationId xmlns:a16="http://schemas.microsoft.com/office/drawing/2014/main" id="{1C5358DE-7A7E-A893-E30C-87B0577576B0}"/>
              </a:ext>
              <a:ext uri="{C183D7F6-B498-43B3-948B-1728B52AA6E4}">
                <adec:decorative xmlns:adec="http://schemas.microsoft.com/office/drawing/2017/decorative" val="1"/>
              </a:ext>
            </a:extLst>
          </p:cNvPr>
          <p:cNvSpPr/>
          <p:nvPr/>
        </p:nvSpPr>
        <p:spPr>
          <a:xfrm rot="5400000">
            <a:off x="11799529" y="0"/>
            <a:ext cx="393632" cy="393632"/>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0" name="Rectangle 9">
            <a:extLst>
              <a:ext uri="{FF2B5EF4-FFF2-40B4-BE49-F238E27FC236}">
                <a16:creationId xmlns:a16="http://schemas.microsoft.com/office/drawing/2014/main" id="{F9EF5E94-17C4-7E72-B223-8FC893F0BD2A}"/>
              </a:ext>
              <a:ext uri="{C183D7F6-B498-43B3-948B-1728B52AA6E4}">
                <adec:decorative xmlns:adec="http://schemas.microsoft.com/office/drawing/2017/decorative" val="1"/>
              </a:ext>
            </a:extLst>
          </p:cNvPr>
          <p:cNvSpPr/>
          <p:nvPr/>
        </p:nvSpPr>
        <p:spPr>
          <a:xfrm>
            <a:off x="1372033" y="2289711"/>
            <a:ext cx="4614334" cy="1694185"/>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altLang="zh-CN">
              <a:solidFill>
                <a:sysClr val="windowText" lastClr="000000"/>
              </a:solidFill>
            </a:endParaRPr>
          </a:p>
        </p:txBody>
      </p:sp>
      <p:sp>
        <p:nvSpPr>
          <p:cNvPr id="11" name="Rectangle 15">
            <a:extLst>
              <a:ext uri="{FF2B5EF4-FFF2-40B4-BE49-F238E27FC236}">
                <a16:creationId xmlns:a16="http://schemas.microsoft.com/office/drawing/2014/main" id="{F0D87B70-E802-6427-5F77-BF806396B91E}"/>
              </a:ext>
              <a:ext uri="{C183D7F6-B498-43B3-948B-1728B52AA6E4}">
                <adec:decorative xmlns:adec="http://schemas.microsoft.com/office/drawing/2017/decorative" val="1"/>
              </a:ext>
            </a:extLst>
          </p:cNvPr>
          <p:cNvSpPr/>
          <p:nvPr/>
        </p:nvSpPr>
        <p:spPr>
          <a:xfrm>
            <a:off x="1371600" y="4079240"/>
            <a:ext cx="4614334" cy="1694185"/>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a:solidFill>
                <a:sysClr val="windowText" lastClr="000000"/>
              </a:solidFill>
              <a:ea typeface="+mn-lt"/>
              <a:cs typeface="+mn-lt"/>
            </a:endParaRPr>
          </a:p>
        </p:txBody>
      </p:sp>
      <p:sp>
        <p:nvSpPr>
          <p:cNvPr id="12" name="Rectangle 11">
            <a:extLst>
              <a:ext uri="{FF2B5EF4-FFF2-40B4-BE49-F238E27FC236}">
                <a16:creationId xmlns:a16="http://schemas.microsoft.com/office/drawing/2014/main" id="{541E086E-825B-936F-539F-CA244AB98631}"/>
              </a:ext>
              <a:ext uri="{C183D7F6-B498-43B3-948B-1728B52AA6E4}">
                <adec:decorative xmlns:adec="http://schemas.microsoft.com/office/drawing/2017/decorative" val="1"/>
              </a:ext>
            </a:extLst>
          </p:cNvPr>
          <p:cNvSpPr/>
          <p:nvPr/>
        </p:nvSpPr>
        <p:spPr>
          <a:xfrm>
            <a:off x="6206066" y="2288745"/>
            <a:ext cx="4614334" cy="1694185"/>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altLang="zh-CN">
              <a:solidFill>
                <a:sysClr val="windowText" lastClr="000000"/>
              </a:solidFill>
            </a:endParaRPr>
          </a:p>
        </p:txBody>
      </p:sp>
      <p:sp>
        <p:nvSpPr>
          <p:cNvPr id="14" name="Rectangle 17">
            <a:extLst>
              <a:ext uri="{FF2B5EF4-FFF2-40B4-BE49-F238E27FC236}">
                <a16:creationId xmlns:a16="http://schemas.microsoft.com/office/drawing/2014/main" id="{7A0C6FC8-156C-F9C3-4A96-6D42DAEFFC75}"/>
              </a:ext>
              <a:ext uri="{C183D7F6-B498-43B3-948B-1728B52AA6E4}">
                <adec:decorative xmlns:adec="http://schemas.microsoft.com/office/drawing/2017/decorative" val="1"/>
              </a:ext>
            </a:extLst>
          </p:cNvPr>
          <p:cNvSpPr/>
          <p:nvPr/>
        </p:nvSpPr>
        <p:spPr>
          <a:xfrm>
            <a:off x="6206066" y="4079240"/>
            <a:ext cx="4614334" cy="1694185"/>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altLang="zh-CN">
              <a:solidFill>
                <a:sysClr val="windowText" lastClr="000000"/>
              </a:solidFill>
            </a:endParaRPr>
          </a:p>
        </p:txBody>
      </p:sp>
      <p:sp>
        <p:nvSpPr>
          <p:cNvPr id="23" name="Rectangle: Rounded Corners 143">
            <a:extLst>
              <a:ext uri="{FF2B5EF4-FFF2-40B4-BE49-F238E27FC236}">
                <a16:creationId xmlns:a16="http://schemas.microsoft.com/office/drawing/2014/main" id="{7D03A79A-EB24-8C24-69C5-7E8A7D02E311}"/>
              </a:ext>
              <a:ext uri="{C183D7F6-B498-43B3-948B-1728B52AA6E4}">
                <adec:decorative xmlns:adec="http://schemas.microsoft.com/office/drawing/2017/decorative" val="1"/>
              </a:ext>
            </a:extLst>
          </p:cNvPr>
          <p:cNvSpPr>
            <a:spLocks/>
          </p:cNvSpPr>
          <p:nvPr/>
        </p:nvSpPr>
        <p:spPr>
          <a:xfrm rot="5400000">
            <a:off x="3668596" y="257966"/>
            <a:ext cx="45719" cy="4280773"/>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4" name="Rectangle: Rounded Corners 143">
            <a:extLst>
              <a:ext uri="{FF2B5EF4-FFF2-40B4-BE49-F238E27FC236}">
                <a16:creationId xmlns:a16="http://schemas.microsoft.com/office/drawing/2014/main" id="{57460EFE-E486-5CC6-A35B-D4F14C9FAE8A}"/>
              </a:ext>
              <a:ext uri="{C183D7F6-B498-43B3-948B-1728B52AA6E4}">
                <adec:decorative xmlns:adec="http://schemas.microsoft.com/office/drawing/2017/decorative" val="1"/>
              </a:ext>
            </a:extLst>
          </p:cNvPr>
          <p:cNvSpPr>
            <a:spLocks/>
          </p:cNvSpPr>
          <p:nvPr/>
        </p:nvSpPr>
        <p:spPr>
          <a:xfrm rot="5400000">
            <a:off x="8477685" y="267438"/>
            <a:ext cx="45719" cy="4280773"/>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5" name="Rectangle: Rounded Corners 143">
            <a:extLst>
              <a:ext uri="{FF2B5EF4-FFF2-40B4-BE49-F238E27FC236}">
                <a16:creationId xmlns:a16="http://schemas.microsoft.com/office/drawing/2014/main" id="{36AF759C-84EA-0E03-0DF8-E02B684B8D3D}"/>
              </a:ext>
              <a:ext uri="{C183D7F6-B498-43B3-948B-1728B52AA6E4}">
                <adec:decorative xmlns:adec="http://schemas.microsoft.com/office/drawing/2017/decorative" val="1"/>
              </a:ext>
            </a:extLst>
          </p:cNvPr>
          <p:cNvSpPr>
            <a:spLocks/>
          </p:cNvSpPr>
          <p:nvPr/>
        </p:nvSpPr>
        <p:spPr>
          <a:xfrm rot="5400000">
            <a:off x="8489505" y="2076614"/>
            <a:ext cx="45719" cy="4280773"/>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6" name="Rectangle: Rounded Corners 143">
            <a:extLst>
              <a:ext uri="{FF2B5EF4-FFF2-40B4-BE49-F238E27FC236}">
                <a16:creationId xmlns:a16="http://schemas.microsoft.com/office/drawing/2014/main" id="{3865A04C-CD36-CAB6-FA88-74681C524EE3}"/>
              </a:ext>
              <a:ext uri="{C183D7F6-B498-43B3-948B-1728B52AA6E4}">
                <adec:decorative xmlns:adec="http://schemas.microsoft.com/office/drawing/2017/decorative" val="1"/>
              </a:ext>
            </a:extLst>
          </p:cNvPr>
          <p:cNvSpPr>
            <a:spLocks/>
          </p:cNvSpPr>
          <p:nvPr/>
        </p:nvSpPr>
        <p:spPr>
          <a:xfrm rot="5400000">
            <a:off x="3668595" y="2067078"/>
            <a:ext cx="45719" cy="4280773"/>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382750"/>
            <a:ext cx="10504000" cy="1132258"/>
          </a:xfrm>
          <a:prstGeom prst="rect">
            <a:avLst/>
          </a:prstGeom>
        </p:spPr>
        <p:txBody>
          <a:bodyPr/>
          <a:lstStyle>
            <a:lvl1pPr algn="ctr">
              <a:defRPr/>
            </a:lvl1pPr>
          </a:lstStyle>
          <a:p>
            <a:r>
              <a:rPr lang="en-US"/>
              <a:t>Click to edit Master title style</a:t>
            </a:r>
          </a:p>
        </p:txBody>
      </p:sp>
      <p:sp>
        <p:nvSpPr>
          <p:cNvPr id="34" name="Text Placeholder 33">
            <a:extLst>
              <a:ext uri="{FF2B5EF4-FFF2-40B4-BE49-F238E27FC236}">
                <a16:creationId xmlns:a16="http://schemas.microsoft.com/office/drawing/2014/main" id="{F1B07909-1E7E-A53B-B109-E592D2B9C737}"/>
              </a:ext>
            </a:extLst>
          </p:cNvPr>
          <p:cNvSpPr>
            <a:spLocks noGrp="1"/>
          </p:cNvSpPr>
          <p:nvPr>
            <p:ph type="body" sz="quarter" idx="21"/>
          </p:nvPr>
        </p:nvSpPr>
        <p:spPr>
          <a:xfrm>
            <a:off x="1478132" y="2516188"/>
            <a:ext cx="4402137" cy="604837"/>
          </a:xfrm>
          <a:prstGeom prst="rect">
            <a:avLst/>
          </a:prstGeom>
        </p:spPr>
        <p:txBody>
          <a:bodyPr anchor="b">
            <a:normAutofit/>
          </a:bodyPr>
          <a:lstStyle>
            <a:lvl1pPr marL="0" indent="0" algn="ctr">
              <a:lnSpc>
                <a:spcPct val="100000"/>
              </a:lnSpc>
              <a:buNone/>
              <a:defRPr sz="1800">
                <a:solidFill>
                  <a:schemeClr val="accent1"/>
                </a:solidFill>
                <a:latin typeface="+mj-lt"/>
              </a:defRPr>
            </a:lvl1pPr>
          </a:lstStyle>
          <a:p>
            <a:pPr lvl="0"/>
            <a:r>
              <a:rPr lang="en-US"/>
              <a:t>Click to edit Master text styles</a:t>
            </a:r>
          </a:p>
        </p:txBody>
      </p:sp>
      <p:sp>
        <p:nvSpPr>
          <p:cNvPr id="39" name="Text Placeholder 38">
            <a:extLst>
              <a:ext uri="{FF2B5EF4-FFF2-40B4-BE49-F238E27FC236}">
                <a16:creationId xmlns:a16="http://schemas.microsoft.com/office/drawing/2014/main" id="{F9A0585C-FCE8-1DFF-76E1-08735B8AA835}"/>
              </a:ext>
            </a:extLst>
          </p:cNvPr>
          <p:cNvSpPr>
            <a:spLocks noGrp="1"/>
          </p:cNvSpPr>
          <p:nvPr>
            <p:ph type="body" sz="quarter" idx="25"/>
          </p:nvPr>
        </p:nvSpPr>
        <p:spPr>
          <a:xfrm>
            <a:off x="1477698" y="3227334"/>
            <a:ext cx="4402137" cy="634323"/>
          </a:xfrm>
          <a:prstGeom prst="rect">
            <a:avLst/>
          </a:prstGeom>
        </p:spPr>
        <p:txBody>
          <a:bodyPr>
            <a:normAutofit/>
          </a:bodyPr>
          <a:lstStyle>
            <a:lvl1pPr marL="0" indent="0" algn="ctr">
              <a:buNone/>
              <a:defRPr sz="1400"/>
            </a:lvl1pPr>
          </a:lstStyle>
          <a:p>
            <a:pPr lvl="0"/>
            <a:r>
              <a:rPr lang="en-US"/>
              <a:t>Click to edit Master text styles</a:t>
            </a:r>
          </a:p>
        </p:txBody>
      </p:sp>
      <p:sp>
        <p:nvSpPr>
          <p:cNvPr id="35" name="Text Placeholder 33">
            <a:extLst>
              <a:ext uri="{FF2B5EF4-FFF2-40B4-BE49-F238E27FC236}">
                <a16:creationId xmlns:a16="http://schemas.microsoft.com/office/drawing/2014/main" id="{4987139E-C125-B4FE-57EC-853894FA94B5}"/>
              </a:ext>
            </a:extLst>
          </p:cNvPr>
          <p:cNvSpPr>
            <a:spLocks noGrp="1"/>
          </p:cNvSpPr>
          <p:nvPr>
            <p:ph type="body" sz="quarter" idx="22"/>
          </p:nvPr>
        </p:nvSpPr>
        <p:spPr>
          <a:xfrm>
            <a:off x="6311901" y="2528710"/>
            <a:ext cx="4402137" cy="604837"/>
          </a:xfrm>
          <a:prstGeom prst="rect">
            <a:avLst/>
          </a:prstGeom>
        </p:spPr>
        <p:txBody>
          <a:bodyPr anchor="b">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40" name="Text Placeholder 38">
            <a:extLst>
              <a:ext uri="{FF2B5EF4-FFF2-40B4-BE49-F238E27FC236}">
                <a16:creationId xmlns:a16="http://schemas.microsoft.com/office/drawing/2014/main" id="{1FD74E7A-97DA-94A4-C098-347A4F6CDC4E}"/>
              </a:ext>
            </a:extLst>
          </p:cNvPr>
          <p:cNvSpPr>
            <a:spLocks noGrp="1"/>
          </p:cNvSpPr>
          <p:nvPr>
            <p:ph type="body" sz="quarter" idx="26"/>
          </p:nvPr>
        </p:nvSpPr>
        <p:spPr>
          <a:xfrm>
            <a:off x="6311295" y="3227334"/>
            <a:ext cx="4402137" cy="634323"/>
          </a:xfrm>
          <a:prstGeom prst="rect">
            <a:avLst/>
          </a:prstGeom>
        </p:spPr>
        <p:txBody>
          <a:bodyPr>
            <a:normAutofit/>
          </a:bodyPr>
          <a:lstStyle>
            <a:lvl1pPr marL="0" indent="0" algn="ctr">
              <a:buNone/>
              <a:defRPr sz="1400"/>
            </a:lvl1pPr>
          </a:lstStyle>
          <a:p>
            <a:pPr lvl="0"/>
            <a:r>
              <a:rPr lang="en-US"/>
              <a:t>Click to edit Master text styles</a:t>
            </a:r>
          </a:p>
        </p:txBody>
      </p:sp>
      <p:sp>
        <p:nvSpPr>
          <p:cNvPr id="36" name="Text Placeholder 33">
            <a:extLst>
              <a:ext uri="{FF2B5EF4-FFF2-40B4-BE49-F238E27FC236}">
                <a16:creationId xmlns:a16="http://schemas.microsoft.com/office/drawing/2014/main" id="{A53E61A7-D107-D91E-D73A-17F3E0EBF149}"/>
              </a:ext>
            </a:extLst>
          </p:cNvPr>
          <p:cNvSpPr>
            <a:spLocks noGrp="1"/>
          </p:cNvSpPr>
          <p:nvPr>
            <p:ph type="body" sz="quarter" idx="23"/>
          </p:nvPr>
        </p:nvSpPr>
        <p:spPr>
          <a:xfrm>
            <a:off x="1477698" y="4304160"/>
            <a:ext cx="4402137" cy="604837"/>
          </a:xfrm>
          <a:prstGeom prst="rect">
            <a:avLst/>
          </a:prstGeom>
        </p:spPr>
        <p:txBody>
          <a:bodyPr anchor="b">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41" name="Text Placeholder 38">
            <a:extLst>
              <a:ext uri="{FF2B5EF4-FFF2-40B4-BE49-F238E27FC236}">
                <a16:creationId xmlns:a16="http://schemas.microsoft.com/office/drawing/2014/main" id="{EFE14463-2B1E-DEF8-8BAC-B72C52C69992}"/>
              </a:ext>
            </a:extLst>
          </p:cNvPr>
          <p:cNvSpPr>
            <a:spLocks noGrp="1"/>
          </p:cNvSpPr>
          <p:nvPr>
            <p:ph type="body" sz="quarter" idx="27"/>
          </p:nvPr>
        </p:nvSpPr>
        <p:spPr>
          <a:xfrm>
            <a:off x="1477698" y="5046324"/>
            <a:ext cx="4402137" cy="634323"/>
          </a:xfrm>
          <a:prstGeom prst="rect">
            <a:avLst/>
          </a:prstGeom>
        </p:spPr>
        <p:txBody>
          <a:bodyPr>
            <a:normAutofit/>
          </a:bodyPr>
          <a:lstStyle>
            <a:lvl1pPr marL="0" indent="0" algn="ctr">
              <a:buNone/>
              <a:defRPr sz="1400"/>
            </a:lvl1pPr>
          </a:lstStyle>
          <a:p>
            <a:pPr lvl="0"/>
            <a:r>
              <a:rPr lang="en-US"/>
              <a:t>Click to edit Master text styles</a:t>
            </a:r>
          </a:p>
        </p:txBody>
      </p:sp>
      <p:sp>
        <p:nvSpPr>
          <p:cNvPr id="37" name="Text Placeholder 33">
            <a:extLst>
              <a:ext uri="{FF2B5EF4-FFF2-40B4-BE49-F238E27FC236}">
                <a16:creationId xmlns:a16="http://schemas.microsoft.com/office/drawing/2014/main" id="{3D2B00C6-0381-B5BF-BC75-D5178821C4BE}"/>
              </a:ext>
            </a:extLst>
          </p:cNvPr>
          <p:cNvSpPr>
            <a:spLocks noGrp="1"/>
          </p:cNvSpPr>
          <p:nvPr>
            <p:ph type="body" sz="quarter" idx="24"/>
          </p:nvPr>
        </p:nvSpPr>
        <p:spPr>
          <a:xfrm>
            <a:off x="6311901" y="4316682"/>
            <a:ext cx="4402137" cy="604837"/>
          </a:xfrm>
          <a:prstGeom prst="rect">
            <a:avLst/>
          </a:prstGeom>
        </p:spPr>
        <p:txBody>
          <a:bodyPr anchor="b">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42" name="Text Placeholder 38">
            <a:extLst>
              <a:ext uri="{FF2B5EF4-FFF2-40B4-BE49-F238E27FC236}">
                <a16:creationId xmlns:a16="http://schemas.microsoft.com/office/drawing/2014/main" id="{89A6400B-1A7A-C250-E892-B0D3B2B528DE}"/>
              </a:ext>
            </a:extLst>
          </p:cNvPr>
          <p:cNvSpPr>
            <a:spLocks noGrp="1"/>
          </p:cNvSpPr>
          <p:nvPr>
            <p:ph type="body" sz="quarter" idx="28"/>
          </p:nvPr>
        </p:nvSpPr>
        <p:spPr>
          <a:xfrm>
            <a:off x="6311295" y="5046324"/>
            <a:ext cx="4402137" cy="634323"/>
          </a:xfrm>
          <a:prstGeom prst="rect">
            <a:avLst/>
          </a:prstGeom>
        </p:spPr>
        <p:txBody>
          <a:bodyPr>
            <a:normAutofit/>
          </a:bodyPr>
          <a:lstStyle>
            <a:lvl1pPr marL="0" indent="0" algn="ctr">
              <a:buNone/>
              <a:defRPr sz="1400"/>
            </a:lvl1pPr>
          </a:lstStyle>
          <a:p>
            <a:pPr lvl="0"/>
            <a:r>
              <a:rPr lang="en-US"/>
              <a:t>Click to edit Master text styles</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444364097"/>
      </p:ext>
    </p:extLst>
  </p:cSld>
  <p:clrMapOvr>
    <a:masterClrMapping/>
  </p:clrMapOvr>
  <p:hf hdr="0" ftr="0" dt="0"/>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Title and 4-item Lists 4">
    <p:spTree>
      <p:nvGrpSpPr>
        <p:cNvPr id="1" name=""/>
        <p:cNvGrpSpPr/>
        <p:nvPr/>
      </p:nvGrpSpPr>
      <p:grpSpPr>
        <a:xfrm>
          <a:off x="0" y="0"/>
          <a:ext cx="0" cy="0"/>
          <a:chOff x="0" y="0"/>
          <a:chExt cx="0" cy="0"/>
        </a:xfrm>
      </p:grpSpPr>
      <p:sp>
        <p:nvSpPr>
          <p:cNvPr id="12" name="Freeform: Shape 7">
            <a:extLst>
              <a:ext uri="{FF2B5EF4-FFF2-40B4-BE49-F238E27FC236}">
                <a16:creationId xmlns:a16="http://schemas.microsoft.com/office/drawing/2014/main" id="{87CCFE2A-6626-6AE5-C453-D35DA310DC3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DCD2A433-747D-0C78-13C9-150DE55C9FB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3" name="Freeform: Shape">
            <a:extLst>
              <a:ext uri="{FF2B5EF4-FFF2-40B4-BE49-F238E27FC236}">
                <a16:creationId xmlns:a16="http://schemas.microsoft.com/office/drawing/2014/main" id="{2F042920-C42A-7041-E752-777E868A2F6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Rectangle 9">
            <a:extLst>
              <a:ext uri="{FF2B5EF4-FFF2-40B4-BE49-F238E27FC236}">
                <a16:creationId xmlns:a16="http://schemas.microsoft.com/office/drawing/2014/main" id="{F5A86050-4178-5ED1-B0F7-9D0E28AFF96F}"/>
              </a:ext>
              <a:ext uri="{C183D7F6-B498-43B3-948B-1728B52AA6E4}">
                <adec:decorative xmlns:adec="http://schemas.microsoft.com/office/drawing/2017/decorative" val="1"/>
              </a:ext>
            </a:extLst>
          </p:cNvPr>
          <p:cNvSpPr/>
          <p:nvPr/>
        </p:nvSpPr>
        <p:spPr>
          <a:xfrm>
            <a:off x="9010998" y="2531567"/>
            <a:ext cx="2245284" cy="3016445"/>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altLang="zh-CN">
              <a:solidFill>
                <a:sysClr val="windowText" lastClr="000000"/>
              </a:solidFill>
            </a:endParaRPr>
          </a:p>
        </p:txBody>
      </p:sp>
      <p:sp>
        <p:nvSpPr>
          <p:cNvPr id="4" name="Rectangle 9">
            <a:extLst>
              <a:ext uri="{FF2B5EF4-FFF2-40B4-BE49-F238E27FC236}">
                <a16:creationId xmlns:a16="http://schemas.microsoft.com/office/drawing/2014/main" id="{DEF3DFD7-5DA8-2B7B-F300-49F6C699AAF7}"/>
              </a:ext>
              <a:ext uri="{C183D7F6-B498-43B3-948B-1728B52AA6E4}">
                <adec:decorative xmlns:adec="http://schemas.microsoft.com/office/drawing/2017/decorative" val="1"/>
              </a:ext>
            </a:extLst>
          </p:cNvPr>
          <p:cNvSpPr/>
          <p:nvPr/>
        </p:nvSpPr>
        <p:spPr>
          <a:xfrm>
            <a:off x="3632354" y="2517902"/>
            <a:ext cx="2245284" cy="3016445"/>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altLang="zh-CN">
              <a:solidFill>
                <a:sysClr val="windowText" lastClr="000000"/>
              </a:solidFill>
            </a:endParaRPr>
          </a:p>
        </p:txBody>
      </p:sp>
      <p:sp>
        <p:nvSpPr>
          <p:cNvPr id="5" name="Rectangle 9">
            <a:extLst>
              <a:ext uri="{FF2B5EF4-FFF2-40B4-BE49-F238E27FC236}">
                <a16:creationId xmlns:a16="http://schemas.microsoft.com/office/drawing/2014/main" id="{B7EE219A-EAFD-062C-CB93-F37B378678AA}"/>
              </a:ext>
              <a:ext uri="{C183D7F6-B498-43B3-948B-1728B52AA6E4}">
                <adec:decorative xmlns:adec="http://schemas.microsoft.com/office/drawing/2017/decorative" val="1"/>
              </a:ext>
            </a:extLst>
          </p:cNvPr>
          <p:cNvSpPr/>
          <p:nvPr/>
        </p:nvSpPr>
        <p:spPr>
          <a:xfrm>
            <a:off x="6335433" y="2517901"/>
            <a:ext cx="2245284" cy="3016445"/>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altLang="zh-CN">
              <a:solidFill>
                <a:sysClr val="windowText" lastClr="000000"/>
              </a:solidFill>
            </a:endParaRPr>
          </a:p>
        </p:txBody>
      </p:sp>
      <p:sp>
        <p:nvSpPr>
          <p:cNvPr id="9" name="Rectangle 9">
            <a:extLst>
              <a:ext uri="{FF2B5EF4-FFF2-40B4-BE49-F238E27FC236}">
                <a16:creationId xmlns:a16="http://schemas.microsoft.com/office/drawing/2014/main" id="{68F43B8E-65BD-0BD3-3968-19359E68EEDD}"/>
              </a:ext>
              <a:ext uri="{C183D7F6-B498-43B3-948B-1728B52AA6E4}">
                <adec:decorative xmlns:adec="http://schemas.microsoft.com/office/drawing/2017/decorative" val="1"/>
              </a:ext>
            </a:extLst>
          </p:cNvPr>
          <p:cNvSpPr/>
          <p:nvPr/>
        </p:nvSpPr>
        <p:spPr>
          <a:xfrm>
            <a:off x="949911" y="2517903"/>
            <a:ext cx="2245284" cy="3016445"/>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pPr>
            <a:endParaRPr lang="en-US" altLang="zh-CN">
              <a:solidFill>
                <a:sysClr val="windowText" lastClr="000000"/>
              </a:solidFill>
            </a:endParaRPr>
          </a:p>
        </p:txBody>
      </p:sp>
      <p:sp>
        <p:nvSpPr>
          <p:cNvPr id="21" name="Rectangle: Rounded Corners 143">
            <a:extLst>
              <a:ext uri="{FF2B5EF4-FFF2-40B4-BE49-F238E27FC236}">
                <a16:creationId xmlns:a16="http://schemas.microsoft.com/office/drawing/2014/main" id="{387619F6-E444-B998-4609-BDD0554B1B90}"/>
              </a:ext>
              <a:ext uri="{C183D7F6-B498-43B3-948B-1728B52AA6E4}">
                <adec:decorative xmlns:adec="http://schemas.microsoft.com/office/drawing/2017/decorative" val="1"/>
              </a:ext>
            </a:extLst>
          </p:cNvPr>
          <p:cNvSpPr>
            <a:spLocks/>
          </p:cNvSpPr>
          <p:nvPr/>
        </p:nvSpPr>
        <p:spPr>
          <a:xfrm rot="5400000">
            <a:off x="2049693" y="1635749"/>
            <a:ext cx="45719" cy="1947378"/>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2" name="Rectangle: Rounded Corners 143">
            <a:extLst>
              <a:ext uri="{FF2B5EF4-FFF2-40B4-BE49-F238E27FC236}">
                <a16:creationId xmlns:a16="http://schemas.microsoft.com/office/drawing/2014/main" id="{F68B126A-8B7B-FA64-FC37-D30CF1B50DFE}"/>
              </a:ext>
              <a:ext uri="{C183D7F6-B498-43B3-948B-1728B52AA6E4}">
                <adec:decorative xmlns:adec="http://schemas.microsoft.com/office/drawing/2017/decorative" val="1"/>
              </a:ext>
            </a:extLst>
          </p:cNvPr>
          <p:cNvSpPr>
            <a:spLocks/>
          </p:cNvSpPr>
          <p:nvPr/>
        </p:nvSpPr>
        <p:spPr>
          <a:xfrm rot="5400000">
            <a:off x="4732137" y="1631517"/>
            <a:ext cx="45719" cy="1947378"/>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3" name="Rectangle: Rounded Corners 143">
            <a:extLst>
              <a:ext uri="{FF2B5EF4-FFF2-40B4-BE49-F238E27FC236}">
                <a16:creationId xmlns:a16="http://schemas.microsoft.com/office/drawing/2014/main" id="{86967428-787A-E870-D6D6-84A7682FFFC9}"/>
              </a:ext>
              <a:ext uri="{C183D7F6-B498-43B3-948B-1728B52AA6E4}">
                <adec:decorative xmlns:adec="http://schemas.microsoft.com/office/drawing/2017/decorative" val="1"/>
              </a:ext>
            </a:extLst>
          </p:cNvPr>
          <p:cNvSpPr>
            <a:spLocks/>
          </p:cNvSpPr>
          <p:nvPr/>
        </p:nvSpPr>
        <p:spPr>
          <a:xfrm rot="5400000">
            <a:off x="7435216" y="1631518"/>
            <a:ext cx="45719" cy="1947378"/>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4" name="Rectangle: Rounded Corners 143">
            <a:extLst>
              <a:ext uri="{FF2B5EF4-FFF2-40B4-BE49-F238E27FC236}">
                <a16:creationId xmlns:a16="http://schemas.microsoft.com/office/drawing/2014/main" id="{1902EFBA-397A-EFA4-18CE-49C6354E738B}"/>
              </a:ext>
              <a:ext uri="{C183D7F6-B498-43B3-948B-1728B52AA6E4}">
                <adec:decorative xmlns:adec="http://schemas.microsoft.com/office/drawing/2017/decorative" val="1"/>
              </a:ext>
            </a:extLst>
          </p:cNvPr>
          <p:cNvSpPr>
            <a:spLocks/>
          </p:cNvSpPr>
          <p:nvPr/>
        </p:nvSpPr>
        <p:spPr>
          <a:xfrm rot="5400000">
            <a:off x="10110781" y="1641187"/>
            <a:ext cx="45719" cy="1947378"/>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387209"/>
            <a:ext cx="10504000" cy="1132258"/>
          </a:xfrm>
          <a:prstGeom prst="rect">
            <a:avLst/>
          </a:prstGeom>
        </p:spPr>
        <p:txBody>
          <a:bodyPr/>
          <a:lstStyle>
            <a:lvl1pPr algn="ctr">
              <a:defRPr/>
            </a:lvl1pPr>
          </a:lstStyle>
          <a:p>
            <a:r>
              <a:rPr lang="en-US"/>
              <a:t>Click to edit Master title style</a:t>
            </a:r>
          </a:p>
        </p:txBody>
      </p:sp>
      <p:sp>
        <p:nvSpPr>
          <p:cNvPr id="26" name="Text Placeholder 25">
            <a:extLst>
              <a:ext uri="{FF2B5EF4-FFF2-40B4-BE49-F238E27FC236}">
                <a16:creationId xmlns:a16="http://schemas.microsoft.com/office/drawing/2014/main" id="{D55A786B-6609-8882-4995-95B0917E6E39}"/>
              </a:ext>
            </a:extLst>
          </p:cNvPr>
          <p:cNvSpPr>
            <a:spLocks noGrp="1"/>
          </p:cNvSpPr>
          <p:nvPr>
            <p:ph type="body" sz="quarter" idx="13"/>
          </p:nvPr>
        </p:nvSpPr>
        <p:spPr>
          <a:xfrm>
            <a:off x="1098863" y="2853615"/>
            <a:ext cx="1947862" cy="1039812"/>
          </a:xfrm>
          <a:prstGeom prst="rect">
            <a:avLst/>
          </a:prstGeom>
        </p:spPr>
        <p:txBody>
          <a:bodyPr anchor="ct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38" name="Text Placeholder 37">
            <a:extLst>
              <a:ext uri="{FF2B5EF4-FFF2-40B4-BE49-F238E27FC236}">
                <a16:creationId xmlns:a16="http://schemas.microsoft.com/office/drawing/2014/main" id="{C13A1886-0CA0-91FF-F716-380E1DD63D84}"/>
              </a:ext>
            </a:extLst>
          </p:cNvPr>
          <p:cNvSpPr>
            <a:spLocks noGrp="1"/>
          </p:cNvSpPr>
          <p:nvPr>
            <p:ph type="body" sz="quarter" idx="21"/>
          </p:nvPr>
        </p:nvSpPr>
        <p:spPr>
          <a:xfrm>
            <a:off x="1098863" y="4016499"/>
            <a:ext cx="1947862" cy="1279525"/>
          </a:xfrm>
          <a:prstGeom prst="rect">
            <a:avLst/>
          </a:prstGeom>
        </p:spPr>
        <p:txBody>
          <a:bodyPr>
            <a:normAutofit/>
          </a:bodyPr>
          <a:lstStyle>
            <a:lvl1pPr marL="0" indent="0" algn="ctr">
              <a:buNone/>
              <a:defRPr sz="1400"/>
            </a:lvl1pPr>
          </a:lstStyle>
          <a:p>
            <a:pPr lvl="0"/>
            <a:r>
              <a:rPr lang="en-US"/>
              <a:t>Click to edit Master text styles</a:t>
            </a:r>
          </a:p>
        </p:txBody>
      </p:sp>
      <p:sp>
        <p:nvSpPr>
          <p:cNvPr id="31" name="Text Placeholder 25">
            <a:extLst>
              <a:ext uri="{FF2B5EF4-FFF2-40B4-BE49-F238E27FC236}">
                <a16:creationId xmlns:a16="http://schemas.microsoft.com/office/drawing/2014/main" id="{A6C9298E-6980-0414-5025-B3D01A02B30E}"/>
              </a:ext>
            </a:extLst>
          </p:cNvPr>
          <p:cNvSpPr>
            <a:spLocks noGrp="1"/>
          </p:cNvSpPr>
          <p:nvPr>
            <p:ph type="body" sz="quarter" idx="15"/>
          </p:nvPr>
        </p:nvSpPr>
        <p:spPr>
          <a:xfrm>
            <a:off x="3781065" y="2853615"/>
            <a:ext cx="1947862" cy="1039812"/>
          </a:xfrm>
          <a:prstGeom prst="rect">
            <a:avLst/>
          </a:prstGeom>
        </p:spPr>
        <p:txBody>
          <a:bodyPr anchor="ct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39" name="Text Placeholder 37">
            <a:extLst>
              <a:ext uri="{FF2B5EF4-FFF2-40B4-BE49-F238E27FC236}">
                <a16:creationId xmlns:a16="http://schemas.microsoft.com/office/drawing/2014/main" id="{A90413A0-63E4-8A18-4AEB-5FBA3CB4EDE7}"/>
              </a:ext>
            </a:extLst>
          </p:cNvPr>
          <p:cNvSpPr>
            <a:spLocks noGrp="1"/>
          </p:cNvSpPr>
          <p:nvPr>
            <p:ph type="body" sz="quarter" idx="22"/>
          </p:nvPr>
        </p:nvSpPr>
        <p:spPr>
          <a:xfrm>
            <a:off x="3780824" y="4016499"/>
            <a:ext cx="1947862" cy="1279525"/>
          </a:xfrm>
          <a:prstGeom prst="rect">
            <a:avLst/>
          </a:prstGeom>
        </p:spPr>
        <p:txBody>
          <a:bodyPr>
            <a:normAutofit/>
          </a:bodyPr>
          <a:lstStyle>
            <a:lvl1pPr marL="0" indent="0" algn="ctr">
              <a:buNone/>
              <a:defRPr sz="1400"/>
            </a:lvl1pPr>
          </a:lstStyle>
          <a:p>
            <a:pPr lvl="0"/>
            <a:r>
              <a:rPr lang="en-US"/>
              <a:t>Click to edit Master text styles</a:t>
            </a:r>
          </a:p>
        </p:txBody>
      </p:sp>
      <p:sp>
        <p:nvSpPr>
          <p:cNvPr id="33" name="Text Placeholder 25">
            <a:extLst>
              <a:ext uri="{FF2B5EF4-FFF2-40B4-BE49-F238E27FC236}">
                <a16:creationId xmlns:a16="http://schemas.microsoft.com/office/drawing/2014/main" id="{86D25533-1594-7B5E-7010-9D12F3B6432B}"/>
              </a:ext>
            </a:extLst>
          </p:cNvPr>
          <p:cNvSpPr>
            <a:spLocks noGrp="1"/>
          </p:cNvSpPr>
          <p:nvPr>
            <p:ph type="body" sz="quarter" idx="17"/>
          </p:nvPr>
        </p:nvSpPr>
        <p:spPr>
          <a:xfrm>
            <a:off x="6470387" y="2853615"/>
            <a:ext cx="1947862" cy="1039812"/>
          </a:xfrm>
          <a:prstGeom prst="rect">
            <a:avLst/>
          </a:prstGeom>
        </p:spPr>
        <p:txBody>
          <a:bodyPr anchor="ct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40" name="Text Placeholder 37">
            <a:extLst>
              <a:ext uri="{FF2B5EF4-FFF2-40B4-BE49-F238E27FC236}">
                <a16:creationId xmlns:a16="http://schemas.microsoft.com/office/drawing/2014/main" id="{87A5831E-675F-50BC-B664-9F6339D048E1}"/>
              </a:ext>
            </a:extLst>
          </p:cNvPr>
          <p:cNvSpPr>
            <a:spLocks noGrp="1"/>
          </p:cNvSpPr>
          <p:nvPr>
            <p:ph type="body" sz="quarter" idx="23"/>
          </p:nvPr>
        </p:nvSpPr>
        <p:spPr>
          <a:xfrm>
            <a:off x="6477507" y="4041453"/>
            <a:ext cx="1947862" cy="1279525"/>
          </a:xfrm>
          <a:prstGeom prst="rect">
            <a:avLst/>
          </a:prstGeom>
        </p:spPr>
        <p:txBody>
          <a:bodyPr>
            <a:normAutofit/>
          </a:bodyPr>
          <a:lstStyle>
            <a:lvl1pPr marL="0" indent="0" algn="ctr">
              <a:buNone/>
              <a:defRPr sz="1400"/>
            </a:lvl1pPr>
          </a:lstStyle>
          <a:p>
            <a:pPr lvl="0"/>
            <a:r>
              <a:rPr lang="en-US"/>
              <a:t>Click to edit Master text styles</a:t>
            </a:r>
          </a:p>
        </p:txBody>
      </p:sp>
      <p:sp>
        <p:nvSpPr>
          <p:cNvPr id="35" name="Text Placeholder 25">
            <a:extLst>
              <a:ext uri="{FF2B5EF4-FFF2-40B4-BE49-F238E27FC236}">
                <a16:creationId xmlns:a16="http://schemas.microsoft.com/office/drawing/2014/main" id="{50DAD0FF-E790-C592-374B-C7CE535DBCD2}"/>
              </a:ext>
            </a:extLst>
          </p:cNvPr>
          <p:cNvSpPr>
            <a:spLocks noGrp="1"/>
          </p:cNvSpPr>
          <p:nvPr>
            <p:ph type="body" sz="quarter" idx="19"/>
          </p:nvPr>
        </p:nvSpPr>
        <p:spPr>
          <a:xfrm>
            <a:off x="9159468" y="2853615"/>
            <a:ext cx="1947862" cy="1039812"/>
          </a:xfrm>
          <a:prstGeom prst="rect">
            <a:avLst/>
          </a:prstGeom>
        </p:spPr>
        <p:txBody>
          <a:bodyPr anchor="ct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41" name="Text Placeholder 37">
            <a:extLst>
              <a:ext uri="{FF2B5EF4-FFF2-40B4-BE49-F238E27FC236}">
                <a16:creationId xmlns:a16="http://schemas.microsoft.com/office/drawing/2014/main" id="{BC7E579D-4D7C-6C8B-8F0A-023865049264}"/>
              </a:ext>
            </a:extLst>
          </p:cNvPr>
          <p:cNvSpPr>
            <a:spLocks noGrp="1"/>
          </p:cNvSpPr>
          <p:nvPr>
            <p:ph type="body" sz="quarter" idx="24"/>
          </p:nvPr>
        </p:nvSpPr>
        <p:spPr>
          <a:xfrm>
            <a:off x="9159468" y="4041453"/>
            <a:ext cx="1947862" cy="1279525"/>
          </a:xfrm>
          <a:prstGeom prst="rect">
            <a:avLst/>
          </a:prstGeom>
        </p:spPr>
        <p:txBody>
          <a:bodyPr>
            <a:normAutofit/>
          </a:bodyPr>
          <a:lstStyle>
            <a:lvl1pPr marL="0" indent="0" algn="ctr">
              <a:buNone/>
              <a:defRPr sz="1400"/>
            </a:lvl1pPr>
          </a:lstStyle>
          <a:p>
            <a:pPr lvl="0"/>
            <a:r>
              <a:rPr lang="en-US"/>
              <a:t>Click to edit Master text styles</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593642359"/>
      </p:ext>
    </p:extLst>
  </p:cSld>
  <p:clrMapOvr>
    <a:masterClrMapping/>
  </p:clrMapOvr>
  <p:hf hdr="0" ftr="0" dt="0"/>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Title and 5-item Lists">
    <p:spTree>
      <p:nvGrpSpPr>
        <p:cNvPr id="1" name=""/>
        <p:cNvGrpSpPr/>
        <p:nvPr/>
      </p:nvGrpSpPr>
      <p:grpSpPr>
        <a:xfrm>
          <a:off x="0" y="0"/>
          <a:ext cx="0" cy="0"/>
          <a:chOff x="0" y="0"/>
          <a:chExt cx="0" cy="0"/>
        </a:xfrm>
      </p:grpSpPr>
      <p:sp>
        <p:nvSpPr>
          <p:cNvPr id="10" name="Freeform: Shape">
            <a:extLst>
              <a:ext uri="{FF2B5EF4-FFF2-40B4-BE49-F238E27FC236}">
                <a16:creationId xmlns:a16="http://schemas.microsoft.com/office/drawing/2014/main" id="{EFE80FA0-BE87-D8ED-4A0D-D10EFBEB7C5B}"/>
              </a:ext>
              <a:ext uri="{C183D7F6-B498-43B3-948B-1728B52AA6E4}">
                <adec:decorative xmlns:adec="http://schemas.microsoft.com/office/drawing/2017/decorative" val="1"/>
              </a:ext>
            </a:extLst>
          </p:cNvPr>
          <p:cNvSpPr/>
          <p:nvPr/>
        </p:nvSpPr>
        <p:spPr>
          <a:xfrm rot="5400000">
            <a:off x="10066903" y="4732903"/>
            <a:ext cx="138614" cy="4111578"/>
          </a:xfrm>
          <a:custGeom>
            <a:avLst/>
            <a:gdLst>
              <a:gd name="connsiteX0" fmla="*/ 0 w 138614"/>
              <a:gd name="connsiteY0" fmla="*/ 4111578 h 4111578"/>
              <a:gd name="connsiteX1" fmla="*/ 0 w 138614"/>
              <a:gd name="connsiteY1" fmla="*/ 0 h 4111578"/>
              <a:gd name="connsiteX2" fmla="*/ 138614 w 138614"/>
              <a:gd name="connsiteY2" fmla="*/ 0 h 4111578"/>
              <a:gd name="connsiteX3" fmla="*/ 138614 w 138614"/>
              <a:gd name="connsiteY3" fmla="*/ 4111578 h 4111578"/>
            </a:gdLst>
            <a:ahLst/>
            <a:cxnLst>
              <a:cxn ang="0">
                <a:pos x="connsiteX0" y="connsiteY0"/>
              </a:cxn>
              <a:cxn ang="0">
                <a:pos x="connsiteX1" y="connsiteY1"/>
              </a:cxn>
              <a:cxn ang="0">
                <a:pos x="connsiteX2" y="connsiteY2"/>
              </a:cxn>
              <a:cxn ang="0">
                <a:pos x="connsiteX3" y="connsiteY3"/>
              </a:cxn>
            </a:cxnLst>
            <a:rect l="l" t="t" r="r" b="b"/>
            <a:pathLst>
              <a:path w="138614" h="4111578">
                <a:moveTo>
                  <a:pt x="0" y="4111578"/>
                </a:moveTo>
                <a:lnTo>
                  <a:pt x="0" y="0"/>
                </a:lnTo>
                <a:lnTo>
                  <a:pt x="138614" y="0"/>
                </a:lnTo>
                <a:lnTo>
                  <a:pt x="138614" y="4111578"/>
                </a:lnTo>
                <a:close/>
              </a:path>
            </a:pathLst>
          </a:custGeom>
          <a:solidFill>
            <a:schemeClr val="accent3"/>
          </a:solidFill>
          <a:ln cap="sq">
            <a:noFill/>
            <a:prstDash val="solid"/>
            <a:miter/>
          </a:ln>
        </p:spPr>
        <p:txBody>
          <a:bodyPr wrap="square">
            <a:noAutofit/>
          </a:bodyPr>
          <a:lstStyle/>
          <a:p>
            <a:endParaRPr lang="zh-CN" altLang="en-US" sz="800"/>
          </a:p>
        </p:txBody>
      </p:sp>
      <p:sp>
        <p:nvSpPr>
          <p:cNvPr id="14" name="Freeform: Shape">
            <a:extLst>
              <a:ext uri="{FF2B5EF4-FFF2-40B4-BE49-F238E27FC236}">
                <a16:creationId xmlns:a16="http://schemas.microsoft.com/office/drawing/2014/main" id="{433DEC4F-4FD3-7A15-81F5-8E39F8A087F6}"/>
              </a:ext>
              <a:ext uri="{C183D7F6-B498-43B3-948B-1728B52AA6E4}">
                <adec:decorative xmlns:adec="http://schemas.microsoft.com/office/drawing/2017/decorative" val="1"/>
              </a:ext>
            </a:extLst>
          </p:cNvPr>
          <p:cNvSpPr/>
          <p:nvPr/>
        </p:nvSpPr>
        <p:spPr>
          <a:xfrm rot="5400000">
            <a:off x="5098006" y="1621380"/>
            <a:ext cx="138615" cy="10334624"/>
          </a:xfrm>
          <a:custGeom>
            <a:avLst/>
            <a:gdLst>
              <a:gd name="connsiteX0" fmla="*/ 0 w 138615"/>
              <a:gd name="connsiteY0" fmla="*/ 10334624 h 10334624"/>
              <a:gd name="connsiteX1" fmla="*/ 0 w 138615"/>
              <a:gd name="connsiteY1" fmla="*/ 0 h 10334624"/>
              <a:gd name="connsiteX2" fmla="*/ 138615 w 138615"/>
              <a:gd name="connsiteY2" fmla="*/ 0 h 10334624"/>
              <a:gd name="connsiteX3" fmla="*/ 138615 w 138615"/>
              <a:gd name="connsiteY3" fmla="*/ 10334624 h 10334624"/>
            </a:gdLst>
            <a:ahLst/>
            <a:cxnLst>
              <a:cxn ang="0">
                <a:pos x="connsiteX0" y="connsiteY0"/>
              </a:cxn>
              <a:cxn ang="0">
                <a:pos x="connsiteX1" y="connsiteY1"/>
              </a:cxn>
              <a:cxn ang="0">
                <a:pos x="connsiteX2" y="connsiteY2"/>
              </a:cxn>
              <a:cxn ang="0">
                <a:pos x="connsiteX3" y="connsiteY3"/>
              </a:cxn>
            </a:cxnLst>
            <a:rect l="l" t="t" r="r" b="b"/>
            <a:pathLst>
              <a:path w="138615" h="10334624">
                <a:moveTo>
                  <a:pt x="0" y="10334624"/>
                </a:moveTo>
                <a:lnTo>
                  <a:pt x="0" y="0"/>
                </a:lnTo>
                <a:lnTo>
                  <a:pt x="138615" y="0"/>
                </a:lnTo>
                <a:lnTo>
                  <a:pt x="138615" y="10334624"/>
                </a:lnTo>
                <a:close/>
              </a:path>
            </a:pathLst>
          </a:custGeom>
          <a:solidFill>
            <a:schemeClr val="accent1"/>
          </a:solidFill>
          <a:ln cap="sq">
            <a:noFill/>
            <a:prstDash val="solid"/>
            <a:miter/>
          </a:ln>
        </p:spPr>
        <p:txBody>
          <a:bodyPr wrap="square">
            <a:noAutofit/>
          </a:bodyPr>
          <a:lstStyle/>
          <a:p>
            <a:endParaRPr lang="zh-CN" altLang="en-US" sz="800"/>
          </a:p>
        </p:txBody>
      </p:sp>
      <p:sp>
        <p:nvSpPr>
          <p:cNvPr id="3" name="Rectangle: Rounded Corners 119">
            <a:extLst>
              <a:ext uri="{FF2B5EF4-FFF2-40B4-BE49-F238E27FC236}">
                <a16:creationId xmlns:a16="http://schemas.microsoft.com/office/drawing/2014/main" id="{3294E270-813D-22E3-9DF1-5D0F71935CB9}"/>
              </a:ext>
              <a:ext uri="{C183D7F6-B498-43B3-948B-1728B52AA6E4}">
                <adec:decorative xmlns:adec="http://schemas.microsoft.com/office/drawing/2017/decorative" val="1"/>
              </a:ext>
            </a:extLst>
          </p:cNvPr>
          <p:cNvSpPr>
            <a:spLocks/>
          </p:cNvSpPr>
          <p:nvPr/>
        </p:nvSpPr>
        <p:spPr>
          <a:xfrm>
            <a:off x="1263893" y="3061256"/>
            <a:ext cx="4287735" cy="1251200"/>
          </a:xfrm>
          <a:prstGeom prst="rect">
            <a:avLst/>
          </a:prstGeom>
          <a:solidFill>
            <a:schemeClr val="accent1">
              <a:lumMod val="20000"/>
              <a:lumOff val="80000"/>
              <a:alpha val="2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4" name="Rectangle: Rounded Corners 128">
            <a:extLst>
              <a:ext uri="{FF2B5EF4-FFF2-40B4-BE49-F238E27FC236}">
                <a16:creationId xmlns:a16="http://schemas.microsoft.com/office/drawing/2014/main" id="{6E666C9E-2A58-CF3B-D4A2-348716242016}"/>
              </a:ext>
              <a:ext uri="{C183D7F6-B498-43B3-948B-1728B52AA6E4}">
                <adec:decorative xmlns:adec="http://schemas.microsoft.com/office/drawing/2017/decorative" val="1"/>
              </a:ext>
            </a:extLst>
          </p:cNvPr>
          <p:cNvSpPr>
            <a:spLocks/>
          </p:cNvSpPr>
          <p:nvPr/>
        </p:nvSpPr>
        <p:spPr>
          <a:xfrm>
            <a:off x="1263893" y="4530004"/>
            <a:ext cx="4287735" cy="1251200"/>
          </a:xfrm>
          <a:prstGeom prst="rect">
            <a:avLst/>
          </a:prstGeom>
          <a:solidFill>
            <a:schemeClr val="accent1">
              <a:lumMod val="20000"/>
              <a:lumOff val="80000"/>
              <a:alpha val="2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5" name="Rectangle: Rounded Corners 140">
            <a:extLst>
              <a:ext uri="{FF2B5EF4-FFF2-40B4-BE49-F238E27FC236}">
                <a16:creationId xmlns:a16="http://schemas.microsoft.com/office/drawing/2014/main" id="{60108638-A3F8-62CA-7249-839F300CF976}"/>
              </a:ext>
              <a:ext uri="{C183D7F6-B498-43B3-948B-1728B52AA6E4}">
                <adec:decorative xmlns:adec="http://schemas.microsoft.com/office/drawing/2017/decorative" val="1"/>
              </a:ext>
            </a:extLst>
          </p:cNvPr>
          <p:cNvSpPr>
            <a:spLocks/>
          </p:cNvSpPr>
          <p:nvPr/>
        </p:nvSpPr>
        <p:spPr>
          <a:xfrm>
            <a:off x="6305946" y="1577474"/>
            <a:ext cx="4287735" cy="1251200"/>
          </a:xfrm>
          <a:prstGeom prst="rect">
            <a:avLst/>
          </a:prstGeom>
          <a:solidFill>
            <a:schemeClr val="accent1">
              <a:lumMod val="20000"/>
              <a:lumOff val="80000"/>
              <a:alpha val="2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9" name="Rectangle: Rounded Corners 144">
            <a:extLst>
              <a:ext uri="{FF2B5EF4-FFF2-40B4-BE49-F238E27FC236}">
                <a16:creationId xmlns:a16="http://schemas.microsoft.com/office/drawing/2014/main" id="{0599587A-5C20-7397-7784-E0F0AC323FA6}"/>
              </a:ext>
              <a:ext uri="{C183D7F6-B498-43B3-948B-1728B52AA6E4}">
                <adec:decorative xmlns:adec="http://schemas.microsoft.com/office/drawing/2017/decorative" val="1"/>
              </a:ext>
            </a:extLst>
          </p:cNvPr>
          <p:cNvSpPr>
            <a:spLocks/>
          </p:cNvSpPr>
          <p:nvPr/>
        </p:nvSpPr>
        <p:spPr>
          <a:xfrm>
            <a:off x="6305946" y="3061256"/>
            <a:ext cx="4287735" cy="1251200"/>
          </a:xfrm>
          <a:prstGeom prst="rect">
            <a:avLst/>
          </a:prstGeom>
          <a:solidFill>
            <a:schemeClr val="accent1">
              <a:lumMod val="20000"/>
              <a:lumOff val="80000"/>
              <a:alpha val="2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11" name="Rectangle: Rounded Corners 148">
            <a:extLst>
              <a:ext uri="{FF2B5EF4-FFF2-40B4-BE49-F238E27FC236}">
                <a16:creationId xmlns:a16="http://schemas.microsoft.com/office/drawing/2014/main" id="{EA215DB0-5DDF-867C-037D-26C86FD5A79E}"/>
              </a:ext>
              <a:ext uri="{C183D7F6-B498-43B3-948B-1728B52AA6E4}">
                <adec:decorative xmlns:adec="http://schemas.microsoft.com/office/drawing/2017/decorative" val="1"/>
              </a:ext>
            </a:extLst>
          </p:cNvPr>
          <p:cNvSpPr>
            <a:spLocks/>
          </p:cNvSpPr>
          <p:nvPr/>
        </p:nvSpPr>
        <p:spPr>
          <a:xfrm>
            <a:off x="6305946" y="4530004"/>
            <a:ext cx="4287735" cy="1251200"/>
          </a:xfrm>
          <a:prstGeom prst="rect">
            <a:avLst/>
          </a:prstGeom>
          <a:solidFill>
            <a:schemeClr val="accent1">
              <a:lumMod val="20000"/>
              <a:lumOff val="80000"/>
              <a:alpha val="20000"/>
            </a:schemeClr>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p>
        </p:txBody>
      </p:sp>
      <p:sp>
        <p:nvSpPr>
          <p:cNvPr id="23" name="Rectangle: Rounded Corners 143">
            <a:extLst>
              <a:ext uri="{FF2B5EF4-FFF2-40B4-BE49-F238E27FC236}">
                <a16:creationId xmlns:a16="http://schemas.microsoft.com/office/drawing/2014/main" id="{0847E79E-1907-494F-D400-57D93CFAA23D}"/>
              </a:ext>
              <a:ext uri="{C183D7F6-B498-43B3-948B-1728B52AA6E4}">
                <adec:decorative xmlns:adec="http://schemas.microsoft.com/office/drawing/2017/decorative" val="1"/>
              </a:ext>
            </a:extLst>
          </p:cNvPr>
          <p:cNvSpPr>
            <a:spLocks/>
          </p:cNvSpPr>
          <p:nvPr/>
        </p:nvSpPr>
        <p:spPr>
          <a:xfrm>
            <a:off x="1345157" y="3122636"/>
            <a:ext cx="51196" cy="1066410"/>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4" name="Rectangle: Rounded Corners 143">
            <a:extLst>
              <a:ext uri="{FF2B5EF4-FFF2-40B4-BE49-F238E27FC236}">
                <a16:creationId xmlns:a16="http://schemas.microsoft.com/office/drawing/2014/main" id="{99127C4B-D0CB-B779-E5CA-AC2787E1D063}"/>
              </a:ext>
              <a:ext uri="{C183D7F6-B498-43B3-948B-1728B52AA6E4}">
                <adec:decorative xmlns:adec="http://schemas.microsoft.com/office/drawing/2017/decorative" val="1"/>
              </a:ext>
            </a:extLst>
          </p:cNvPr>
          <p:cNvSpPr>
            <a:spLocks/>
          </p:cNvSpPr>
          <p:nvPr/>
        </p:nvSpPr>
        <p:spPr>
          <a:xfrm>
            <a:off x="1340773" y="4622399"/>
            <a:ext cx="51196" cy="1066410"/>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5" name="Rectangle: Rounded Corners 143">
            <a:extLst>
              <a:ext uri="{FF2B5EF4-FFF2-40B4-BE49-F238E27FC236}">
                <a16:creationId xmlns:a16="http://schemas.microsoft.com/office/drawing/2014/main" id="{EF90E63B-B660-86B9-D655-74768B33CFEA}"/>
              </a:ext>
              <a:ext uri="{C183D7F6-B498-43B3-948B-1728B52AA6E4}">
                <adec:decorative xmlns:adec="http://schemas.microsoft.com/office/drawing/2017/decorative" val="1"/>
              </a:ext>
            </a:extLst>
          </p:cNvPr>
          <p:cNvSpPr>
            <a:spLocks/>
          </p:cNvSpPr>
          <p:nvPr/>
        </p:nvSpPr>
        <p:spPr>
          <a:xfrm>
            <a:off x="6382826" y="4622399"/>
            <a:ext cx="51196" cy="1066410"/>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6" name="Rectangle: Rounded Corners 143">
            <a:extLst>
              <a:ext uri="{FF2B5EF4-FFF2-40B4-BE49-F238E27FC236}">
                <a16:creationId xmlns:a16="http://schemas.microsoft.com/office/drawing/2014/main" id="{BAD431CB-4A7D-1EFC-3868-61D87DBCA4A8}"/>
              </a:ext>
              <a:ext uri="{C183D7F6-B498-43B3-948B-1728B52AA6E4}">
                <adec:decorative xmlns:adec="http://schemas.microsoft.com/office/drawing/2017/decorative" val="1"/>
              </a:ext>
            </a:extLst>
          </p:cNvPr>
          <p:cNvSpPr>
            <a:spLocks/>
          </p:cNvSpPr>
          <p:nvPr/>
        </p:nvSpPr>
        <p:spPr>
          <a:xfrm>
            <a:off x="6385176" y="3153651"/>
            <a:ext cx="51196" cy="1066410"/>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7" name="Rectangle: Rounded Corners 143">
            <a:extLst>
              <a:ext uri="{FF2B5EF4-FFF2-40B4-BE49-F238E27FC236}">
                <a16:creationId xmlns:a16="http://schemas.microsoft.com/office/drawing/2014/main" id="{9A43084B-0F09-2CFD-5971-E7D53488CD2D}"/>
              </a:ext>
              <a:ext uri="{C183D7F6-B498-43B3-948B-1728B52AA6E4}">
                <adec:decorative xmlns:adec="http://schemas.microsoft.com/office/drawing/2017/decorative" val="1"/>
              </a:ext>
            </a:extLst>
          </p:cNvPr>
          <p:cNvSpPr>
            <a:spLocks/>
          </p:cNvSpPr>
          <p:nvPr/>
        </p:nvSpPr>
        <p:spPr>
          <a:xfrm>
            <a:off x="6382826" y="1669869"/>
            <a:ext cx="51196" cy="1066410"/>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1263892" y="382748"/>
            <a:ext cx="4704729" cy="2401092"/>
          </a:xfrm>
          <a:prstGeom prst="rect">
            <a:avLst/>
          </a:prstGeom>
        </p:spPr>
        <p:txBody>
          <a:bodyPr/>
          <a:lstStyle/>
          <a:p>
            <a:r>
              <a:rPr lang="en-US"/>
              <a:t>Click to edit Master title style</a:t>
            </a:r>
          </a:p>
        </p:txBody>
      </p:sp>
      <p:sp>
        <p:nvSpPr>
          <p:cNvPr id="29" name="Text Placeholder 28">
            <a:extLst>
              <a:ext uri="{FF2B5EF4-FFF2-40B4-BE49-F238E27FC236}">
                <a16:creationId xmlns:a16="http://schemas.microsoft.com/office/drawing/2014/main" id="{AD2D4FE9-4450-D975-68E5-67E546CA753A}"/>
              </a:ext>
            </a:extLst>
          </p:cNvPr>
          <p:cNvSpPr>
            <a:spLocks noGrp="1"/>
          </p:cNvSpPr>
          <p:nvPr>
            <p:ph type="body" sz="quarter" idx="13"/>
          </p:nvPr>
        </p:nvSpPr>
        <p:spPr>
          <a:xfrm>
            <a:off x="1558145" y="3101017"/>
            <a:ext cx="3825875" cy="604838"/>
          </a:xfrm>
          <a:prstGeom prst="rect">
            <a:avLst/>
          </a:prstGeom>
        </p:spPr>
        <p:txBody>
          <a:bodyPr anchor="b">
            <a:normAutofit/>
          </a:bodyPr>
          <a:lstStyle>
            <a:lvl1pPr marL="0" indent="0">
              <a:lnSpc>
                <a:spcPct val="100000"/>
              </a:lnSpc>
              <a:buNone/>
              <a:defRPr sz="1800">
                <a:solidFill>
                  <a:schemeClr val="accent1"/>
                </a:solidFill>
                <a:latin typeface="+mj-lt"/>
              </a:defRPr>
            </a:lvl1pPr>
          </a:lstStyle>
          <a:p>
            <a:pPr lvl="0"/>
            <a:r>
              <a:rPr lang="en-US"/>
              <a:t>Click to edit Master text styles</a:t>
            </a:r>
          </a:p>
        </p:txBody>
      </p:sp>
      <p:sp>
        <p:nvSpPr>
          <p:cNvPr id="43" name="Text Placeholder 42">
            <a:extLst>
              <a:ext uri="{FF2B5EF4-FFF2-40B4-BE49-F238E27FC236}">
                <a16:creationId xmlns:a16="http://schemas.microsoft.com/office/drawing/2014/main" id="{E061859E-434C-8F7B-C40C-F4B8415CDA52}"/>
              </a:ext>
            </a:extLst>
          </p:cNvPr>
          <p:cNvSpPr>
            <a:spLocks noGrp="1"/>
          </p:cNvSpPr>
          <p:nvPr>
            <p:ph type="body" sz="quarter" idx="23" hasCustomPrompt="1"/>
          </p:nvPr>
        </p:nvSpPr>
        <p:spPr>
          <a:xfrm>
            <a:off x="1558145" y="3784673"/>
            <a:ext cx="3825875" cy="496887"/>
          </a:xfrm>
          <a:prstGeom prst="rect">
            <a:avLst/>
          </a:prstGeom>
        </p:spPr>
        <p:txBody>
          <a:bodyPr>
            <a:normAutofit/>
          </a:bodyPr>
          <a:lstStyle>
            <a:lvl1pPr marL="0" indent="0">
              <a:buFontTx/>
              <a:buNone/>
              <a:defRPr sz="1400"/>
            </a:lvl1pPr>
          </a:lstStyle>
          <a:p>
            <a:pPr lvl="0"/>
            <a:r>
              <a:rPr lang="en-US" altLang="zh-CN"/>
              <a:t>Click to edit Master text styles</a:t>
            </a:r>
          </a:p>
        </p:txBody>
      </p:sp>
      <p:sp>
        <p:nvSpPr>
          <p:cNvPr id="34" name="Text Placeholder 28">
            <a:extLst>
              <a:ext uri="{FF2B5EF4-FFF2-40B4-BE49-F238E27FC236}">
                <a16:creationId xmlns:a16="http://schemas.microsoft.com/office/drawing/2014/main" id="{3300A542-9100-69DD-1714-913F7843214D}"/>
              </a:ext>
            </a:extLst>
          </p:cNvPr>
          <p:cNvSpPr>
            <a:spLocks noGrp="1"/>
          </p:cNvSpPr>
          <p:nvPr>
            <p:ph type="body" sz="quarter" idx="15"/>
          </p:nvPr>
        </p:nvSpPr>
        <p:spPr>
          <a:xfrm>
            <a:off x="1558145" y="4569765"/>
            <a:ext cx="3825875" cy="604838"/>
          </a:xfrm>
          <a:prstGeom prst="rect">
            <a:avLst/>
          </a:prstGeom>
        </p:spPr>
        <p:txBody>
          <a:bodyPr anchor="b">
            <a:normAutofit/>
          </a:bodyPr>
          <a:lstStyle>
            <a:lvl1pPr marL="0" indent="0">
              <a:lnSpc>
                <a:spcPct val="100000"/>
              </a:lnSpc>
              <a:buNone/>
              <a:defRPr sz="1800">
                <a:solidFill>
                  <a:schemeClr val="accent1"/>
                </a:solidFill>
                <a:latin typeface="+mj-lt"/>
              </a:defRPr>
            </a:lvl1pPr>
          </a:lstStyle>
          <a:p>
            <a:pPr lvl="0"/>
            <a:r>
              <a:rPr lang="en-US"/>
              <a:t>Click to edit Master text styles</a:t>
            </a:r>
          </a:p>
        </p:txBody>
      </p:sp>
      <p:sp>
        <p:nvSpPr>
          <p:cNvPr id="44" name="Text Placeholder 42">
            <a:extLst>
              <a:ext uri="{FF2B5EF4-FFF2-40B4-BE49-F238E27FC236}">
                <a16:creationId xmlns:a16="http://schemas.microsoft.com/office/drawing/2014/main" id="{2EDCF97B-488F-B342-9553-3233D8E5C02D}"/>
              </a:ext>
            </a:extLst>
          </p:cNvPr>
          <p:cNvSpPr>
            <a:spLocks noGrp="1"/>
          </p:cNvSpPr>
          <p:nvPr>
            <p:ph type="body" sz="quarter" idx="24" hasCustomPrompt="1"/>
          </p:nvPr>
        </p:nvSpPr>
        <p:spPr>
          <a:xfrm>
            <a:off x="1558145" y="5262203"/>
            <a:ext cx="3825875" cy="496887"/>
          </a:xfrm>
          <a:prstGeom prst="rect">
            <a:avLst/>
          </a:prstGeom>
        </p:spPr>
        <p:txBody>
          <a:bodyPr>
            <a:normAutofit/>
          </a:bodyPr>
          <a:lstStyle>
            <a:lvl1pPr marL="0" indent="0">
              <a:buFontTx/>
              <a:buNone/>
              <a:defRPr sz="1400"/>
            </a:lvl1pPr>
          </a:lstStyle>
          <a:p>
            <a:pPr lvl="0"/>
            <a:r>
              <a:rPr lang="en-US" altLang="zh-CN"/>
              <a:t>Click to edit Master text styles</a:t>
            </a:r>
          </a:p>
        </p:txBody>
      </p:sp>
      <p:sp>
        <p:nvSpPr>
          <p:cNvPr id="40" name="Text Placeholder 28">
            <a:extLst>
              <a:ext uri="{FF2B5EF4-FFF2-40B4-BE49-F238E27FC236}">
                <a16:creationId xmlns:a16="http://schemas.microsoft.com/office/drawing/2014/main" id="{F222655E-C50E-7691-5F03-85AFBEE6F511}"/>
              </a:ext>
            </a:extLst>
          </p:cNvPr>
          <p:cNvSpPr>
            <a:spLocks noGrp="1"/>
          </p:cNvSpPr>
          <p:nvPr>
            <p:ph type="body" sz="quarter" idx="21"/>
          </p:nvPr>
        </p:nvSpPr>
        <p:spPr>
          <a:xfrm>
            <a:off x="6601913" y="1620761"/>
            <a:ext cx="3825875" cy="604838"/>
          </a:xfrm>
          <a:prstGeom prst="rect">
            <a:avLst/>
          </a:prstGeom>
        </p:spPr>
        <p:txBody>
          <a:bodyPr anchor="b">
            <a:normAutofit/>
          </a:bodyPr>
          <a:lstStyle>
            <a:lvl1pPr marL="0" indent="0">
              <a:lnSpc>
                <a:spcPct val="100000"/>
              </a:lnSpc>
              <a:buNone/>
              <a:defRPr sz="1800">
                <a:solidFill>
                  <a:schemeClr val="accent1"/>
                </a:solidFill>
                <a:latin typeface="+mj-lt"/>
              </a:defRPr>
            </a:lvl1pPr>
          </a:lstStyle>
          <a:p>
            <a:pPr lvl="0"/>
            <a:r>
              <a:rPr lang="en-US"/>
              <a:t>Click to edit Master text styles</a:t>
            </a:r>
          </a:p>
        </p:txBody>
      </p:sp>
      <p:sp>
        <p:nvSpPr>
          <p:cNvPr id="47" name="Text Placeholder 42">
            <a:extLst>
              <a:ext uri="{FF2B5EF4-FFF2-40B4-BE49-F238E27FC236}">
                <a16:creationId xmlns:a16="http://schemas.microsoft.com/office/drawing/2014/main" id="{00CBC18E-ADA3-7786-0820-2ED86ABFC13F}"/>
              </a:ext>
            </a:extLst>
          </p:cNvPr>
          <p:cNvSpPr>
            <a:spLocks noGrp="1"/>
          </p:cNvSpPr>
          <p:nvPr>
            <p:ph type="body" sz="quarter" idx="27" hasCustomPrompt="1"/>
          </p:nvPr>
        </p:nvSpPr>
        <p:spPr>
          <a:xfrm>
            <a:off x="6600914" y="2304417"/>
            <a:ext cx="3825875" cy="496887"/>
          </a:xfrm>
          <a:prstGeom prst="rect">
            <a:avLst/>
          </a:prstGeom>
        </p:spPr>
        <p:txBody>
          <a:bodyPr>
            <a:normAutofit/>
          </a:bodyPr>
          <a:lstStyle>
            <a:lvl1pPr marL="0" indent="0">
              <a:buFontTx/>
              <a:buNone/>
              <a:defRPr sz="1400"/>
            </a:lvl1pPr>
          </a:lstStyle>
          <a:p>
            <a:pPr lvl="0"/>
            <a:r>
              <a:rPr lang="en-US" altLang="zh-CN"/>
              <a:t>Click to edit Master text styles</a:t>
            </a:r>
          </a:p>
        </p:txBody>
      </p:sp>
      <p:sp>
        <p:nvSpPr>
          <p:cNvPr id="36" name="Text Placeholder 28">
            <a:extLst>
              <a:ext uri="{FF2B5EF4-FFF2-40B4-BE49-F238E27FC236}">
                <a16:creationId xmlns:a16="http://schemas.microsoft.com/office/drawing/2014/main" id="{F8918083-4608-1EF5-C131-8A8264BF733E}"/>
              </a:ext>
            </a:extLst>
          </p:cNvPr>
          <p:cNvSpPr>
            <a:spLocks noGrp="1"/>
          </p:cNvSpPr>
          <p:nvPr>
            <p:ph type="body" sz="quarter" idx="17" hasCustomPrompt="1"/>
          </p:nvPr>
        </p:nvSpPr>
        <p:spPr>
          <a:xfrm>
            <a:off x="6602147" y="3101017"/>
            <a:ext cx="3825875" cy="604838"/>
          </a:xfrm>
          <a:prstGeom prst="rect">
            <a:avLst/>
          </a:prstGeom>
        </p:spPr>
        <p:txBody>
          <a:bodyPr anchor="b">
            <a:normAutofit/>
          </a:bodyPr>
          <a:lstStyle>
            <a:lvl1pPr marL="0" indent="0">
              <a:lnSpc>
                <a:spcPct val="100000"/>
              </a:lnSpc>
              <a:buNone/>
              <a:defRPr sz="1800">
                <a:solidFill>
                  <a:schemeClr val="accent1"/>
                </a:solidFill>
                <a:latin typeface="+mj-lt"/>
              </a:defRPr>
            </a:lvl1pPr>
          </a:lstStyle>
          <a:p>
            <a:pPr lvl="0"/>
            <a:r>
              <a:rPr lang="en-US" altLang="zh-CN"/>
              <a:t>Click to edit Master text styles</a:t>
            </a:r>
          </a:p>
        </p:txBody>
      </p:sp>
      <p:sp>
        <p:nvSpPr>
          <p:cNvPr id="46" name="Text Placeholder 42">
            <a:extLst>
              <a:ext uri="{FF2B5EF4-FFF2-40B4-BE49-F238E27FC236}">
                <a16:creationId xmlns:a16="http://schemas.microsoft.com/office/drawing/2014/main" id="{9A9FBD1C-EC0C-035F-A05B-EAE7AB44875C}"/>
              </a:ext>
            </a:extLst>
          </p:cNvPr>
          <p:cNvSpPr>
            <a:spLocks noGrp="1"/>
          </p:cNvSpPr>
          <p:nvPr>
            <p:ph type="body" sz="quarter" idx="26" hasCustomPrompt="1"/>
          </p:nvPr>
        </p:nvSpPr>
        <p:spPr>
          <a:xfrm>
            <a:off x="6600914" y="3784673"/>
            <a:ext cx="3825875" cy="496887"/>
          </a:xfrm>
          <a:prstGeom prst="rect">
            <a:avLst/>
          </a:prstGeom>
        </p:spPr>
        <p:txBody>
          <a:bodyPr>
            <a:normAutofit/>
          </a:bodyPr>
          <a:lstStyle>
            <a:lvl1pPr marL="0" indent="0">
              <a:buFontTx/>
              <a:buNone/>
              <a:defRPr sz="1400"/>
            </a:lvl1pPr>
          </a:lstStyle>
          <a:p>
            <a:pPr lvl="0"/>
            <a:r>
              <a:rPr lang="en-US" altLang="zh-CN"/>
              <a:t>Click to edit Master text styles</a:t>
            </a:r>
          </a:p>
        </p:txBody>
      </p:sp>
      <p:sp>
        <p:nvSpPr>
          <p:cNvPr id="38" name="Text Placeholder 28">
            <a:extLst>
              <a:ext uri="{FF2B5EF4-FFF2-40B4-BE49-F238E27FC236}">
                <a16:creationId xmlns:a16="http://schemas.microsoft.com/office/drawing/2014/main" id="{2C62B574-10C2-F194-35A6-769A0034BC9D}"/>
              </a:ext>
            </a:extLst>
          </p:cNvPr>
          <p:cNvSpPr>
            <a:spLocks noGrp="1"/>
          </p:cNvSpPr>
          <p:nvPr>
            <p:ph type="body" sz="quarter" idx="19" hasCustomPrompt="1"/>
          </p:nvPr>
        </p:nvSpPr>
        <p:spPr>
          <a:xfrm>
            <a:off x="6602030" y="4569765"/>
            <a:ext cx="3825875" cy="604838"/>
          </a:xfrm>
          <a:prstGeom prst="rect">
            <a:avLst/>
          </a:prstGeom>
        </p:spPr>
        <p:txBody>
          <a:bodyPr anchor="b">
            <a:normAutofit/>
          </a:bodyPr>
          <a:lstStyle>
            <a:lvl1pPr marL="0" indent="0">
              <a:lnSpc>
                <a:spcPct val="100000"/>
              </a:lnSpc>
              <a:buNone/>
              <a:defRPr sz="1800">
                <a:solidFill>
                  <a:schemeClr val="accent1"/>
                </a:solidFill>
                <a:latin typeface="+mj-lt"/>
              </a:defRPr>
            </a:lvl1pPr>
          </a:lstStyle>
          <a:p>
            <a:pPr lvl="0"/>
            <a:r>
              <a:rPr lang="en-US" altLang="zh-CN"/>
              <a:t>Click to edit Master text styles</a:t>
            </a:r>
          </a:p>
        </p:txBody>
      </p:sp>
      <p:sp>
        <p:nvSpPr>
          <p:cNvPr id="45" name="Text Placeholder 42">
            <a:extLst>
              <a:ext uri="{FF2B5EF4-FFF2-40B4-BE49-F238E27FC236}">
                <a16:creationId xmlns:a16="http://schemas.microsoft.com/office/drawing/2014/main" id="{6F9EF558-6773-4297-3C72-32B47DD17F27}"/>
              </a:ext>
            </a:extLst>
          </p:cNvPr>
          <p:cNvSpPr>
            <a:spLocks noGrp="1"/>
          </p:cNvSpPr>
          <p:nvPr>
            <p:ph type="body" sz="quarter" idx="25" hasCustomPrompt="1"/>
          </p:nvPr>
        </p:nvSpPr>
        <p:spPr>
          <a:xfrm>
            <a:off x="6600914" y="5262203"/>
            <a:ext cx="3825875" cy="496887"/>
          </a:xfrm>
          <a:prstGeom prst="rect">
            <a:avLst/>
          </a:prstGeom>
        </p:spPr>
        <p:txBody>
          <a:bodyPr>
            <a:normAutofit/>
          </a:bodyPr>
          <a:lstStyle>
            <a:lvl1pPr marL="0" indent="0">
              <a:buFontTx/>
              <a:buNone/>
              <a:defRPr sz="1400"/>
            </a:lvl1pPr>
          </a:lstStyle>
          <a:p>
            <a:pPr lvl="0"/>
            <a:r>
              <a:rPr lang="en-US" altLang="zh-CN"/>
              <a:t>Click to edit Master text styles</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793534902"/>
      </p:ext>
    </p:extLst>
  </p:cSld>
  <p:clrMapOvr>
    <a:masterClrMapping/>
  </p:clrMapOvr>
  <p:hf hdr="0" ftr="0" dt="0"/>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Process">
    <p:spTree>
      <p:nvGrpSpPr>
        <p:cNvPr id="1" name=""/>
        <p:cNvGrpSpPr/>
        <p:nvPr/>
      </p:nvGrpSpPr>
      <p:grpSpPr>
        <a:xfrm>
          <a:off x="0" y="0"/>
          <a:ext cx="0" cy="0"/>
          <a:chOff x="0" y="0"/>
          <a:chExt cx="0" cy="0"/>
        </a:xfrm>
      </p:grpSpPr>
      <p:sp>
        <p:nvSpPr>
          <p:cNvPr id="12" name="Freeform: Shape 7">
            <a:extLst>
              <a:ext uri="{FF2B5EF4-FFF2-40B4-BE49-F238E27FC236}">
                <a16:creationId xmlns:a16="http://schemas.microsoft.com/office/drawing/2014/main" id="{87CCFE2A-6626-6AE5-C453-D35DA310DC3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DCD2A433-747D-0C78-13C9-150DE55C9FB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3" name="Freeform: Shape">
            <a:extLst>
              <a:ext uri="{FF2B5EF4-FFF2-40B4-BE49-F238E27FC236}">
                <a16:creationId xmlns:a16="http://schemas.microsoft.com/office/drawing/2014/main" id="{2F042920-C42A-7041-E752-777E868A2F6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3" name="Straight Connector 163">
            <a:extLst>
              <a:ext uri="{FF2B5EF4-FFF2-40B4-BE49-F238E27FC236}">
                <a16:creationId xmlns:a16="http://schemas.microsoft.com/office/drawing/2014/main" id="{7AF7E496-3BA0-3128-7B1F-63AFF64E5F55}"/>
              </a:ext>
              <a:ext uri="{C183D7F6-B498-43B3-948B-1728B52AA6E4}">
                <adec:decorative xmlns:adec="http://schemas.microsoft.com/office/drawing/2017/decorative" val="1"/>
              </a:ext>
            </a:extLst>
          </p:cNvPr>
          <p:cNvCxnSpPr>
            <a:cxnSpLocks/>
          </p:cNvCxnSpPr>
          <p:nvPr/>
        </p:nvCxnSpPr>
        <p:spPr>
          <a:xfrm>
            <a:off x="844000" y="3045427"/>
            <a:ext cx="10503678" cy="0"/>
          </a:xfrm>
          <a:prstGeom prst="line">
            <a:avLst/>
          </a:prstGeom>
          <a:ln w="254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Freeform: Shape 112">
            <a:extLst>
              <a:ext uri="{FF2B5EF4-FFF2-40B4-BE49-F238E27FC236}">
                <a16:creationId xmlns:a16="http://schemas.microsoft.com/office/drawing/2014/main" id="{62F46980-73B5-2622-507A-417A0E98A856}"/>
              </a:ext>
              <a:ext uri="{C183D7F6-B498-43B3-948B-1728B52AA6E4}">
                <adec:decorative xmlns:adec="http://schemas.microsoft.com/office/drawing/2017/decorative" val="1"/>
              </a:ext>
            </a:extLst>
          </p:cNvPr>
          <p:cNvSpPr/>
          <p:nvPr/>
        </p:nvSpPr>
        <p:spPr>
          <a:xfrm>
            <a:off x="1878295" y="2950692"/>
            <a:ext cx="219738" cy="219738"/>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tx2">
              <a:lumMod val="40000"/>
              <a:lumOff val="60000"/>
            </a:schemeClr>
          </a:solidFill>
          <a:ln w="38100" cap="sq">
            <a:solidFill>
              <a:srgbClr val="FFFFFF"/>
            </a:solidFill>
            <a:prstDash val="solid"/>
            <a:miter/>
          </a:ln>
        </p:spPr>
        <p:txBody>
          <a:bodyPr lIns="0" tIns="0" rIns="0" bIns="0"/>
          <a:lstStyle/>
          <a:p>
            <a:endParaRPr lang="zh-CN" altLang="en-US"/>
          </a:p>
        </p:txBody>
      </p:sp>
      <p:sp>
        <p:nvSpPr>
          <p:cNvPr id="5" name="Freeform: Shape 115">
            <a:extLst>
              <a:ext uri="{FF2B5EF4-FFF2-40B4-BE49-F238E27FC236}">
                <a16:creationId xmlns:a16="http://schemas.microsoft.com/office/drawing/2014/main" id="{D74D9D4F-1FC0-1EAE-45E7-71C955C68A7B}"/>
              </a:ext>
              <a:ext uri="{C183D7F6-B498-43B3-948B-1728B52AA6E4}">
                <adec:decorative xmlns:adec="http://schemas.microsoft.com/office/drawing/2017/decorative" val="1"/>
              </a:ext>
            </a:extLst>
          </p:cNvPr>
          <p:cNvSpPr/>
          <p:nvPr/>
        </p:nvSpPr>
        <p:spPr>
          <a:xfrm>
            <a:off x="4615949" y="2950692"/>
            <a:ext cx="219738" cy="219738"/>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lumMod val="60000"/>
              <a:lumOff val="40000"/>
            </a:schemeClr>
          </a:solidFill>
          <a:ln w="38100" cap="sq">
            <a:solidFill>
              <a:srgbClr val="FFFFFF"/>
            </a:solidFill>
            <a:prstDash val="solid"/>
            <a:miter/>
          </a:ln>
        </p:spPr>
        <p:txBody>
          <a:bodyPr lIns="0" tIns="0" rIns="0" bIns="0"/>
          <a:lstStyle/>
          <a:p>
            <a:endParaRPr lang="zh-CN" altLang="en-US"/>
          </a:p>
        </p:txBody>
      </p:sp>
      <p:sp>
        <p:nvSpPr>
          <p:cNvPr id="9" name="Freeform: Shape 118">
            <a:extLst>
              <a:ext uri="{FF2B5EF4-FFF2-40B4-BE49-F238E27FC236}">
                <a16:creationId xmlns:a16="http://schemas.microsoft.com/office/drawing/2014/main" id="{2C1B08B4-7DA6-8350-BA4E-5C576A5AA7D7}"/>
              </a:ext>
              <a:ext uri="{C183D7F6-B498-43B3-948B-1728B52AA6E4}">
                <adec:decorative xmlns:adec="http://schemas.microsoft.com/office/drawing/2017/decorative" val="1"/>
              </a:ext>
            </a:extLst>
          </p:cNvPr>
          <p:cNvSpPr/>
          <p:nvPr/>
        </p:nvSpPr>
        <p:spPr>
          <a:xfrm>
            <a:off x="7353603" y="2950692"/>
            <a:ext cx="219738" cy="219738"/>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tx2"/>
          </a:solidFill>
          <a:ln w="38100" cap="sq">
            <a:solidFill>
              <a:srgbClr val="FFFFFF"/>
            </a:solidFill>
            <a:prstDash val="solid"/>
            <a:miter/>
          </a:ln>
        </p:spPr>
        <p:txBody>
          <a:bodyPr lIns="0" tIns="0" rIns="0" bIns="0"/>
          <a:lstStyle/>
          <a:p>
            <a:endParaRPr lang="zh-CN" altLang="en-US"/>
          </a:p>
        </p:txBody>
      </p:sp>
      <p:sp>
        <p:nvSpPr>
          <p:cNvPr id="10" name="Freeform: Shape 121">
            <a:extLst>
              <a:ext uri="{FF2B5EF4-FFF2-40B4-BE49-F238E27FC236}">
                <a16:creationId xmlns:a16="http://schemas.microsoft.com/office/drawing/2014/main" id="{10C8011F-CA45-F98B-DE64-DB0CD28CA71B}"/>
              </a:ext>
              <a:ext uri="{C183D7F6-B498-43B3-948B-1728B52AA6E4}">
                <adec:decorative xmlns:adec="http://schemas.microsoft.com/office/drawing/2017/decorative" val="1"/>
              </a:ext>
            </a:extLst>
          </p:cNvPr>
          <p:cNvSpPr/>
          <p:nvPr/>
        </p:nvSpPr>
        <p:spPr>
          <a:xfrm>
            <a:off x="10091258" y="2950692"/>
            <a:ext cx="219738" cy="219738"/>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tx2">
              <a:lumMod val="75000"/>
            </a:schemeClr>
          </a:solidFill>
          <a:ln w="38100" cap="sq">
            <a:solidFill>
              <a:srgbClr val="FFFFFF"/>
            </a:solidFill>
            <a:prstDash val="solid"/>
            <a:miter/>
          </a:ln>
        </p:spPr>
        <p:txBody>
          <a:bodyPr lIns="0" tIns="0" rIns="0" bIns="0"/>
          <a:lstStyle/>
          <a:p>
            <a:endParaRPr lang="zh-CN" altLang="en-US"/>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38200" y="382747"/>
            <a:ext cx="10515600" cy="1126013"/>
          </a:xfrm>
          <a:prstGeom prst="rect">
            <a:avLst/>
          </a:prstGeom>
        </p:spPr>
        <p:txBody>
          <a:bodyPr/>
          <a:lstStyle>
            <a:lvl1pPr algn="ctr">
              <a:defRPr/>
            </a:lvl1pPr>
          </a:lstStyle>
          <a:p>
            <a:r>
              <a:rPr lang="en-US"/>
              <a:t>Click to edit Master title style</a:t>
            </a:r>
          </a:p>
        </p:txBody>
      </p:sp>
      <p:sp>
        <p:nvSpPr>
          <p:cNvPr id="23" name="Text Placeholder 22">
            <a:extLst>
              <a:ext uri="{FF2B5EF4-FFF2-40B4-BE49-F238E27FC236}">
                <a16:creationId xmlns:a16="http://schemas.microsoft.com/office/drawing/2014/main" id="{FC92635A-06B6-52B7-7CC5-D58EFE92DB7F}"/>
              </a:ext>
            </a:extLst>
          </p:cNvPr>
          <p:cNvSpPr>
            <a:spLocks noGrp="1"/>
          </p:cNvSpPr>
          <p:nvPr>
            <p:ph type="body" sz="quarter" idx="13"/>
          </p:nvPr>
        </p:nvSpPr>
        <p:spPr>
          <a:xfrm>
            <a:off x="806451" y="3404978"/>
            <a:ext cx="2516187" cy="812800"/>
          </a:xfrm>
          <a:prstGeom prst="rect">
            <a:avLst/>
          </a:prstGeom>
        </p:spPr>
        <p:txBody>
          <a:bodyPr anchor="ct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37" name="Text Placeholder 36">
            <a:extLst>
              <a:ext uri="{FF2B5EF4-FFF2-40B4-BE49-F238E27FC236}">
                <a16:creationId xmlns:a16="http://schemas.microsoft.com/office/drawing/2014/main" id="{EE889516-4338-56D8-CE45-F14F92DDD99D}"/>
              </a:ext>
            </a:extLst>
          </p:cNvPr>
          <p:cNvSpPr>
            <a:spLocks noGrp="1"/>
          </p:cNvSpPr>
          <p:nvPr>
            <p:ph type="body" sz="quarter" idx="21"/>
          </p:nvPr>
        </p:nvSpPr>
        <p:spPr>
          <a:xfrm>
            <a:off x="806450" y="4273341"/>
            <a:ext cx="2516188" cy="1443037"/>
          </a:xfrm>
          <a:prstGeom prst="rect">
            <a:avLst/>
          </a:prstGeom>
        </p:spPr>
        <p:txBody>
          <a:bodyPr>
            <a:normAutofit/>
          </a:bodyPr>
          <a:lstStyle>
            <a:lvl1pPr marL="0" indent="0" algn="ctr">
              <a:buNone/>
              <a:defRPr sz="1400"/>
            </a:lvl1pPr>
          </a:lstStyle>
          <a:p>
            <a:pPr lvl="0"/>
            <a:r>
              <a:rPr lang="en-US"/>
              <a:t>Click to edit Master text styles</a:t>
            </a:r>
          </a:p>
        </p:txBody>
      </p:sp>
      <p:sp>
        <p:nvSpPr>
          <p:cNvPr id="30" name="Text Placeholder 22">
            <a:extLst>
              <a:ext uri="{FF2B5EF4-FFF2-40B4-BE49-F238E27FC236}">
                <a16:creationId xmlns:a16="http://schemas.microsoft.com/office/drawing/2014/main" id="{708F7DCF-9E94-373D-9070-163831024A80}"/>
              </a:ext>
            </a:extLst>
          </p:cNvPr>
          <p:cNvSpPr>
            <a:spLocks noGrp="1"/>
          </p:cNvSpPr>
          <p:nvPr>
            <p:ph type="body" sz="quarter" idx="15"/>
          </p:nvPr>
        </p:nvSpPr>
        <p:spPr>
          <a:xfrm>
            <a:off x="3510757" y="3404978"/>
            <a:ext cx="2516187" cy="812800"/>
          </a:xfrm>
          <a:prstGeom prst="rect">
            <a:avLst/>
          </a:prstGeom>
        </p:spPr>
        <p:txBody>
          <a:bodyPr anchor="ct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38" name="Text Placeholder 36">
            <a:extLst>
              <a:ext uri="{FF2B5EF4-FFF2-40B4-BE49-F238E27FC236}">
                <a16:creationId xmlns:a16="http://schemas.microsoft.com/office/drawing/2014/main" id="{BE751085-72B1-5889-D0A4-20DFC12FFB70}"/>
              </a:ext>
            </a:extLst>
          </p:cNvPr>
          <p:cNvSpPr>
            <a:spLocks noGrp="1"/>
          </p:cNvSpPr>
          <p:nvPr>
            <p:ph type="body" sz="quarter" idx="22"/>
          </p:nvPr>
        </p:nvSpPr>
        <p:spPr>
          <a:xfrm>
            <a:off x="3510757" y="4293787"/>
            <a:ext cx="2516188" cy="1443037"/>
          </a:xfrm>
          <a:prstGeom prst="rect">
            <a:avLst/>
          </a:prstGeom>
        </p:spPr>
        <p:txBody>
          <a:bodyPr>
            <a:normAutofit/>
          </a:bodyPr>
          <a:lstStyle>
            <a:lvl1pPr marL="0" indent="0" algn="ctr">
              <a:buNone/>
              <a:defRPr sz="1400"/>
            </a:lvl1pPr>
          </a:lstStyle>
          <a:p>
            <a:pPr lvl="0"/>
            <a:r>
              <a:rPr lang="en-US"/>
              <a:t>Click to edit Master text styles</a:t>
            </a:r>
          </a:p>
        </p:txBody>
      </p:sp>
      <p:sp>
        <p:nvSpPr>
          <p:cNvPr id="32" name="Text Placeholder 22">
            <a:extLst>
              <a:ext uri="{FF2B5EF4-FFF2-40B4-BE49-F238E27FC236}">
                <a16:creationId xmlns:a16="http://schemas.microsoft.com/office/drawing/2014/main" id="{5079FA23-7F99-80CA-947C-7488305D86F2}"/>
              </a:ext>
            </a:extLst>
          </p:cNvPr>
          <p:cNvSpPr>
            <a:spLocks noGrp="1"/>
          </p:cNvSpPr>
          <p:nvPr>
            <p:ph type="body" sz="quarter" idx="17"/>
          </p:nvPr>
        </p:nvSpPr>
        <p:spPr>
          <a:xfrm>
            <a:off x="6215065" y="3404978"/>
            <a:ext cx="2516187" cy="812800"/>
          </a:xfrm>
          <a:prstGeom prst="rect">
            <a:avLst/>
          </a:prstGeom>
        </p:spPr>
        <p:txBody>
          <a:bodyPr anchor="ct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39" name="Text Placeholder 36">
            <a:extLst>
              <a:ext uri="{FF2B5EF4-FFF2-40B4-BE49-F238E27FC236}">
                <a16:creationId xmlns:a16="http://schemas.microsoft.com/office/drawing/2014/main" id="{E56E0638-343A-E4BC-2DF6-D08CEDEFE59B}"/>
              </a:ext>
            </a:extLst>
          </p:cNvPr>
          <p:cNvSpPr>
            <a:spLocks noGrp="1"/>
          </p:cNvSpPr>
          <p:nvPr>
            <p:ph type="body" sz="quarter" idx="23"/>
          </p:nvPr>
        </p:nvSpPr>
        <p:spPr>
          <a:xfrm>
            <a:off x="6215064" y="4293787"/>
            <a:ext cx="2516188" cy="1443037"/>
          </a:xfrm>
          <a:prstGeom prst="rect">
            <a:avLst/>
          </a:prstGeom>
        </p:spPr>
        <p:txBody>
          <a:bodyPr>
            <a:normAutofit/>
          </a:bodyPr>
          <a:lstStyle>
            <a:lvl1pPr marL="0" indent="0" algn="ctr">
              <a:buNone/>
              <a:defRPr sz="1400"/>
            </a:lvl1pPr>
          </a:lstStyle>
          <a:p>
            <a:pPr lvl="0"/>
            <a:r>
              <a:rPr lang="en-US"/>
              <a:t>Click to edit Master text styles</a:t>
            </a:r>
          </a:p>
        </p:txBody>
      </p:sp>
      <p:sp>
        <p:nvSpPr>
          <p:cNvPr id="34" name="Text Placeholder 22">
            <a:extLst>
              <a:ext uri="{FF2B5EF4-FFF2-40B4-BE49-F238E27FC236}">
                <a16:creationId xmlns:a16="http://schemas.microsoft.com/office/drawing/2014/main" id="{38C5AB2C-6BC3-3C9C-613E-B5F138F83D44}"/>
              </a:ext>
            </a:extLst>
          </p:cNvPr>
          <p:cNvSpPr>
            <a:spLocks noGrp="1"/>
          </p:cNvSpPr>
          <p:nvPr>
            <p:ph type="body" sz="quarter" idx="19"/>
          </p:nvPr>
        </p:nvSpPr>
        <p:spPr>
          <a:xfrm>
            <a:off x="8919373" y="3404978"/>
            <a:ext cx="2516187" cy="812800"/>
          </a:xfrm>
          <a:prstGeom prst="rect">
            <a:avLst/>
          </a:prstGeom>
        </p:spPr>
        <p:txBody>
          <a:bodyPr anchor="ct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40" name="Text Placeholder 36">
            <a:extLst>
              <a:ext uri="{FF2B5EF4-FFF2-40B4-BE49-F238E27FC236}">
                <a16:creationId xmlns:a16="http://schemas.microsoft.com/office/drawing/2014/main" id="{4C7309B8-4D72-DFFF-D966-C48EB045118E}"/>
              </a:ext>
            </a:extLst>
          </p:cNvPr>
          <p:cNvSpPr>
            <a:spLocks noGrp="1"/>
          </p:cNvSpPr>
          <p:nvPr>
            <p:ph type="body" sz="quarter" idx="24"/>
          </p:nvPr>
        </p:nvSpPr>
        <p:spPr>
          <a:xfrm>
            <a:off x="8919371" y="4293787"/>
            <a:ext cx="2516188" cy="1443037"/>
          </a:xfrm>
          <a:prstGeom prst="rect">
            <a:avLst/>
          </a:prstGeom>
        </p:spPr>
        <p:txBody>
          <a:bodyPr>
            <a:normAutofit/>
          </a:bodyPr>
          <a:lstStyle>
            <a:lvl1pPr marL="0" indent="0" algn="ctr">
              <a:buNone/>
              <a:defRPr sz="1400"/>
            </a:lvl1pPr>
          </a:lstStyle>
          <a:p>
            <a:pPr lvl="0"/>
            <a:r>
              <a:rPr lang="en-US"/>
              <a:t>Click to edit Master text styles</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172567907"/>
      </p:ext>
    </p:extLst>
  </p:cSld>
  <p:clrMapOvr>
    <a:masterClrMapping/>
  </p:clrMapOvr>
  <p:hf hdr="0" ftr="0" dt="0"/>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Title and 3-item Lists 1">
    <p:spTree>
      <p:nvGrpSpPr>
        <p:cNvPr id="1" name=""/>
        <p:cNvGrpSpPr/>
        <p:nvPr/>
      </p:nvGrpSpPr>
      <p:grpSpPr>
        <a:xfrm>
          <a:off x="0" y="0"/>
          <a:ext cx="0" cy="0"/>
          <a:chOff x="0" y="0"/>
          <a:chExt cx="0" cy="0"/>
        </a:xfrm>
      </p:grpSpPr>
      <p:sp>
        <p:nvSpPr>
          <p:cNvPr id="12" name="Freeform: Shape 7">
            <a:extLst>
              <a:ext uri="{FF2B5EF4-FFF2-40B4-BE49-F238E27FC236}">
                <a16:creationId xmlns:a16="http://schemas.microsoft.com/office/drawing/2014/main" id="{87CCFE2A-6626-6AE5-C453-D35DA310DC3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DCD2A433-747D-0C78-13C9-150DE55C9FB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3" name="Freeform: Shape">
            <a:extLst>
              <a:ext uri="{FF2B5EF4-FFF2-40B4-BE49-F238E27FC236}">
                <a16:creationId xmlns:a16="http://schemas.microsoft.com/office/drawing/2014/main" id="{2F042920-C42A-7041-E752-777E868A2F6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Rectangle: Rounded Corners 11">
            <a:extLst>
              <a:ext uri="{FF2B5EF4-FFF2-40B4-BE49-F238E27FC236}">
                <a16:creationId xmlns:a16="http://schemas.microsoft.com/office/drawing/2014/main" id="{8068D6EF-A89A-F155-906B-B56E094963D4}"/>
              </a:ext>
              <a:ext uri="{C183D7F6-B498-43B3-948B-1728B52AA6E4}">
                <adec:decorative xmlns:adec="http://schemas.microsoft.com/office/drawing/2017/decorative" val="1"/>
              </a:ext>
            </a:extLst>
          </p:cNvPr>
          <p:cNvSpPr/>
          <p:nvPr/>
        </p:nvSpPr>
        <p:spPr>
          <a:xfrm>
            <a:off x="1911927" y="2363993"/>
            <a:ext cx="3533713" cy="710393"/>
          </a:xfrm>
          <a:prstGeom prst="roundRect">
            <a:avLst>
              <a:gd name="adj" fmla="val 0"/>
            </a:avLst>
          </a:prstGeom>
          <a:solidFill>
            <a:schemeClr val="accent1">
              <a:lumMod val="20000"/>
              <a:lumOff val="80000"/>
              <a:alpha val="20000"/>
            </a:schemeClr>
          </a:solidFill>
          <a:ln w="6350">
            <a:noFill/>
          </a:ln>
        </p:spPr>
        <p:txBody>
          <a:bodyPr vert="horz" lIns="0" tIns="0" rIns="0" bIns="0" rtlCol="0" anchor="ctr" anchorCtr="0">
            <a:normAutofit/>
          </a:bodyPr>
          <a:lstStyle/>
          <a:p>
            <a:pPr algn="ctr" eaLnBrk="0" fontAlgn="base" hangingPunct="0">
              <a:spcBef>
                <a:spcPct val="0"/>
              </a:spcBef>
              <a:spcAft>
                <a:spcPct val="0"/>
              </a:spcAft>
            </a:pPr>
            <a:endParaRPr lang="zh-CN" altLang="en-US" sz="1000">
              <a:solidFill>
                <a:schemeClr val="tx1"/>
              </a:solidFill>
            </a:endParaRPr>
          </a:p>
        </p:txBody>
      </p:sp>
      <p:sp>
        <p:nvSpPr>
          <p:cNvPr id="4" name="Rectangle: Rounded Corners 11">
            <a:extLst>
              <a:ext uri="{FF2B5EF4-FFF2-40B4-BE49-F238E27FC236}">
                <a16:creationId xmlns:a16="http://schemas.microsoft.com/office/drawing/2014/main" id="{32FE256E-AF72-BCDA-5F87-72D9DECCA55D}"/>
              </a:ext>
              <a:ext uri="{C183D7F6-B498-43B3-948B-1728B52AA6E4}">
                <adec:decorative xmlns:adec="http://schemas.microsoft.com/office/drawing/2017/decorative" val="1"/>
              </a:ext>
            </a:extLst>
          </p:cNvPr>
          <p:cNvSpPr/>
          <p:nvPr/>
        </p:nvSpPr>
        <p:spPr>
          <a:xfrm>
            <a:off x="1911927" y="3701768"/>
            <a:ext cx="3533713" cy="710393"/>
          </a:xfrm>
          <a:prstGeom prst="roundRect">
            <a:avLst>
              <a:gd name="adj" fmla="val 0"/>
            </a:avLst>
          </a:prstGeom>
          <a:solidFill>
            <a:schemeClr val="accent1">
              <a:lumMod val="20000"/>
              <a:lumOff val="80000"/>
              <a:alpha val="20000"/>
            </a:schemeClr>
          </a:solidFill>
          <a:ln w="6350">
            <a:noFill/>
          </a:ln>
        </p:spPr>
        <p:txBody>
          <a:bodyPr vert="horz" lIns="0" tIns="0" rIns="0" bIns="0" rtlCol="0" anchor="ctr" anchorCtr="0">
            <a:normAutofit/>
          </a:bodyPr>
          <a:lstStyle/>
          <a:p>
            <a:pPr algn="ctr" eaLnBrk="0" fontAlgn="base" hangingPunct="0">
              <a:spcBef>
                <a:spcPct val="0"/>
              </a:spcBef>
              <a:spcAft>
                <a:spcPct val="0"/>
              </a:spcAft>
            </a:pPr>
            <a:endParaRPr lang="zh-CN" altLang="en-US" sz="1000">
              <a:solidFill>
                <a:schemeClr val="tx1"/>
              </a:solidFill>
            </a:endParaRPr>
          </a:p>
        </p:txBody>
      </p:sp>
      <p:sp>
        <p:nvSpPr>
          <p:cNvPr id="5" name="Rectangle: Rounded Corners 11">
            <a:extLst>
              <a:ext uri="{FF2B5EF4-FFF2-40B4-BE49-F238E27FC236}">
                <a16:creationId xmlns:a16="http://schemas.microsoft.com/office/drawing/2014/main" id="{E75ECF73-5701-02AD-0EE3-955A47F56775}"/>
              </a:ext>
              <a:ext uri="{C183D7F6-B498-43B3-948B-1728B52AA6E4}">
                <adec:decorative xmlns:adec="http://schemas.microsoft.com/office/drawing/2017/decorative" val="1"/>
              </a:ext>
            </a:extLst>
          </p:cNvPr>
          <p:cNvSpPr/>
          <p:nvPr/>
        </p:nvSpPr>
        <p:spPr>
          <a:xfrm>
            <a:off x="1911927" y="5130922"/>
            <a:ext cx="3533713" cy="710393"/>
          </a:xfrm>
          <a:prstGeom prst="roundRect">
            <a:avLst>
              <a:gd name="adj" fmla="val 0"/>
            </a:avLst>
          </a:prstGeom>
          <a:solidFill>
            <a:schemeClr val="accent1">
              <a:lumMod val="20000"/>
              <a:lumOff val="80000"/>
              <a:alpha val="20000"/>
            </a:schemeClr>
          </a:solidFill>
          <a:ln w="6350">
            <a:noFill/>
          </a:ln>
        </p:spPr>
        <p:txBody>
          <a:bodyPr vert="horz" lIns="0" tIns="0" rIns="0" bIns="0" rtlCol="0" anchor="ctr" anchorCtr="0">
            <a:normAutofit/>
          </a:bodyPr>
          <a:lstStyle/>
          <a:p>
            <a:pPr algn="ctr" eaLnBrk="0" fontAlgn="base" hangingPunct="0">
              <a:spcBef>
                <a:spcPct val="0"/>
              </a:spcBef>
              <a:spcAft>
                <a:spcPct val="0"/>
              </a:spcAft>
            </a:pPr>
            <a:endParaRPr lang="zh-CN" altLang="en-US" sz="1000">
              <a:solidFill>
                <a:schemeClr val="tx1"/>
              </a:solidFill>
            </a:endParaRPr>
          </a:p>
        </p:txBody>
      </p:sp>
      <p:sp>
        <p:nvSpPr>
          <p:cNvPr id="18" name="Rectangle: Rounded Corners 143">
            <a:extLst>
              <a:ext uri="{FF2B5EF4-FFF2-40B4-BE49-F238E27FC236}">
                <a16:creationId xmlns:a16="http://schemas.microsoft.com/office/drawing/2014/main" id="{0111E41D-08D6-5217-A463-F19CC60AA3D7}"/>
              </a:ext>
              <a:ext uri="{C183D7F6-B498-43B3-948B-1728B52AA6E4}">
                <adec:decorative xmlns:adec="http://schemas.microsoft.com/office/drawing/2017/decorative" val="1"/>
              </a:ext>
            </a:extLst>
          </p:cNvPr>
          <p:cNvSpPr>
            <a:spLocks/>
          </p:cNvSpPr>
          <p:nvPr/>
        </p:nvSpPr>
        <p:spPr>
          <a:xfrm>
            <a:off x="2013172" y="2429615"/>
            <a:ext cx="45719" cy="579148"/>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19" name="Rectangle: Rounded Corners 143">
            <a:extLst>
              <a:ext uri="{FF2B5EF4-FFF2-40B4-BE49-F238E27FC236}">
                <a16:creationId xmlns:a16="http://schemas.microsoft.com/office/drawing/2014/main" id="{72DD672D-A178-6E24-D84A-1F60B99325AE}"/>
              </a:ext>
              <a:ext uri="{C183D7F6-B498-43B3-948B-1728B52AA6E4}">
                <adec:decorative xmlns:adec="http://schemas.microsoft.com/office/drawing/2017/decorative" val="1"/>
              </a:ext>
            </a:extLst>
          </p:cNvPr>
          <p:cNvSpPr>
            <a:spLocks/>
          </p:cNvSpPr>
          <p:nvPr/>
        </p:nvSpPr>
        <p:spPr>
          <a:xfrm>
            <a:off x="2012732" y="3764208"/>
            <a:ext cx="45719" cy="579148"/>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0" name="Rectangle: Rounded Corners 143">
            <a:extLst>
              <a:ext uri="{FF2B5EF4-FFF2-40B4-BE49-F238E27FC236}">
                <a16:creationId xmlns:a16="http://schemas.microsoft.com/office/drawing/2014/main" id="{AB68F590-2FCC-D6A9-6F97-A68CBD9E0EE1}"/>
              </a:ext>
              <a:ext uri="{C183D7F6-B498-43B3-948B-1728B52AA6E4}">
                <adec:decorative xmlns:adec="http://schemas.microsoft.com/office/drawing/2017/decorative" val="1"/>
              </a:ext>
            </a:extLst>
          </p:cNvPr>
          <p:cNvSpPr>
            <a:spLocks/>
          </p:cNvSpPr>
          <p:nvPr/>
        </p:nvSpPr>
        <p:spPr>
          <a:xfrm>
            <a:off x="2006801" y="5196544"/>
            <a:ext cx="45719" cy="579148"/>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38200" y="370840"/>
            <a:ext cx="10515600" cy="1137920"/>
          </a:xfrm>
          <a:prstGeom prst="rect">
            <a:avLst/>
          </a:prstGeom>
        </p:spPr>
        <p:txBody>
          <a:bodyPr/>
          <a:lstStyle>
            <a:lvl1pPr algn="ctr">
              <a:defRPr/>
            </a:lvl1pPr>
          </a:lstStyle>
          <a:p>
            <a:r>
              <a:rPr lang="en-US"/>
              <a:t>Click to edit Master title style</a:t>
            </a:r>
          </a:p>
        </p:txBody>
      </p:sp>
      <p:sp>
        <p:nvSpPr>
          <p:cNvPr id="22" name="Text Placeholder 21">
            <a:extLst>
              <a:ext uri="{FF2B5EF4-FFF2-40B4-BE49-F238E27FC236}">
                <a16:creationId xmlns:a16="http://schemas.microsoft.com/office/drawing/2014/main" id="{E630B5A4-95F5-06BB-9151-378FC84B9F67}"/>
              </a:ext>
            </a:extLst>
          </p:cNvPr>
          <p:cNvSpPr>
            <a:spLocks noGrp="1"/>
          </p:cNvSpPr>
          <p:nvPr>
            <p:ph type="body" sz="quarter" idx="13"/>
          </p:nvPr>
        </p:nvSpPr>
        <p:spPr>
          <a:xfrm>
            <a:off x="2127984" y="2358232"/>
            <a:ext cx="3101975" cy="710393"/>
          </a:xfrm>
          <a:prstGeom prst="rect">
            <a:avLst/>
          </a:prstGeom>
        </p:spPr>
        <p:txBody>
          <a:bodyPr anchor="ct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30" name="Text Placeholder 29">
            <a:extLst>
              <a:ext uri="{FF2B5EF4-FFF2-40B4-BE49-F238E27FC236}">
                <a16:creationId xmlns:a16="http://schemas.microsoft.com/office/drawing/2014/main" id="{E81A02A3-5974-0215-579C-F654A1FB5CE4}"/>
              </a:ext>
            </a:extLst>
          </p:cNvPr>
          <p:cNvSpPr>
            <a:spLocks noGrp="1"/>
          </p:cNvSpPr>
          <p:nvPr>
            <p:ph type="body" sz="quarter" idx="19"/>
          </p:nvPr>
        </p:nvSpPr>
        <p:spPr>
          <a:xfrm>
            <a:off x="5976938" y="2359025"/>
            <a:ext cx="4202112" cy="709613"/>
          </a:xfrm>
          <a:prstGeom prst="rect">
            <a:avLst/>
          </a:prstGeom>
        </p:spPr>
        <p:txBody>
          <a:bodyPr anchor="ctr">
            <a:normAutofit/>
          </a:bodyPr>
          <a:lstStyle>
            <a:lvl1pPr marL="0" indent="0">
              <a:buNone/>
              <a:defRPr sz="1400"/>
            </a:lvl1pPr>
          </a:lstStyle>
          <a:p>
            <a:pPr lvl="0"/>
            <a:r>
              <a:rPr lang="en-US"/>
              <a:t>Click to edit Master text styles</a:t>
            </a:r>
          </a:p>
        </p:txBody>
      </p:sp>
      <p:sp>
        <p:nvSpPr>
          <p:cNvPr id="25" name="Text Placeholder 21">
            <a:extLst>
              <a:ext uri="{FF2B5EF4-FFF2-40B4-BE49-F238E27FC236}">
                <a16:creationId xmlns:a16="http://schemas.microsoft.com/office/drawing/2014/main" id="{C64AD21E-6E87-8139-C758-0BCEEEF6CC85}"/>
              </a:ext>
            </a:extLst>
          </p:cNvPr>
          <p:cNvSpPr>
            <a:spLocks noGrp="1"/>
          </p:cNvSpPr>
          <p:nvPr>
            <p:ph type="body" sz="quarter" idx="15"/>
          </p:nvPr>
        </p:nvSpPr>
        <p:spPr>
          <a:xfrm>
            <a:off x="2159256" y="3703343"/>
            <a:ext cx="3101975" cy="710393"/>
          </a:xfrm>
          <a:prstGeom prst="rect">
            <a:avLst/>
          </a:prstGeom>
        </p:spPr>
        <p:txBody>
          <a:bodyPr anchor="ct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31" name="Text Placeholder 29">
            <a:extLst>
              <a:ext uri="{FF2B5EF4-FFF2-40B4-BE49-F238E27FC236}">
                <a16:creationId xmlns:a16="http://schemas.microsoft.com/office/drawing/2014/main" id="{31E97897-2C59-DE1A-8C8D-B3384CBC5E67}"/>
              </a:ext>
            </a:extLst>
          </p:cNvPr>
          <p:cNvSpPr>
            <a:spLocks noGrp="1"/>
          </p:cNvSpPr>
          <p:nvPr>
            <p:ph type="body" sz="quarter" idx="20"/>
          </p:nvPr>
        </p:nvSpPr>
        <p:spPr>
          <a:xfrm>
            <a:off x="5976938" y="3702548"/>
            <a:ext cx="4202112" cy="709613"/>
          </a:xfrm>
          <a:prstGeom prst="rect">
            <a:avLst/>
          </a:prstGeom>
        </p:spPr>
        <p:txBody>
          <a:bodyPr anchor="ctr">
            <a:normAutofit/>
          </a:bodyPr>
          <a:lstStyle>
            <a:lvl1pPr marL="0" indent="0">
              <a:buNone/>
              <a:defRPr sz="1400"/>
            </a:lvl1pPr>
          </a:lstStyle>
          <a:p>
            <a:pPr lvl="0"/>
            <a:r>
              <a:rPr lang="en-US"/>
              <a:t>Click to edit Master text styles</a:t>
            </a:r>
          </a:p>
        </p:txBody>
      </p:sp>
      <p:sp>
        <p:nvSpPr>
          <p:cNvPr id="27" name="Text Placeholder 21">
            <a:extLst>
              <a:ext uri="{FF2B5EF4-FFF2-40B4-BE49-F238E27FC236}">
                <a16:creationId xmlns:a16="http://schemas.microsoft.com/office/drawing/2014/main" id="{51BE0C13-520E-6C9F-1389-B47B580B27C5}"/>
              </a:ext>
            </a:extLst>
          </p:cNvPr>
          <p:cNvSpPr>
            <a:spLocks noGrp="1"/>
          </p:cNvSpPr>
          <p:nvPr>
            <p:ph type="body" sz="quarter" idx="17"/>
          </p:nvPr>
        </p:nvSpPr>
        <p:spPr>
          <a:xfrm>
            <a:off x="2159256" y="5130922"/>
            <a:ext cx="3101975" cy="710393"/>
          </a:xfrm>
          <a:prstGeom prst="rect">
            <a:avLst/>
          </a:prstGeom>
        </p:spPr>
        <p:txBody>
          <a:bodyPr anchor="ct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32" name="Text Placeholder 29">
            <a:extLst>
              <a:ext uri="{FF2B5EF4-FFF2-40B4-BE49-F238E27FC236}">
                <a16:creationId xmlns:a16="http://schemas.microsoft.com/office/drawing/2014/main" id="{F0C996FC-38EF-843A-3DDD-C686153853CF}"/>
              </a:ext>
            </a:extLst>
          </p:cNvPr>
          <p:cNvSpPr>
            <a:spLocks noGrp="1"/>
          </p:cNvSpPr>
          <p:nvPr>
            <p:ph type="body" sz="quarter" idx="21"/>
          </p:nvPr>
        </p:nvSpPr>
        <p:spPr>
          <a:xfrm>
            <a:off x="5976938" y="5130922"/>
            <a:ext cx="4202112" cy="709613"/>
          </a:xfrm>
          <a:prstGeom prst="rect">
            <a:avLst/>
          </a:prstGeom>
        </p:spPr>
        <p:txBody>
          <a:bodyPr anchor="ctr">
            <a:normAutofit/>
          </a:bodyPr>
          <a:lstStyle>
            <a:lvl1pPr marL="0" indent="0">
              <a:buNone/>
              <a:defRPr sz="1400"/>
            </a:lvl1pPr>
          </a:lstStyle>
          <a:p>
            <a:pPr lvl="0"/>
            <a:r>
              <a:rPr lang="en-US"/>
              <a:t>Click to edit Master text styles</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797035452"/>
      </p:ext>
    </p:extLst>
  </p:cSld>
  <p:clrMapOvr>
    <a:masterClrMapping/>
  </p:clrMapOvr>
  <p:hf hdr="0" ftr="0" dt="0"/>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Pyramid">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59831D87-27BD-7F85-D434-FFC49F2B67AF}"/>
              </a:ext>
              <a:ext uri="{C183D7F6-B498-43B3-948B-1728B52AA6E4}">
                <adec:decorative xmlns:adec="http://schemas.microsoft.com/office/drawing/2017/decorative" val="1"/>
              </a:ext>
            </a:extLst>
          </p:cNvPr>
          <p:cNvSpPr/>
          <p:nvPr/>
        </p:nvSpPr>
        <p:spPr>
          <a:xfrm rot="5400000">
            <a:off x="11801655" y="391506"/>
            <a:ext cx="393632" cy="397884"/>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4" name="Freeform: Shape 6">
            <a:extLst>
              <a:ext uri="{FF2B5EF4-FFF2-40B4-BE49-F238E27FC236}">
                <a16:creationId xmlns:a16="http://schemas.microsoft.com/office/drawing/2014/main" id="{266FB5FF-6FAB-340C-DBB2-8CACB2CC38DC}"/>
              </a:ext>
              <a:ext uri="{C183D7F6-B498-43B3-948B-1728B52AA6E4}">
                <adec:decorative xmlns:adec="http://schemas.microsoft.com/office/drawing/2017/decorative" val="1"/>
              </a:ext>
            </a:extLst>
          </p:cNvPr>
          <p:cNvSpPr/>
          <p:nvPr/>
        </p:nvSpPr>
        <p:spPr>
          <a:xfrm rot="5400000">
            <a:off x="11405897" y="0"/>
            <a:ext cx="393632" cy="393632"/>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9" name="Freeform: Shape 24">
            <a:extLst>
              <a:ext uri="{FF2B5EF4-FFF2-40B4-BE49-F238E27FC236}">
                <a16:creationId xmlns:a16="http://schemas.microsoft.com/office/drawing/2014/main" id="{26293625-D7F8-AA8F-3317-77906CD02C8C}"/>
              </a:ext>
              <a:ext uri="{C183D7F6-B498-43B3-948B-1728B52AA6E4}">
                <adec:decorative xmlns:adec="http://schemas.microsoft.com/office/drawing/2017/decorative" val="1"/>
              </a:ext>
            </a:extLst>
          </p:cNvPr>
          <p:cNvSpPr/>
          <p:nvPr/>
        </p:nvSpPr>
        <p:spPr>
          <a:xfrm rot="5400000">
            <a:off x="11799529" y="0"/>
            <a:ext cx="393632" cy="393632"/>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8" name="Freeform: Shape 7">
            <a:extLst>
              <a:ext uri="{FF2B5EF4-FFF2-40B4-BE49-F238E27FC236}">
                <a16:creationId xmlns:a16="http://schemas.microsoft.com/office/drawing/2014/main" id="{AFA05731-39C6-7259-8093-E945E29995C0}"/>
              </a:ext>
              <a:ext uri="{C183D7F6-B498-43B3-948B-1728B52AA6E4}">
                <adec:decorative xmlns:adec="http://schemas.microsoft.com/office/drawing/2017/decorative" val="1"/>
              </a:ext>
            </a:extLst>
          </p:cNvPr>
          <p:cNvSpPr/>
          <p:nvPr/>
        </p:nvSpPr>
        <p:spPr>
          <a:xfrm rot="5400000">
            <a:off x="524293" y="6195484"/>
            <a:ext cx="138223"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9" name="Freeform: Shape 6">
            <a:extLst>
              <a:ext uri="{FF2B5EF4-FFF2-40B4-BE49-F238E27FC236}">
                <a16:creationId xmlns:a16="http://schemas.microsoft.com/office/drawing/2014/main" id="{EC4ACC28-88AB-7B5F-58D2-2CFC157A9FF4}"/>
              </a:ext>
              <a:ext uri="{C183D7F6-B498-43B3-948B-1728B52AA6E4}">
                <adec:decorative xmlns:adec="http://schemas.microsoft.com/office/drawing/2017/decorative" val="1"/>
              </a:ext>
            </a:extLst>
          </p:cNvPr>
          <p:cNvSpPr/>
          <p:nvPr/>
        </p:nvSpPr>
        <p:spPr>
          <a:xfrm rot="5400000">
            <a:off x="1419642" y="6486945"/>
            <a:ext cx="138223"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5" name="Isosceles Triangle 9">
            <a:extLst>
              <a:ext uri="{FF2B5EF4-FFF2-40B4-BE49-F238E27FC236}">
                <a16:creationId xmlns:a16="http://schemas.microsoft.com/office/drawing/2014/main" id="{3D7964A4-9E4F-C9B5-897D-F2E4A4EEA72F}"/>
              </a:ext>
              <a:ext uri="{C183D7F6-B498-43B3-948B-1728B52AA6E4}">
                <adec:decorative xmlns:adec="http://schemas.microsoft.com/office/drawing/2017/decorative" val="1"/>
              </a:ext>
            </a:extLst>
          </p:cNvPr>
          <p:cNvSpPr/>
          <p:nvPr/>
        </p:nvSpPr>
        <p:spPr>
          <a:xfrm flipH="1">
            <a:off x="5455787" y="2207374"/>
            <a:ext cx="1299487" cy="1124056"/>
          </a:xfrm>
          <a:prstGeom prst="triangle">
            <a:avLst/>
          </a:prstGeom>
          <a:solidFill>
            <a:schemeClr val="accent1">
              <a:lumMod val="20000"/>
              <a:lumOff val="80000"/>
            </a:schemeClr>
          </a:solidFill>
        </p:spPr>
        <p:txBody>
          <a:bodyPr lIns="0" tIns="0" rIns="0" bIns="0"/>
          <a:lstStyle/>
          <a:p>
            <a:endParaRPr lang="zh-CN" altLang="en-US"/>
          </a:p>
        </p:txBody>
      </p:sp>
      <p:sp>
        <p:nvSpPr>
          <p:cNvPr id="11" name="Freeform: Shape 15">
            <a:extLst>
              <a:ext uri="{FF2B5EF4-FFF2-40B4-BE49-F238E27FC236}">
                <a16:creationId xmlns:a16="http://schemas.microsoft.com/office/drawing/2014/main" id="{6C9F4B19-AA9C-1602-55DA-BB39AE09E4CE}"/>
              </a:ext>
              <a:ext uri="{C183D7F6-B498-43B3-948B-1728B52AA6E4}">
                <adec:decorative xmlns:adec="http://schemas.microsoft.com/office/drawing/2017/decorative" val="1"/>
              </a:ext>
            </a:extLst>
          </p:cNvPr>
          <p:cNvSpPr/>
          <p:nvPr/>
        </p:nvSpPr>
        <p:spPr>
          <a:xfrm flipH="1">
            <a:off x="4960756" y="3378023"/>
            <a:ext cx="2289551" cy="818730"/>
          </a:xfrm>
          <a:custGeom>
            <a:avLst/>
            <a:gdLst/>
            <a:ahLst/>
            <a:cxnLst/>
            <a:rect l="l" t="t" r="r" b="b"/>
            <a:pathLst>
              <a:path w="3547958" h="1268730">
                <a:moveTo>
                  <a:pt x="735330" y="0"/>
                </a:moveTo>
                <a:lnTo>
                  <a:pt x="0" y="1268730"/>
                </a:lnTo>
                <a:lnTo>
                  <a:pt x="3547958" y="1268730"/>
                </a:lnTo>
                <a:lnTo>
                  <a:pt x="2812628" y="0"/>
                </a:lnTo>
                <a:close/>
              </a:path>
            </a:pathLst>
          </a:custGeom>
          <a:solidFill>
            <a:schemeClr val="accent1">
              <a:lumMod val="40000"/>
              <a:lumOff val="60000"/>
            </a:schemeClr>
          </a:solidFill>
        </p:spPr>
        <p:txBody>
          <a:bodyPr lIns="0" tIns="0" rIns="0" bIns="0"/>
          <a:lstStyle/>
          <a:p>
            <a:endParaRPr lang="zh-CN" altLang="en-US"/>
          </a:p>
        </p:txBody>
      </p:sp>
      <p:sp>
        <p:nvSpPr>
          <p:cNvPr id="13" name="Freeform: Shape 13">
            <a:extLst>
              <a:ext uri="{FF2B5EF4-FFF2-40B4-BE49-F238E27FC236}">
                <a16:creationId xmlns:a16="http://schemas.microsoft.com/office/drawing/2014/main" id="{C304A6B6-86DC-813E-9B35-7972CD51ABFD}"/>
              </a:ext>
              <a:ext uri="{C183D7F6-B498-43B3-948B-1728B52AA6E4}">
                <adec:decorative xmlns:adec="http://schemas.microsoft.com/office/drawing/2017/decorative" val="1"/>
              </a:ext>
            </a:extLst>
          </p:cNvPr>
          <p:cNvSpPr/>
          <p:nvPr/>
        </p:nvSpPr>
        <p:spPr>
          <a:xfrm flipH="1">
            <a:off x="4451978" y="4246196"/>
            <a:ext cx="3307108" cy="818730"/>
          </a:xfrm>
          <a:custGeom>
            <a:avLst/>
            <a:gdLst/>
            <a:ahLst/>
            <a:cxnLst/>
            <a:rect l="l" t="t" r="r" b="b"/>
            <a:pathLst>
              <a:path w="5124796" h="1268730">
                <a:moveTo>
                  <a:pt x="735330" y="0"/>
                </a:moveTo>
                <a:lnTo>
                  <a:pt x="0" y="1268730"/>
                </a:lnTo>
                <a:lnTo>
                  <a:pt x="5124796" y="1268730"/>
                </a:lnTo>
                <a:lnTo>
                  <a:pt x="4389466" y="0"/>
                </a:lnTo>
                <a:close/>
              </a:path>
            </a:pathLst>
          </a:custGeom>
          <a:solidFill>
            <a:schemeClr val="accent1">
              <a:lumMod val="60000"/>
              <a:lumOff val="40000"/>
            </a:schemeClr>
          </a:solidFill>
        </p:spPr>
        <p:txBody>
          <a:bodyPr lIns="0" tIns="0" rIns="0" bIns="0"/>
          <a:lstStyle/>
          <a:p>
            <a:endParaRPr lang="zh-CN" altLang="en-US"/>
          </a:p>
        </p:txBody>
      </p:sp>
      <p:sp>
        <p:nvSpPr>
          <p:cNvPr id="15" name="Freeform: Shape 4">
            <a:extLst>
              <a:ext uri="{FF2B5EF4-FFF2-40B4-BE49-F238E27FC236}">
                <a16:creationId xmlns:a16="http://schemas.microsoft.com/office/drawing/2014/main" id="{792B54D5-4EEB-697D-E677-7DA6244BF175}"/>
              </a:ext>
              <a:ext uri="{C183D7F6-B498-43B3-948B-1728B52AA6E4}">
                <adec:decorative xmlns:adec="http://schemas.microsoft.com/office/drawing/2017/decorative" val="1"/>
              </a:ext>
            </a:extLst>
          </p:cNvPr>
          <p:cNvSpPr/>
          <p:nvPr/>
        </p:nvSpPr>
        <p:spPr>
          <a:xfrm flipH="1">
            <a:off x="3949656" y="5116647"/>
            <a:ext cx="4311751" cy="818730"/>
          </a:xfrm>
          <a:custGeom>
            <a:avLst/>
            <a:gdLst/>
            <a:ahLst/>
            <a:cxnLst/>
            <a:rect l="l" t="t" r="r" b="b"/>
            <a:pathLst>
              <a:path w="6681620" h="1268730">
                <a:moveTo>
                  <a:pt x="735330" y="0"/>
                </a:moveTo>
                <a:lnTo>
                  <a:pt x="0" y="1268730"/>
                </a:lnTo>
                <a:lnTo>
                  <a:pt x="6681620" y="1268730"/>
                </a:lnTo>
                <a:lnTo>
                  <a:pt x="5946290" y="0"/>
                </a:lnTo>
                <a:close/>
              </a:path>
            </a:pathLst>
          </a:custGeom>
          <a:solidFill>
            <a:schemeClr val="accent1"/>
          </a:solidFill>
        </p:spPr>
        <p:txBody>
          <a:bodyPr lIns="0" tIns="0" rIns="0" bIns="0"/>
          <a:lstStyle/>
          <a:p>
            <a:endParaRPr lang="zh-CN" altLang="en-US"/>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378288"/>
            <a:ext cx="10504000" cy="1132258"/>
          </a:xfrm>
          <a:prstGeom prst="rect">
            <a:avLst/>
          </a:prstGeom>
        </p:spPr>
        <p:txBody>
          <a:bodyPr/>
          <a:lstStyle>
            <a:lvl1pPr algn="ctr">
              <a:defRPr/>
            </a:lvl1pPr>
          </a:lstStyle>
          <a:p>
            <a:r>
              <a:rPr lang="en-US"/>
              <a:t>Click to edit Master title style</a:t>
            </a:r>
          </a:p>
        </p:txBody>
      </p:sp>
      <p:sp>
        <p:nvSpPr>
          <p:cNvPr id="21" name="Text Placeholder 20">
            <a:extLst>
              <a:ext uri="{FF2B5EF4-FFF2-40B4-BE49-F238E27FC236}">
                <a16:creationId xmlns:a16="http://schemas.microsoft.com/office/drawing/2014/main" id="{52360DB1-3A78-A767-E799-14E056807C80}"/>
              </a:ext>
            </a:extLst>
          </p:cNvPr>
          <p:cNvSpPr>
            <a:spLocks noGrp="1"/>
          </p:cNvSpPr>
          <p:nvPr>
            <p:ph type="body" sz="quarter" idx="25" hasCustomPrompt="1"/>
          </p:nvPr>
        </p:nvSpPr>
        <p:spPr>
          <a:xfrm>
            <a:off x="5744690" y="2779392"/>
            <a:ext cx="721680" cy="323433"/>
          </a:xfrm>
          <a:prstGeom prst="rect">
            <a:avLst/>
          </a:prstGeom>
        </p:spPr>
        <p:txBody>
          <a:bodyPr/>
          <a:lstStyle>
            <a:lvl1pPr marL="0" indent="0" algn="ctr">
              <a:buNone/>
              <a:defRPr>
                <a:solidFill>
                  <a:schemeClr val="bg1"/>
                </a:solidFill>
                <a:latin typeface="+mj-lt"/>
              </a:defRPr>
            </a:lvl1pPr>
          </a:lstStyle>
          <a:p>
            <a:pPr lvl="0"/>
            <a:r>
              <a:rPr lang="en-US" altLang="zh-CN"/>
              <a:t>01</a:t>
            </a:r>
            <a:endParaRPr lang="zh-CN" altLang="en-US"/>
          </a:p>
        </p:txBody>
      </p:sp>
      <p:sp>
        <p:nvSpPr>
          <p:cNvPr id="30" name="Text Placeholder 29">
            <a:extLst>
              <a:ext uri="{FF2B5EF4-FFF2-40B4-BE49-F238E27FC236}">
                <a16:creationId xmlns:a16="http://schemas.microsoft.com/office/drawing/2014/main" id="{6D3E2ABB-1C67-BA81-88EC-7C0259E6438C}"/>
              </a:ext>
            </a:extLst>
          </p:cNvPr>
          <p:cNvSpPr>
            <a:spLocks noGrp="1"/>
          </p:cNvSpPr>
          <p:nvPr>
            <p:ph type="body" sz="quarter" idx="13"/>
          </p:nvPr>
        </p:nvSpPr>
        <p:spPr>
          <a:xfrm>
            <a:off x="1481529" y="2158238"/>
            <a:ext cx="3387725" cy="643699"/>
          </a:xfrm>
          <a:prstGeom prst="rect">
            <a:avLst/>
          </a:prstGeom>
        </p:spPr>
        <p:txBody>
          <a:bodyPr lIns="0" tIns="0" rIns="0" bIns="0" anchor="b">
            <a:normAutofit/>
          </a:bodyPr>
          <a:lstStyle>
            <a:lvl1pPr marL="0" indent="0" algn="r">
              <a:lnSpc>
                <a:spcPct val="100000"/>
              </a:lnSpc>
              <a:buNone/>
              <a:defRPr sz="1800" b="1">
                <a:solidFill>
                  <a:schemeClr val="accent1"/>
                </a:solidFill>
                <a:latin typeface="+mj-lt"/>
              </a:defRPr>
            </a:lvl1pPr>
          </a:lstStyle>
          <a:p>
            <a:pPr lvl="0"/>
            <a:r>
              <a:rPr lang="en-US"/>
              <a:t>Click to edit Master text styles</a:t>
            </a:r>
          </a:p>
        </p:txBody>
      </p:sp>
      <p:sp>
        <p:nvSpPr>
          <p:cNvPr id="40" name="Text Placeholder 39">
            <a:extLst>
              <a:ext uri="{FF2B5EF4-FFF2-40B4-BE49-F238E27FC236}">
                <a16:creationId xmlns:a16="http://schemas.microsoft.com/office/drawing/2014/main" id="{C0E60718-0E3D-41CA-0198-A860310C5D18}"/>
              </a:ext>
            </a:extLst>
          </p:cNvPr>
          <p:cNvSpPr>
            <a:spLocks noGrp="1"/>
          </p:cNvSpPr>
          <p:nvPr>
            <p:ph type="body" sz="quarter" idx="21"/>
          </p:nvPr>
        </p:nvSpPr>
        <p:spPr>
          <a:xfrm>
            <a:off x="1481528" y="2882900"/>
            <a:ext cx="3387725" cy="422275"/>
          </a:xfrm>
          <a:prstGeom prst="rect">
            <a:avLst/>
          </a:prstGeom>
        </p:spPr>
        <p:txBody>
          <a:bodyPr>
            <a:normAutofit/>
          </a:bodyPr>
          <a:lstStyle>
            <a:lvl1pPr marL="0" indent="0" algn="r">
              <a:buNone/>
              <a:defRPr sz="1400"/>
            </a:lvl1pPr>
          </a:lstStyle>
          <a:p>
            <a:pPr lvl="0"/>
            <a:r>
              <a:rPr lang="en-US"/>
              <a:t>Click to edit Master text styles</a:t>
            </a:r>
          </a:p>
        </p:txBody>
      </p:sp>
      <p:sp>
        <p:nvSpPr>
          <p:cNvPr id="22" name="Text Placeholder 20">
            <a:extLst>
              <a:ext uri="{FF2B5EF4-FFF2-40B4-BE49-F238E27FC236}">
                <a16:creationId xmlns:a16="http://schemas.microsoft.com/office/drawing/2014/main" id="{11CEEE70-E86A-AD7E-D7B2-5384F9E06651}"/>
              </a:ext>
            </a:extLst>
          </p:cNvPr>
          <p:cNvSpPr>
            <a:spLocks noGrp="1"/>
          </p:cNvSpPr>
          <p:nvPr>
            <p:ph type="body" sz="quarter" idx="26" hasCustomPrompt="1"/>
          </p:nvPr>
        </p:nvSpPr>
        <p:spPr>
          <a:xfrm>
            <a:off x="5744691" y="3618922"/>
            <a:ext cx="721680" cy="323433"/>
          </a:xfrm>
          <a:prstGeom prst="rect">
            <a:avLst/>
          </a:prstGeom>
        </p:spPr>
        <p:txBody>
          <a:bodyPr/>
          <a:lstStyle>
            <a:lvl1pPr marL="0" indent="0" algn="ctr">
              <a:buNone/>
              <a:defRPr>
                <a:solidFill>
                  <a:schemeClr val="bg1"/>
                </a:solidFill>
                <a:latin typeface="+mj-lt"/>
              </a:defRPr>
            </a:lvl1pPr>
          </a:lstStyle>
          <a:p>
            <a:pPr lvl="0"/>
            <a:r>
              <a:rPr lang="en-US" altLang="zh-CN"/>
              <a:t>02</a:t>
            </a:r>
            <a:endParaRPr lang="zh-CN" altLang="en-US"/>
          </a:p>
        </p:txBody>
      </p:sp>
      <p:sp>
        <p:nvSpPr>
          <p:cNvPr id="35" name="Text Placeholder 29">
            <a:extLst>
              <a:ext uri="{FF2B5EF4-FFF2-40B4-BE49-F238E27FC236}">
                <a16:creationId xmlns:a16="http://schemas.microsoft.com/office/drawing/2014/main" id="{4CA469D6-07C5-E615-EAA4-8FD5A1B24220}"/>
              </a:ext>
            </a:extLst>
          </p:cNvPr>
          <p:cNvSpPr>
            <a:spLocks noGrp="1"/>
          </p:cNvSpPr>
          <p:nvPr>
            <p:ph type="body" sz="quarter" idx="17"/>
          </p:nvPr>
        </p:nvSpPr>
        <p:spPr>
          <a:xfrm>
            <a:off x="7609279" y="3022025"/>
            <a:ext cx="3387725" cy="643699"/>
          </a:xfrm>
          <a:prstGeom prst="rect">
            <a:avLst/>
          </a:prstGeom>
        </p:spPr>
        <p:txBody>
          <a:bodyPr lIns="0" tIns="0" rIns="0" bIns="0" anchor="b">
            <a:normAutofit/>
          </a:bodyPr>
          <a:lstStyle>
            <a:lvl1pPr marL="0" indent="0" algn="l">
              <a:lnSpc>
                <a:spcPct val="100000"/>
              </a:lnSpc>
              <a:buNone/>
              <a:defRPr sz="1800" b="1">
                <a:solidFill>
                  <a:schemeClr val="accent1"/>
                </a:solidFill>
                <a:latin typeface="+mj-lt"/>
              </a:defRPr>
            </a:lvl1pPr>
          </a:lstStyle>
          <a:p>
            <a:pPr lvl="0"/>
            <a:r>
              <a:rPr lang="en-US"/>
              <a:t>Click to edit Master text styles</a:t>
            </a:r>
          </a:p>
        </p:txBody>
      </p:sp>
      <p:sp>
        <p:nvSpPr>
          <p:cNvPr id="42" name="Text Placeholder 39">
            <a:extLst>
              <a:ext uri="{FF2B5EF4-FFF2-40B4-BE49-F238E27FC236}">
                <a16:creationId xmlns:a16="http://schemas.microsoft.com/office/drawing/2014/main" id="{453C75BE-B8FC-DCC0-5708-AFC3709AD0B7}"/>
              </a:ext>
            </a:extLst>
          </p:cNvPr>
          <p:cNvSpPr>
            <a:spLocks noGrp="1"/>
          </p:cNvSpPr>
          <p:nvPr>
            <p:ph type="body" sz="quarter" idx="23"/>
          </p:nvPr>
        </p:nvSpPr>
        <p:spPr>
          <a:xfrm>
            <a:off x="7609278" y="3744822"/>
            <a:ext cx="3387725" cy="422275"/>
          </a:xfrm>
          <a:prstGeom prst="rect">
            <a:avLst/>
          </a:prstGeom>
        </p:spPr>
        <p:txBody>
          <a:bodyPr>
            <a:normAutofit/>
          </a:bodyPr>
          <a:lstStyle>
            <a:lvl1pPr marL="0" indent="0" algn="l">
              <a:buNone/>
              <a:defRPr sz="1400"/>
            </a:lvl1pPr>
          </a:lstStyle>
          <a:p>
            <a:pPr lvl="0"/>
            <a:r>
              <a:rPr lang="en-US"/>
              <a:t>Click to edit Master text styles</a:t>
            </a:r>
          </a:p>
        </p:txBody>
      </p:sp>
      <p:sp>
        <p:nvSpPr>
          <p:cNvPr id="23" name="Text Placeholder 20">
            <a:extLst>
              <a:ext uri="{FF2B5EF4-FFF2-40B4-BE49-F238E27FC236}">
                <a16:creationId xmlns:a16="http://schemas.microsoft.com/office/drawing/2014/main" id="{F5581B5F-7326-AE49-E244-3B55DD65A394}"/>
              </a:ext>
            </a:extLst>
          </p:cNvPr>
          <p:cNvSpPr>
            <a:spLocks noGrp="1"/>
          </p:cNvSpPr>
          <p:nvPr>
            <p:ph type="body" sz="quarter" idx="27" hasCustomPrompt="1"/>
          </p:nvPr>
        </p:nvSpPr>
        <p:spPr>
          <a:xfrm>
            <a:off x="5744690" y="4493844"/>
            <a:ext cx="721680" cy="323433"/>
          </a:xfrm>
          <a:prstGeom prst="rect">
            <a:avLst/>
          </a:prstGeom>
        </p:spPr>
        <p:txBody>
          <a:bodyPr/>
          <a:lstStyle>
            <a:lvl1pPr marL="0" indent="0" algn="ctr">
              <a:buNone/>
              <a:defRPr>
                <a:solidFill>
                  <a:schemeClr val="bg1"/>
                </a:solidFill>
                <a:latin typeface="+mj-lt"/>
              </a:defRPr>
            </a:lvl1pPr>
          </a:lstStyle>
          <a:p>
            <a:pPr lvl="0"/>
            <a:r>
              <a:rPr lang="en-US" altLang="zh-CN"/>
              <a:t>03</a:t>
            </a:r>
            <a:endParaRPr lang="zh-CN" altLang="en-US"/>
          </a:p>
        </p:txBody>
      </p:sp>
      <p:sp>
        <p:nvSpPr>
          <p:cNvPr id="33" name="Text Placeholder 29">
            <a:extLst>
              <a:ext uri="{FF2B5EF4-FFF2-40B4-BE49-F238E27FC236}">
                <a16:creationId xmlns:a16="http://schemas.microsoft.com/office/drawing/2014/main" id="{8671B48D-C562-82E2-63C2-F1C2BD285767}"/>
              </a:ext>
            </a:extLst>
          </p:cNvPr>
          <p:cNvSpPr>
            <a:spLocks noGrp="1"/>
          </p:cNvSpPr>
          <p:nvPr>
            <p:ph type="body" sz="quarter" idx="15"/>
          </p:nvPr>
        </p:nvSpPr>
        <p:spPr>
          <a:xfrm>
            <a:off x="770329" y="3922553"/>
            <a:ext cx="3387725" cy="643699"/>
          </a:xfrm>
          <a:prstGeom prst="rect">
            <a:avLst/>
          </a:prstGeom>
        </p:spPr>
        <p:txBody>
          <a:bodyPr lIns="0" tIns="0" rIns="0" bIns="0" anchor="b">
            <a:normAutofit/>
          </a:bodyPr>
          <a:lstStyle>
            <a:lvl1pPr marL="0" indent="0" algn="r">
              <a:lnSpc>
                <a:spcPct val="100000"/>
              </a:lnSpc>
              <a:buNone/>
              <a:defRPr sz="1800" b="1">
                <a:solidFill>
                  <a:schemeClr val="accent1"/>
                </a:solidFill>
                <a:latin typeface="+mj-lt"/>
              </a:defRPr>
            </a:lvl1pPr>
          </a:lstStyle>
          <a:p>
            <a:pPr lvl="0"/>
            <a:r>
              <a:rPr lang="en-US"/>
              <a:t>Click to edit Master text styles</a:t>
            </a:r>
          </a:p>
        </p:txBody>
      </p:sp>
      <p:sp>
        <p:nvSpPr>
          <p:cNvPr id="41" name="Text Placeholder 39">
            <a:extLst>
              <a:ext uri="{FF2B5EF4-FFF2-40B4-BE49-F238E27FC236}">
                <a16:creationId xmlns:a16="http://schemas.microsoft.com/office/drawing/2014/main" id="{8C87F322-A912-93A1-947D-463BE6AD0278}"/>
              </a:ext>
            </a:extLst>
          </p:cNvPr>
          <p:cNvSpPr>
            <a:spLocks noGrp="1"/>
          </p:cNvSpPr>
          <p:nvPr>
            <p:ph type="body" sz="quarter" idx="22"/>
          </p:nvPr>
        </p:nvSpPr>
        <p:spPr>
          <a:xfrm>
            <a:off x="770328" y="4662670"/>
            <a:ext cx="3387725" cy="422275"/>
          </a:xfrm>
          <a:prstGeom prst="rect">
            <a:avLst/>
          </a:prstGeom>
        </p:spPr>
        <p:txBody>
          <a:bodyPr>
            <a:normAutofit/>
          </a:bodyPr>
          <a:lstStyle>
            <a:lvl1pPr marL="0" indent="0" algn="r">
              <a:buNone/>
              <a:defRPr sz="1400"/>
            </a:lvl1pPr>
          </a:lstStyle>
          <a:p>
            <a:pPr lvl="0"/>
            <a:r>
              <a:rPr lang="en-US"/>
              <a:t>Click to edit Master text styles</a:t>
            </a:r>
          </a:p>
        </p:txBody>
      </p:sp>
      <p:sp>
        <p:nvSpPr>
          <p:cNvPr id="24" name="Text Placeholder 20">
            <a:extLst>
              <a:ext uri="{FF2B5EF4-FFF2-40B4-BE49-F238E27FC236}">
                <a16:creationId xmlns:a16="http://schemas.microsoft.com/office/drawing/2014/main" id="{7CA9F481-EC39-13D5-7C5F-5C68AD06ED9F}"/>
              </a:ext>
            </a:extLst>
          </p:cNvPr>
          <p:cNvSpPr>
            <a:spLocks noGrp="1"/>
          </p:cNvSpPr>
          <p:nvPr>
            <p:ph type="body" sz="quarter" idx="28" hasCustomPrompt="1"/>
          </p:nvPr>
        </p:nvSpPr>
        <p:spPr>
          <a:xfrm>
            <a:off x="5735160" y="5350891"/>
            <a:ext cx="721680" cy="323433"/>
          </a:xfrm>
          <a:prstGeom prst="rect">
            <a:avLst/>
          </a:prstGeom>
        </p:spPr>
        <p:txBody>
          <a:bodyPr/>
          <a:lstStyle>
            <a:lvl1pPr marL="0" indent="0" algn="ctr">
              <a:buNone/>
              <a:defRPr>
                <a:solidFill>
                  <a:schemeClr val="bg1"/>
                </a:solidFill>
                <a:latin typeface="+mj-lt"/>
              </a:defRPr>
            </a:lvl1pPr>
          </a:lstStyle>
          <a:p>
            <a:pPr lvl="0"/>
            <a:r>
              <a:rPr lang="en-US" altLang="zh-CN"/>
              <a:t>04</a:t>
            </a:r>
          </a:p>
        </p:txBody>
      </p:sp>
      <p:sp>
        <p:nvSpPr>
          <p:cNvPr id="37" name="Text Placeholder 29">
            <a:extLst>
              <a:ext uri="{FF2B5EF4-FFF2-40B4-BE49-F238E27FC236}">
                <a16:creationId xmlns:a16="http://schemas.microsoft.com/office/drawing/2014/main" id="{F66A403A-3CB2-CF79-DDC2-C382C0FCAB91}"/>
              </a:ext>
            </a:extLst>
          </p:cNvPr>
          <p:cNvSpPr>
            <a:spLocks noGrp="1"/>
          </p:cNvSpPr>
          <p:nvPr>
            <p:ph type="body" sz="quarter" idx="19"/>
          </p:nvPr>
        </p:nvSpPr>
        <p:spPr>
          <a:xfrm>
            <a:off x="8411804" y="4802727"/>
            <a:ext cx="3387725" cy="643699"/>
          </a:xfrm>
          <a:prstGeom prst="rect">
            <a:avLst/>
          </a:prstGeom>
        </p:spPr>
        <p:txBody>
          <a:bodyPr lIns="0" tIns="0" rIns="0" bIns="0" anchor="b">
            <a:normAutofit/>
          </a:bodyPr>
          <a:lstStyle>
            <a:lvl1pPr marL="0" indent="0" algn="l">
              <a:lnSpc>
                <a:spcPct val="100000"/>
              </a:lnSpc>
              <a:buNone/>
              <a:defRPr sz="1800" b="1">
                <a:solidFill>
                  <a:schemeClr val="accent1"/>
                </a:solidFill>
                <a:latin typeface="+mj-lt"/>
              </a:defRPr>
            </a:lvl1pPr>
          </a:lstStyle>
          <a:p>
            <a:pPr lvl="0"/>
            <a:r>
              <a:rPr lang="en-US"/>
              <a:t>Click to edit Master text styles</a:t>
            </a:r>
          </a:p>
        </p:txBody>
      </p:sp>
      <p:sp>
        <p:nvSpPr>
          <p:cNvPr id="43" name="Text Placeholder 39">
            <a:extLst>
              <a:ext uri="{FF2B5EF4-FFF2-40B4-BE49-F238E27FC236}">
                <a16:creationId xmlns:a16="http://schemas.microsoft.com/office/drawing/2014/main" id="{67AD4C35-66C4-5D2A-43DC-8109B504E113}"/>
              </a:ext>
            </a:extLst>
          </p:cNvPr>
          <p:cNvSpPr>
            <a:spLocks noGrp="1"/>
          </p:cNvSpPr>
          <p:nvPr>
            <p:ph type="body" sz="quarter" idx="24"/>
          </p:nvPr>
        </p:nvSpPr>
        <p:spPr>
          <a:xfrm>
            <a:off x="8411804" y="5526009"/>
            <a:ext cx="3387725" cy="422275"/>
          </a:xfrm>
          <a:prstGeom prst="rect">
            <a:avLst/>
          </a:prstGeom>
        </p:spPr>
        <p:txBody>
          <a:bodyPr>
            <a:normAutofit/>
          </a:bodyPr>
          <a:lstStyle>
            <a:lvl1pPr marL="0" indent="0" algn="l">
              <a:buNone/>
              <a:defRPr sz="1400"/>
            </a:lvl1pPr>
          </a:lstStyle>
          <a:p>
            <a:pPr lvl="0"/>
            <a:r>
              <a:rPr lang="en-US"/>
              <a:t>Click to edit Master text styles</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776324381"/>
      </p:ext>
    </p:extLst>
  </p:cSld>
  <p:clrMapOvr>
    <a:masterClrMapping/>
  </p:clrMapOvr>
  <p:hf hdr="0" ftr="0" dt="0"/>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Title and 3-item Lists 2">
    <p:spTree>
      <p:nvGrpSpPr>
        <p:cNvPr id="1" name=""/>
        <p:cNvGrpSpPr/>
        <p:nvPr/>
      </p:nvGrpSpPr>
      <p:grpSpPr>
        <a:xfrm>
          <a:off x="0" y="0"/>
          <a:ext cx="0" cy="0"/>
          <a:chOff x="0" y="0"/>
          <a:chExt cx="0" cy="0"/>
        </a:xfrm>
      </p:grpSpPr>
      <p:sp>
        <p:nvSpPr>
          <p:cNvPr id="12" name="Freeform: Shape 7">
            <a:extLst>
              <a:ext uri="{FF2B5EF4-FFF2-40B4-BE49-F238E27FC236}">
                <a16:creationId xmlns:a16="http://schemas.microsoft.com/office/drawing/2014/main" id="{87CCFE2A-6626-6AE5-C453-D35DA310DC3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DCD2A433-747D-0C78-13C9-150DE55C9FB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3" name="Freeform: Shape">
            <a:extLst>
              <a:ext uri="{FF2B5EF4-FFF2-40B4-BE49-F238E27FC236}">
                <a16:creationId xmlns:a16="http://schemas.microsoft.com/office/drawing/2014/main" id="{2F042920-C42A-7041-E752-777E868A2F6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Rectangle: Rounded Corners 11">
            <a:extLst>
              <a:ext uri="{FF2B5EF4-FFF2-40B4-BE49-F238E27FC236}">
                <a16:creationId xmlns:a16="http://schemas.microsoft.com/office/drawing/2014/main" id="{1340B563-641E-4E77-EE7D-CDA2F9E7D808}"/>
              </a:ext>
              <a:ext uri="{C183D7F6-B498-43B3-948B-1728B52AA6E4}">
                <adec:decorative xmlns:adec="http://schemas.microsoft.com/office/drawing/2017/decorative" val="1"/>
              </a:ext>
            </a:extLst>
          </p:cNvPr>
          <p:cNvSpPr/>
          <p:nvPr/>
        </p:nvSpPr>
        <p:spPr>
          <a:xfrm>
            <a:off x="921327" y="3331684"/>
            <a:ext cx="5174673" cy="1227153"/>
          </a:xfrm>
          <a:prstGeom prst="roundRect">
            <a:avLst>
              <a:gd name="adj" fmla="val 0"/>
            </a:avLst>
          </a:prstGeom>
          <a:solidFill>
            <a:schemeClr val="accent1">
              <a:lumMod val="20000"/>
              <a:lumOff val="80000"/>
              <a:alpha val="20000"/>
            </a:schemeClr>
          </a:solidFill>
          <a:ln w="6350">
            <a:noFill/>
          </a:ln>
        </p:spPr>
        <p:txBody>
          <a:bodyPr vert="horz" lIns="0" tIns="0" rIns="0" bIns="0" rtlCol="0" anchor="ctr" anchorCtr="0">
            <a:normAutofit/>
          </a:bodyPr>
          <a:lstStyle/>
          <a:p>
            <a:pPr algn="ctr" eaLnBrk="0" fontAlgn="base" hangingPunct="0">
              <a:spcBef>
                <a:spcPct val="0"/>
              </a:spcBef>
              <a:spcAft>
                <a:spcPct val="0"/>
              </a:spcAft>
            </a:pPr>
            <a:endParaRPr lang="zh-CN" altLang="en-US" sz="1000">
              <a:solidFill>
                <a:schemeClr val="tx1"/>
              </a:solidFill>
            </a:endParaRPr>
          </a:p>
        </p:txBody>
      </p:sp>
      <p:sp>
        <p:nvSpPr>
          <p:cNvPr id="4" name="Rectangle: Rounded Corners 11">
            <a:extLst>
              <a:ext uri="{FF2B5EF4-FFF2-40B4-BE49-F238E27FC236}">
                <a16:creationId xmlns:a16="http://schemas.microsoft.com/office/drawing/2014/main" id="{8EDBD4EC-B869-F140-F952-942BC67BE3E0}"/>
              </a:ext>
              <a:ext uri="{C183D7F6-B498-43B3-948B-1728B52AA6E4}">
                <adec:decorative xmlns:adec="http://schemas.microsoft.com/office/drawing/2017/decorative" val="1"/>
              </a:ext>
            </a:extLst>
          </p:cNvPr>
          <p:cNvSpPr/>
          <p:nvPr/>
        </p:nvSpPr>
        <p:spPr>
          <a:xfrm>
            <a:off x="921327" y="4684811"/>
            <a:ext cx="5174673" cy="1227153"/>
          </a:xfrm>
          <a:prstGeom prst="roundRect">
            <a:avLst>
              <a:gd name="adj" fmla="val 0"/>
            </a:avLst>
          </a:prstGeom>
          <a:solidFill>
            <a:schemeClr val="accent1">
              <a:lumMod val="20000"/>
              <a:lumOff val="80000"/>
              <a:alpha val="20000"/>
            </a:schemeClr>
          </a:solidFill>
          <a:ln w="6350">
            <a:noFill/>
          </a:ln>
        </p:spPr>
        <p:txBody>
          <a:bodyPr vert="horz" lIns="0" tIns="0" rIns="0" bIns="0" rtlCol="0" anchor="ctr" anchorCtr="0">
            <a:normAutofit/>
          </a:bodyPr>
          <a:lstStyle/>
          <a:p>
            <a:pPr algn="ctr" eaLnBrk="0" fontAlgn="base" hangingPunct="0">
              <a:spcBef>
                <a:spcPct val="0"/>
              </a:spcBef>
              <a:spcAft>
                <a:spcPct val="0"/>
              </a:spcAft>
            </a:pPr>
            <a:endParaRPr lang="zh-CN" altLang="en-US" sz="1000">
              <a:solidFill>
                <a:schemeClr val="tx1"/>
              </a:solidFill>
            </a:endParaRPr>
          </a:p>
        </p:txBody>
      </p:sp>
      <p:sp>
        <p:nvSpPr>
          <p:cNvPr id="5" name="Rectangle: Rounded Corners 143">
            <a:extLst>
              <a:ext uri="{FF2B5EF4-FFF2-40B4-BE49-F238E27FC236}">
                <a16:creationId xmlns:a16="http://schemas.microsoft.com/office/drawing/2014/main" id="{2CA81AA9-90D4-76A6-404F-ECA4D5818450}"/>
              </a:ext>
              <a:ext uri="{C183D7F6-B498-43B3-948B-1728B52AA6E4}">
                <adec:decorative xmlns:adec="http://schemas.microsoft.com/office/drawing/2017/decorative" val="1"/>
              </a:ext>
            </a:extLst>
          </p:cNvPr>
          <p:cNvSpPr>
            <a:spLocks/>
          </p:cNvSpPr>
          <p:nvPr/>
        </p:nvSpPr>
        <p:spPr>
          <a:xfrm>
            <a:off x="1022572" y="4845328"/>
            <a:ext cx="45719" cy="963434"/>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9" name="Rectangle: Rounded Corners 11">
            <a:extLst>
              <a:ext uri="{FF2B5EF4-FFF2-40B4-BE49-F238E27FC236}">
                <a16:creationId xmlns:a16="http://schemas.microsoft.com/office/drawing/2014/main" id="{539350C0-72C1-AF99-D882-95CCA842E988}"/>
              </a:ext>
              <a:ext uri="{C183D7F6-B498-43B3-948B-1728B52AA6E4}">
                <adec:decorative xmlns:adec="http://schemas.microsoft.com/office/drawing/2017/decorative" val="1"/>
              </a:ext>
            </a:extLst>
          </p:cNvPr>
          <p:cNvSpPr/>
          <p:nvPr/>
        </p:nvSpPr>
        <p:spPr>
          <a:xfrm>
            <a:off x="921327" y="1974850"/>
            <a:ext cx="5174673" cy="1227153"/>
          </a:xfrm>
          <a:prstGeom prst="roundRect">
            <a:avLst>
              <a:gd name="adj" fmla="val 0"/>
            </a:avLst>
          </a:prstGeom>
          <a:solidFill>
            <a:schemeClr val="accent1">
              <a:lumMod val="20000"/>
              <a:lumOff val="80000"/>
              <a:alpha val="20000"/>
            </a:schemeClr>
          </a:solidFill>
          <a:ln w="6350">
            <a:noFill/>
          </a:ln>
        </p:spPr>
        <p:txBody>
          <a:bodyPr vert="horz" lIns="0" tIns="0" rIns="0" bIns="0" rtlCol="0" anchor="ctr" anchorCtr="0">
            <a:normAutofit/>
          </a:bodyPr>
          <a:lstStyle/>
          <a:p>
            <a:pPr algn="ctr" eaLnBrk="0" fontAlgn="base" hangingPunct="0">
              <a:spcBef>
                <a:spcPct val="0"/>
              </a:spcBef>
              <a:spcAft>
                <a:spcPct val="0"/>
              </a:spcAft>
            </a:pPr>
            <a:endParaRPr lang="zh-CN" altLang="en-US" sz="1000">
              <a:solidFill>
                <a:schemeClr val="tx1"/>
              </a:solidFill>
            </a:endParaRPr>
          </a:p>
        </p:txBody>
      </p:sp>
      <p:sp>
        <p:nvSpPr>
          <p:cNvPr id="10" name="Rectangle: Rounded Corners 143">
            <a:extLst>
              <a:ext uri="{FF2B5EF4-FFF2-40B4-BE49-F238E27FC236}">
                <a16:creationId xmlns:a16="http://schemas.microsoft.com/office/drawing/2014/main" id="{D5DD225F-2C92-E172-D03A-0ED724588F98}"/>
              </a:ext>
              <a:ext uri="{C183D7F6-B498-43B3-948B-1728B52AA6E4}">
                <adec:decorative xmlns:adec="http://schemas.microsoft.com/office/drawing/2017/decorative" val="1"/>
              </a:ext>
            </a:extLst>
          </p:cNvPr>
          <p:cNvSpPr>
            <a:spLocks/>
          </p:cNvSpPr>
          <p:nvPr/>
        </p:nvSpPr>
        <p:spPr>
          <a:xfrm>
            <a:off x="1022572" y="2135367"/>
            <a:ext cx="45719" cy="963434"/>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0" name="Rectangle: Rounded Corners 143">
            <a:extLst>
              <a:ext uri="{FF2B5EF4-FFF2-40B4-BE49-F238E27FC236}">
                <a16:creationId xmlns:a16="http://schemas.microsoft.com/office/drawing/2014/main" id="{FA7D5257-00CD-82C3-D72A-2ABFFDCCDD0C}"/>
              </a:ext>
              <a:ext uri="{C183D7F6-B498-43B3-948B-1728B52AA6E4}">
                <adec:decorative xmlns:adec="http://schemas.microsoft.com/office/drawing/2017/decorative" val="1"/>
              </a:ext>
            </a:extLst>
          </p:cNvPr>
          <p:cNvSpPr>
            <a:spLocks/>
          </p:cNvSpPr>
          <p:nvPr/>
        </p:nvSpPr>
        <p:spPr>
          <a:xfrm>
            <a:off x="1022572" y="3492201"/>
            <a:ext cx="45719" cy="963434"/>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378287"/>
            <a:ext cx="10504000" cy="1132258"/>
          </a:xfrm>
          <a:prstGeom prst="rect">
            <a:avLst/>
          </a:prstGeom>
        </p:spPr>
        <p:txBody>
          <a:bodyPr/>
          <a:lstStyle/>
          <a:p>
            <a:r>
              <a:rPr lang="en-US"/>
              <a:t>Click to edit Master title style</a:t>
            </a:r>
          </a:p>
        </p:txBody>
      </p:sp>
      <p:sp>
        <p:nvSpPr>
          <p:cNvPr id="22" name="Text Placeholder 21">
            <a:extLst>
              <a:ext uri="{FF2B5EF4-FFF2-40B4-BE49-F238E27FC236}">
                <a16:creationId xmlns:a16="http://schemas.microsoft.com/office/drawing/2014/main" id="{98BFB6A8-5603-1939-F8DB-2F9CE946AEAE}"/>
              </a:ext>
            </a:extLst>
          </p:cNvPr>
          <p:cNvSpPr>
            <a:spLocks noGrp="1"/>
          </p:cNvSpPr>
          <p:nvPr>
            <p:ph type="body" sz="quarter" idx="13"/>
          </p:nvPr>
        </p:nvSpPr>
        <p:spPr>
          <a:xfrm>
            <a:off x="1369314" y="2063750"/>
            <a:ext cx="3690937" cy="473075"/>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32" name="Text Placeholder 31">
            <a:extLst>
              <a:ext uri="{FF2B5EF4-FFF2-40B4-BE49-F238E27FC236}">
                <a16:creationId xmlns:a16="http://schemas.microsoft.com/office/drawing/2014/main" id="{1193D27E-DFF0-8236-1C53-45AA01CB61BF}"/>
              </a:ext>
            </a:extLst>
          </p:cNvPr>
          <p:cNvSpPr>
            <a:spLocks noGrp="1"/>
          </p:cNvSpPr>
          <p:nvPr>
            <p:ph type="body" sz="quarter" idx="19"/>
          </p:nvPr>
        </p:nvSpPr>
        <p:spPr>
          <a:xfrm>
            <a:off x="1369313" y="2628900"/>
            <a:ext cx="3690937" cy="469900"/>
          </a:xfrm>
          <a:prstGeom prst="rect">
            <a:avLst/>
          </a:prstGeom>
        </p:spPr>
        <p:txBody>
          <a:bodyPr>
            <a:normAutofit/>
          </a:bodyPr>
          <a:lstStyle>
            <a:lvl1pPr marL="0" indent="0">
              <a:buNone/>
              <a:defRPr sz="1400"/>
            </a:lvl1pPr>
          </a:lstStyle>
          <a:p>
            <a:pPr lvl="0"/>
            <a:r>
              <a:rPr lang="en-US"/>
              <a:t>Click to edit Master text styles</a:t>
            </a:r>
          </a:p>
        </p:txBody>
      </p:sp>
      <p:sp>
        <p:nvSpPr>
          <p:cNvPr id="27" name="Text Placeholder 21">
            <a:extLst>
              <a:ext uri="{FF2B5EF4-FFF2-40B4-BE49-F238E27FC236}">
                <a16:creationId xmlns:a16="http://schemas.microsoft.com/office/drawing/2014/main" id="{CBE95DBE-3461-EBF6-2FBC-28B26C1F355F}"/>
              </a:ext>
            </a:extLst>
          </p:cNvPr>
          <p:cNvSpPr>
            <a:spLocks noGrp="1"/>
          </p:cNvSpPr>
          <p:nvPr>
            <p:ph type="body" sz="quarter" idx="15"/>
          </p:nvPr>
        </p:nvSpPr>
        <p:spPr>
          <a:xfrm>
            <a:off x="1369314" y="3423382"/>
            <a:ext cx="3690937" cy="473075"/>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33" name="Text Placeholder 31">
            <a:extLst>
              <a:ext uri="{FF2B5EF4-FFF2-40B4-BE49-F238E27FC236}">
                <a16:creationId xmlns:a16="http://schemas.microsoft.com/office/drawing/2014/main" id="{0CAC4AD8-B278-F677-C095-22FC28EC115C}"/>
              </a:ext>
            </a:extLst>
          </p:cNvPr>
          <p:cNvSpPr>
            <a:spLocks noGrp="1"/>
          </p:cNvSpPr>
          <p:nvPr>
            <p:ph type="body" sz="quarter" idx="20"/>
          </p:nvPr>
        </p:nvSpPr>
        <p:spPr>
          <a:xfrm>
            <a:off x="1369312" y="3985973"/>
            <a:ext cx="3690937" cy="469900"/>
          </a:xfrm>
          <a:prstGeom prst="rect">
            <a:avLst/>
          </a:prstGeom>
        </p:spPr>
        <p:txBody>
          <a:bodyPr>
            <a:normAutofit/>
          </a:bodyPr>
          <a:lstStyle>
            <a:lvl1pPr marL="0" indent="0">
              <a:buNone/>
              <a:defRPr sz="1400"/>
            </a:lvl1pPr>
          </a:lstStyle>
          <a:p>
            <a:pPr lvl="0"/>
            <a:r>
              <a:rPr lang="en-US"/>
              <a:t>Click to edit Master text styles</a:t>
            </a:r>
          </a:p>
        </p:txBody>
      </p:sp>
      <p:sp>
        <p:nvSpPr>
          <p:cNvPr id="29" name="Text Placeholder 21">
            <a:extLst>
              <a:ext uri="{FF2B5EF4-FFF2-40B4-BE49-F238E27FC236}">
                <a16:creationId xmlns:a16="http://schemas.microsoft.com/office/drawing/2014/main" id="{46C480D3-EAC8-10D5-894E-4B11BEF3B738}"/>
              </a:ext>
            </a:extLst>
          </p:cNvPr>
          <p:cNvSpPr>
            <a:spLocks noGrp="1"/>
          </p:cNvSpPr>
          <p:nvPr>
            <p:ph type="body" sz="quarter" idx="17"/>
          </p:nvPr>
        </p:nvSpPr>
        <p:spPr>
          <a:xfrm>
            <a:off x="1369314" y="4773712"/>
            <a:ext cx="3690937" cy="473075"/>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34" name="Text Placeholder 31">
            <a:extLst>
              <a:ext uri="{FF2B5EF4-FFF2-40B4-BE49-F238E27FC236}">
                <a16:creationId xmlns:a16="http://schemas.microsoft.com/office/drawing/2014/main" id="{40278D93-7353-B475-9298-9C40BE10F770}"/>
              </a:ext>
            </a:extLst>
          </p:cNvPr>
          <p:cNvSpPr>
            <a:spLocks noGrp="1"/>
          </p:cNvSpPr>
          <p:nvPr>
            <p:ph type="body" sz="quarter" idx="21"/>
          </p:nvPr>
        </p:nvSpPr>
        <p:spPr>
          <a:xfrm>
            <a:off x="1369312" y="5347446"/>
            <a:ext cx="3690937" cy="469900"/>
          </a:xfrm>
          <a:prstGeom prst="rect">
            <a:avLst/>
          </a:prstGeom>
        </p:spPr>
        <p:txBody>
          <a:bodyPr>
            <a:normAutofit/>
          </a:bodyPr>
          <a:lstStyle>
            <a:lvl1pPr marL="0" indent="0">
              <a:buNone/>
              <a:defRPr sz="1400"/>
            </a:lvl1pPr>
          </a:lstStyle>
          <a:p>
            <a:pPr lvl="0"/>
            <a:r>
              <a:rPr lang="en-US"/>
              <a:t>Click to edit Master text styles</a:t>
            </a:r>
          </a:p>
        </p:txBody>
      </p:sp>
      <p:sp>
        <p:nvSpPr>
          <p:cNvPr id="16" name="Picture Placeholder 15">
            <a:extLst>
              <a:ext uri="{FF2B5EF4-FFF2-40B4-BE49-F238E27FC236}">
                <a16:creationId xmlns:a16="http://schemas.microsoft.com/office/drawing/2014/main" id="{FE6572AF-11B5-F729-FE56-41518764CCAF}"/>
              </a:ext>
            </a:extLst>
          </p:cNvPr>
          <p:cNvSpPr>
            <a:spLocks noGrp="1"/>
          </p:cNvSpPr>
          <p:nvPr>
            <p:ph type="pic" sz="quarter" idx="22"/>
          </p:nvPr>
        </p:nvSpPr>
        <p:spPr>
          <a:xfrm>
            <a:off x="7941225" y="1697038"/>
            <a:ext cx="3406775" cy="4538662"/>
          </a:xfrm>
          <a:prstGeom prst="rect">
            <a:avLst/>
          </a:prstGeom>
        </p:spPr>
        <p:txBody>
          <a:bodyPr/>
          <a:lstStyle/>
          <a:p>
            <a:r>
              <a:rPr lang="en-US" altLang="zh-CN"/>
              <a:t>Click icon to add picture</a:t>
            </a:r>
            <a:endParaRPr lang="zh-CN" altLang="en-US"/>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905425918"/>
      </p:ext>
    </p:extLst>
  </p:cSld>
  <p:clrMapOvr>
    <a:masterClrMapping/>
  </p:clrMapOvr>
  <p:hf hdr="0" ftr="0" dt="0"/>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Title and 4-item Lists">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8A2ACB77-3880-2E11-CF05-EE5223C63862}"/>
              </a:ext>
              <a:ext uri="{C183D7F6-B498-43B3-948B-1728B52AA6E4}">
                <adec:decorative xmlns:adec="http://schemas.microsoft.com/office/drawing/2017/decorative" val="1"/>
              </a:ext>
            </a:extLst>
          </p:cNvPr>
          <p:cNvSpPr/>
          <p:nvPr/>
        </p:nvSpPr>
        <p:spPr>
          <a:xfrm rot="16200000">
            <a:off x="1681" y="6234019"/>
            <a:ext cx="311150" cy="314511"/>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4" name="Freeform: Shape 6">
            <a:extLst>
              <a:ext uri="{FF2B5EF4-FFF2-40B4-BE49-F238E27FC236}">
                <a16:creationId xmlns:a16="http://schemas.microsoft.com/office/drawing/2014/main" id="{A284A02F-0A0E-594F-9D08-08B07C4E4ACC}"/>
              </a:ext>
              <a:ext uri="{C183D7F6-B498-43B3-948B-1728B52AA6E4}">
                <adec:decorative xmlns:adec="http://schemas.microsoft.com/office/drawing/2017/decorative" val="1"/>
              </a:ext>
            </a:extLst>
          </p:cNvPr>
          <p:cNvSpPr/>
          <p:nvPr/>
        </p:nvSpPr>
        <p:spPr>
          <a:xfrm rot="16200000">
            <a:off x="310646" y="6546850"/>
            <a:ext cx="311150" cy="31115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5" name="Freeform: Shape 24">
            <a:extLst>
              <a:ext uri="{FF2B5EF4-FFF2-40B4-BE49-F238E27FC236}">
                <a16:creationId xmlns:a16="http://schemas.microsoft.com/office/drawing/2014/main" id="{5A6BD528-59A3-F66A-8065-FA562D8EBD4C}"/>
              </a:ext>
              <a:ext uri="{C183D7F6-B498-43B3-948B-1728B52AA6E4}">
                <adec:decorative xmlns:adec="http://schemas.microsoft.com/office/drawing/2017/decorative" val="1"/>
              </a:ext>
            </a:extLst>
          </p:cNvPr>
          <p:cNvSpPr/>
          <p:nvPr/>
        </p:nvSpPr>
        <p:spPr>
          <a:xfrm rot="16200000">
            <a:off x="0" y="6546850"/>
            <a:ext cx="311150" cy="31115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2"/>
          </a:solidFill>
          <a:ln cap="sq">
            <a:noFill/>
            <a:prstDash val="solid"/>
            <a:miter/>
          </a:ln>
        </p:spPr>
        <p:txBody>
          <a:bodyPr/>
          <a:lstStyle/>
          <a:p>
            <a:endParaRPr lang="zh-CN" altLang="en-US" sz="800"/>
          </a:p>
        </p:txBody>
      </p:sp>
      <p:sp>
        <p:nvSpPr>
          <p:cNvPr id="12" name="Freeform: Shape 7">
            <a:extLst>
              <a:ext uri="{FF2B5EF4-FFF2-40B4-BE49-F238E27FC236}">
                <a16:creationId xmlns:a16="http://schemas.microsoft.com/office/drawing/2014/main" id="{87CCFE2A-6626-6AE5-C453-D35DA310DC3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DCD2A433-747D-0C78-13C9-150DE55C9FB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9" name="Rectangle: Rounded Corners 22">
            <a:extLst>
              <a:ext uri="{FF2B5EF4-FFF2-40B4-BE49-F238E27FC236}">
                <a16:creationId xmlns:a16="http://schemas.microsoft.com/office/drawing/2014/main" id="{4925411C-C42C-B9C0-D7E0-9925B6E3D9DC}"/>
              </a:ext>
              <a:ext uri="{C183D7F6-B498-43B3-948B-1728B52AA6E4}">
                <adec:decorative xmlns:adec="http://schemas.microsoft.com/office/drawing/2017/decorative" val="1"/>
              </a:ext>
            </a:extLst>
          </p:cNvPr>
          <p:cNvSpPr/>
          <p:nvPr/>
        </p:nvSpPr>
        <p:spPr>
          <a:xfrm>
            <a:off x="1086259" y="1898574"/>
            <a:ext cx="4890964" cy="1916882"/>
          </a:xfrm>
          <a:prstGeom prst="rect">
            <a:avLst/>
          </a:prstGeom>
          <a:solidFill>
            <a:schemeClr val="accent1">
              <a:lumMod val="20000"/>
              <a:lumOff val="80000"/>
              <a:alpha val="20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rmAutofit/>
          </a:bodyPr>
          <a:lstStyle/>
          <a:p>
            <a:pPr algn="ctr" defTabSz="914354"/>
            <a:endParaRPr lang="zh-CN" altLang="en-US" sz="2000" b="1">
              <a:solidFill>
                <a:schemeClr val="bg1"/>
              </a:solidFill>
            </a:endParaRPr>
          </a:p>
        </p:txBody>
      </p:sp>
      <p:sp>
        <p:nvSpPr>
          <p:cNvPr id="13" name="Rectangle: Rounded Corners 22">
            <a:extLst>
              <a:ext uri="{FF2B5EF4-FFF2-40B4-BE49-F238E27FC236}">
                <a16:creationId xmlns:a16="http://schemas.microsoft.com/office/drawing/2014/main" id="{073FE5C1-20BE-C5D6-EFD9-21D992F111C9}"/>
              </a:ext>
              <a:ext uri="{C183D7F6-B498-43B3-948B-1728B52AA6E4}">
                <adec:decorative xmlns:adec="http://schemas.microsoft.com/office/drawing/2017/decorative" val="1"/>
              </a:ext>
            </a:extLst>
          </p:cNvPr>
          <p:cNvSpPr/>
          <p:nvPr/>
        </p:nvSpPr>
        <p:spPr>
          <a:xfrm>
            <a:off x="1086261" y="4100350"/>
            <a:ext cx="4890964" cy="1916882"/>
          </a:xfrm>
          <a:prstGeom prst="rect">
            <a:avLst/>
          </a:prstGeom>
          <a:solidFill>
            <a:schemeClr val="accent1">
              <a:lumMod val="20000"/>
              <a:lumOff val="80000"/>
              <a:alpha val="20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rmAutofit/>
          </a:bodyPr>
          <a:lstStyle/>
          <a:p>
            <a:pPr algn="ctr" defTabSz="914354"/>
            <a:endParaRPr lang="zh-CN" altLang="en-US" sz="2000" b="1">
              <a:solidFill>
                <a:schemeClr val="bg1"/>
              </a:solidFill>
            </a:endParaRPr>
          </a:p>
        </p:txBody>
      </p:sp>
      <p:sp>
        <p:nvSpPr>
          <p:cNvPr id="15" name="Rectangle: Rounded Corners 17">
            <a:extLst>
              <a:ext uri="{FF2B5EF4-FFF2-40B4-BE49-F238E27FC236}">
                <a16:creationId xmlns:a16="http://schemas.microsoft.com/office/drawing/2014/main" id="{E280A9A3-4908-B95E-1933-B4A166608EF4}"/>
              </a:ext>
              <a:ext uri="{C183D7F6-B498-43B3-948B-1728B52AA6E4}">
                <adec:decorative xmlns:adec="http://schemas.microsoft.com/office/drawing/2017/decorative" val="1"/>
              </a:ext>
            </a:extLst>
          </p:cNvPr>
          <p:cNvSpPr/>
          <p:nvPr/>
        </p:nvSpPr>
        <p:spPr>
          <a:xfrm>
            <a:off x="6214778" y="1920764"/>
            <a:ext cx="4890964" cy="1916882"/>
          </a:xfrm>
          <a:prstGeom prst="rect">
            <a:avLst/>
          </a:prstGeom>
          <a:solidFill>
            <a:schemeClr val="accent1">
              <a:lumMod val="20000"/>
              <a:lumOff val="80000"/>
              <a:alpha val="20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rmAutofit/>
          </a:bodyPr>
          <a:lstStyle/>
          <a:p>
            <a:pPr algn="ctr" defTabSz="914354"/>
            <a:endParaRPr lang="zh-CN" altLang="en-US" sz="2000" b="1">
              <a:solidFill>
                <a:schemeClr val="bg1"/>
              </a:solidFill>
            </a:endParaRPr>
          </a:p>
        </p:txBody>
      </p:sp>
      <p:sp>
        <p:nvSpPr>
          <p:cNvPr id="16" name="Rectangle: Rounded Corners 17">
            <a:extLst>
              <a:ext uri="{FF2B5EF4-FFF2-40B4-BE49-F238E27FC236}">
                <a16:creationId xmlns:a16="http://schemas.microsoft.com/office/drawing/2014/main" id="{73C9DCB6-CED2-C0AF-769B-0ED8F3D7F7BE}"/>
              </a:ext>
              <a:ext uri="{C183D7F6-B498-43B3-948B-1728B52AA6E4}">
                <adec:decorative xmlns:adec="http://schemas.microsoft.com/office/drawing/2017/decorative" val="1"/>
              </a:ext>
            </a:extLst>
          </p:cNvPr>
          <p:cNvSpPr/>
          <p:nvPr/>
        </p:nvSpPr>
        <p:spPr>
          <a:xfrm>
            <a:off x="6214778" y="4100349"/>
            <a:ext cx="4890964" cy="1916882"/>
          </a:xfrm>
          <a:prstGeom prst="rect">
            <a:avLst/>
          </a:prstGeom>
          <a:solidFill>
            <a:schemeClr val="accent1">
              <a:lumMod val="20000"/>
              <a:lumOff val="80000"/>
              <a:alpha val="20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rmAutofit/>
          </a:bodyPr>
          <a:lstStyle/>
          <a:p>
            <a:pPr algn="ctr" defTabSz="914354"/>
            <a:endParaRPr lang="zh-CN" altLang="en-US" sz="2000" b="1">
              <a:solidFill>
                <a:schemeClr val="bg1"/>
              </a:solidFill>
            </a:endParaRPr>
          </a:p>
        </p:txBody>
      </p:sp>
      <p:sp>
        <p:nvSpPr>
          <p:cNvPr id="25" name="Rectangle: Rounded Corners 143">
            <a:extLst>
              <a:ext uri="{FF2B5EF4-FFF2-40B4-BE49-F238E27FC236}">
                <a16:creationId xmlns:a16="http://schemas.microsoft.com/office/drawing/2014/main" id="{3FC160B3-981D-7378-EA49-B575788E6DD0}"/>
              </a:ext>
              <a:ext uri="{C183D7F6-B498-43B3-948B-1728B52AA6E4}">
                <adec:decorative xmlns:adec="http://schemas.microsoft.com/office/drawing/2017/decorative" val="1"/>
              </a:ext>
            </a:extLst>
          </p:cNvPr>
          <p:cNvSpPr>
            <a:spLocks/>
          </p:cNvSpPr>
          <p:nvPr/>
        </p:nvSpPr>
        <p:spPr>
          <a:xfrm>
            <a:off x="1186665" y="2089094"/>
            <a:ext cx="57935" cy="1580225"/>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6" name="Rectangle: Rounded Corners 143">
            <a:extLst>
              <a:ext uri="{FF2B5EF4-FFF2-40B4-BE49-F238E27FC236}">
                <a16:creationId xmlns:a16="http://schemas.microsoft.com/office/drawing/2014/main" id="{4EC3AAB8-23CD-592B-0D2C-806FA2E59640}"/>
              </a:ext>
              <a:ext uri="{C183D7F6-B498-43B3-948B-1728B52AA6E4}">
                <adec:decorative xmlns:adec="http://schemas.microsoft.com/office/drawing/2017/decorative" val="1"/>
              </a:ext>
            </a:extLst>
          </p:cNvPr>
          <p:cNvSpPr>
            <a:spLocks/>
          </p:cNvSpPr>
          <p:nvPr/>
        </p:nvSpPr>
        <p:spPr>
          <a:xfrm>
            <a:off x="1186665" y="4268679"/>
            <a:ext cx="57935" cy="1580225"/>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7" name="Rectangle: Rounded Corners 143">
            <a:extLst>
              <a:ext uri="{FF2B5EF4-FFF2-40B4-BE49-F238E27FC236}">
                <a16:creationId xmlns:a16="http://schemas.microsoft.com/office/drawing/2014/main" id="{D5C22C78-6C50-8D27-C6A7-50B423F6FBD6}"/>
              </a:ext>
              <a:ext uri="{C183D7F6-B498-43B3-948B-1728B52AA6E4}">
                <adec:decorative xmlns:adec="http://schemas.microsoft.com/office/drawing/2017/decorative" val="1"/>
              </a:ext>
            </a:extLst>
          </p:cNvPr>
          <p:cNvSpPr>
            <a:spLocks/>
          </p:cNvSpPr>
          <p:nvPr/>
        </p:nvSpPr>
        <p:spPr>
          <a:xfrm>
            <a:off x="6317957" y="2089092"/>
            <a:ext cx="57935" cy="1580225"/>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8" name="Rectangle: Rounded Corners 143">
            <a:extLst>
              <a:ext uri="{FF2B5EF4-FFF2-40B4-BE49-F238E27FC236}">
                <a16:creationId xmlns:a16="http://schemas.microsoft.com/office/drawing/2014/main" id="{BEE21FA6-468D-E771-AD7D-5D3740DF1245}"/>
              </a:ext>
              <a:ext uri="{C183D7F6-B498-43B3-948B-1728B52AA6E4}">
                <adec:decorative xmlns:adec="http://schemas.microsoft.com/office/drawing/2017/decorative" val="1"/>
              </a:ext>
            </a:extLst>
          </p:cNvPr>
          <p:cNvSpPr>
            <a:spLocks/>
          </p:cNvSpPr>
          <p:nvPr/>
        </p:nvSpPr>
        <p:spPr>
          <a:xfrm>
            <a:off x="6317956" y="4268679"/>
            <a:ext cx="57935" cy="1580225"/>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382748"/>
            <a:ext cx="10504000" cy="1132258"/>
          </a:xfrm>
          <a:prstGeom prst="rect">
            <a:avLst/>
          </a:prstGeom>
        </p:spPr>
        <p:txBody>
          <a:bodyPr/>
          <a:lstStyle>
            <a:lvl1pPr algn="ctr">
              <a:defRPr/>
            </a:lvl1pPr>
          </a:lstStyle>
          <a:p>
            <a:r>
              <a:rPr lang="en-US"/>
              <a:t>Click to edit Master title style</a:t>
            </a:r>
          </a:p>
        </p:txBody>
      </p:sp>
      <p:sp>
        <p:nvSpPr>
          <p:cNvPr id="30" name="Text Placeholder 29">
            <a:extLst>
              <a:ext uri="{FF2B5EF4-FFF2-40B4-BE49-F238E27FC236}">
                <a16:creationId xmlns:a16="http://schemas.microsoft.com/office/drawing/2014/main" id="{B3229ECD-8805-D1D1-488D-A5FDB006BA70}"/>
              </a:ext>
            </a:extLst>
          </p:cNvPr>
          <p:cNvSpPr>
            <a:spLocks noGrp="1"/>
          </p:cNvSpPr>
          <p:nvPr>
            <p:ph type="body" sz="quarter" idx="13"/>
          </p:nvPr>
        </p:nvSpPr>
        <p:spPr>
          <a:xfrm>
            <a:off x="1583261" y="2178050"/>
            <a:ext cx="3602038" cy="504664"/>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40" name="Text Placeholder 39">
            <a:extLst>
              <a:ext uri="{FF2B5EF4-FFF2-40B4-BE49-F238E27FC236}">
                <a16:creationId xmlns:a16="http://schemas.microsoft.com/office/drawing/2014/main" id="{5F46028E-BBE2-4FC0-A1E0-3F36318AFF49}"/>
              </a:ext>
            </a:extLst>
          </p:cNvPr>
          <p:cNvSpPr>
            <a:spLocks noGrp="1"/>
          </p:cNvSpPr>
          <p:nvPr>
            <p:ph type="body" sz="quarter" idx="15"/>
          </p:nvPr>
        </p:nvSpPr>
        <p:spPr>
          <a:xfrm>
            <a:off x="1583261" y="2746215"/>
            <a:ext cx="3602038" cy="862617"/>
          </a:xfrm>
          <a:prstGeom prst="rect">
            <a:avLst/>
          </a:prstGeom>
        </p:spPr>
        <p:txBody>
          <a:bodyPr>
            <a:normAutofit/>
          </a:bodyPr>
          <a:lstStyle>
            <a:lvl1pPr marL="0" indent="0">
              <a:buNone/>
              <a:defRPr sz="1400"/>
            </a:lvl1pPr>
          </a:lstStyle>
          <a:p>
            <a:pPr lvl="0"/>
            <a:r>
              <a:rPr lang="en-US"/>
              <a:t>Click to edit Master text styles</a:t>
            </a:r>
          </a:p>
        </p:txBody>
      </p:sp>
      <p:sp>
        <p:nvSpPr>
          <p:cNvPr id="41" name="Text Placeholder 29">
            <a:extLst>
              <a:ext uri="{FF2B5EF4-FFF2-40B4-BE49-F238E27FC236}">
                <a16:creationId xmlns:a16="http://schemas.microsoft.com/office/drawing/2014/main" id="{152DA670-78AB-CBF6-1197-50A0CF775A2D}"/>
              </a:ext>
            </a:extLst>
          </p:cNvPr>
          <p:cNvSpPr>
            <a:spLocks noGrp="1"/>
          </p:cNvSpPr>
          <p:nvPr>
            <p:ph type="body" sz="quarter" idx="16"/>
          </p:nvPr>
        </p:nvSpPr>
        <p:spPr>
          <a:xfrm>
            <a:off x="6714553" y="2178050"/>
            <a:ext cx="3602038" cy="504664"/>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42" name="Text Placeholder 39">
            <a:extLst>
              <a:ext uri="{FF2B5EF4-FFF2-40B4-BE49-F238E27FC236}">
                <a16:creationId xmlns:a16="http://schemas.microsoft.com/office/drawing/2014/main" id="{7784DEEC-849A-0283-62BF-533242B109CF}"/>
              </a:ext>
            </a:extLst>
          </p:cNvPr>
          <p:cNvSpPr>
            <a:spLocks noGrp="1"/>
          </p:cNvSpPr>
          <p:nvPr>
            <p:ph type="body" sz="quarter" idx="17"/>
          </p:nvPr>
        </p:nvSpPr>
        <p:spPr>
          <a:xfrm>
            <a:off x="6714553" y="2746215"/>
            <a:ext cx="3602038" cy="862617"/>
          </a:xfrm>
          <a:prstGeom prst="rect">
            <a:avLst/>
          </a:prstGeom>
        </p:spPr>
        <p:txBody>
          <a:bodyPr>
            <a:normAutofit/>
          </a:bodyPr>
          <a:lstStyle>
            <a:lvl1pPr marL="0" indent="0">
              <a:buNone/>
              <a:defRPr sz="1400"/>
            </a:lvl1pPr>
          </a:lstStyle>
          <a:p>
            <a:pPr lvl="0"/>
            <a:r>
              <a:rPr lang="en-US"/>
              <a:t>Click to edit Master text styles</a:t>
            </a:r>
          </a:p>
        </p:txBody>
      </p:sp>
      <p:sp>
        <p:nvSpPr>
          <p:cNvPr id="43" name="Text Placeholder 29">
            <a:extLst>
              <a:ext uri="{FF2B5EF4-FFF2-40B4-BE49-F238E27FC236}">
                <a16:creationId xmlns:a16="http://schemas.microsoft.com/office/drawing/2014/main" id="{AB8125F3-2588-9BE1-D9EC-641E8C425C2E}"/>
              </a:ext>
            </a:extLst>
          </p:cNvPr>
          <p:cNvSpPr>
            <a:spLocks noGrp="1"/>
          </p:cNvSpPr>
          <p:nvPr>
            <p:ph type="body" sz="quarter" idx="18"/>
          </p:nvPr>
        </p:nvSpPr>
        <p:spPr>
          <a:xfrm>
            <a:off x="1583261" y="4325823"/>
            <a:ext cx="3602038" cy="504664"/>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44" name="Text Placeholder 39">
            <a:extLst>
              <a:ext uri="{FF2B5EF4-FFF2-40B4-BE49-F238E27FC236}">
                <a16:creationId xmlns:a16="http://schemas.microsoft.com/office/drawing/2014/main" id="{4D44707A-0C4F-C344-3717-752178D9CDD9}"/>
              </a:ext>
            </a:extLst>
          </p:cNvPr>
          <p:cNvSpPr>
            <a:spLocks noGrp="1"/>
          </p:cNvSpPr>
          <p:nvPr>
            <p:ph type="body" sz="quarter" idx="19"/>
          </p:nvPr>
        </p:nvSpPr>
        <p:spPr>
          <a:xfrm>
            <a:off x="1583261" y="4893988"/>
            <a:ext cx="3602038" cy="862617"/>
          </a:xfrm>
          <a:prstGeom prst="rect">
            <a:avLst/>
          </a:prstGeom>
        </p:spPr>
        <p:txBody>
          <a:bodyPr>
            <a:normAutofit/>
          </a:bodyPr>
          <a:lstStyle>
            <a:lvl1pPr marL="0" indent="0">
              <a:buNone/>
              <a:defRPr sz="1400"/>
            </a:lvl1pPr>
          </a:lstStyle>
          <a:p>
            <a:pPr lvl="0"/>
            <a:r>
              <a:rPr lang="en-US"/>
              <a:t>Click to edit Master text styles</a:t>
            </a:r>
          </a:p>
        </p:txBody>
      </p:sp>
      <p:sp>
        <p:nvSpPr>
          <p:cNvPr id="45" name="Text Placeholder 29">
            <a:extLst>
              <a:ext uri="{FF2B5EF4-FFF2-40B4-BE49-F238E27FC236}">
                <a16:creationId xmlns:a16="http://schemas.microsoft.com/office/drawing/2014/main" id="{C2916B5F-C470-85C4-B809-47286DE90376}"/>
              </a:ext>
            </a:extLst>
          </p:cNvPr>
          <p:cNvSpPr>
            <a:spLocks noGrp="1"/>
          </p:cNvSpPr>
          <p:nvPr>
            <p:ph type="body" sz="quarter" idx="20"/>
          </p:nvPr>
        </p:nvSpPr>
        <p:spPr>
          <a:xfrm>
            <a:off x="6714553" y="4325823"/>
            <a:ext cx="3602038" cy="504664"/>
          </a:xfrm>
          <a:prstGeom prst="rect">
            <a:avLst/>
          </a:prstGeom>
        </p:spPr>
        <p:txBody>
          <a:bodyPr anchor="b">
            <a:normAutofit/>
          </a:bodyPr>
          <a:lstStyle>
            <a:lvl1pPr marL="0" indent="0">
              <a:lnSpc>
                <a:spcPct val="100000"/>
              </a:lnSpc>
              <a:buNone/>
              <a:defRPr sz="1800" b="1">
                <a:solidFill>
                  <a:schemeClr val="accent1"/>
                </a:solidFill>
                <a:latin typeface="+mj-lt"/>
              </a:defRPr>
            </a:lvl1pPr>
          </a:lstStyle>
          <a:p>
            <a:pPr lvl="0"/>
            <a:r>
              <a:rPr lang="en-US"/>
              <a:t>Click to edit Master text styles</a:t>
            </a:r>
          </a:p>
        </p:txBody>
      </p:sp>
      <p:sp>
        <p:nvSpPr>
          <p:cNvPr id="46" name="Text Placeholder 39">
            <a:extLst>
              <a:ext uri="{FF2B5EF4-FFF2-40B4-BE49-F238E27FC236}">
                <a16:creationId xmlns:a16="http://schemas.microsoft.com/office/drawing/2014/main" id="{F1BFDDF3-7ED5-0302-C00D-A34A2058A9B8}"/>
              </a:ext>
            </a:extLst>
          </p:cNvPr>
          <p:cNvSpPr>
            <a:spLocks noGrp="1"/>
          </p:cNvSpPr>
          <p:nvPr>
            <p:ph type="body" sz="quarter" idx="21"/>
          </p:nvPr>
        </p:nvSpPr>
        <p:spPr>
          <a:xfrm>
            <a:off x="6714553" y="4893988"/>
            <a:ext cx="3602038" cy="862617"/>
          </a:xfrm>
          <a:prstGeom prst="rect">
            <a:avLst/>
          </a:prstGeom>
        </p:spPr>
        <p:txBody>
          <a:bodyPr>
            <a:normAutofit/>
          </a:bodyPr>
          <a:lstStyle>
            <a:lvl1pPr marL="0" indent="0">
              <a:buNone/>
              <a:defRPr sz="1400"/>
            </a:lvl1pPr>
          </a:lstStyle>
          <a:p>
            <a:pPr lvl="0"/>
            <a:r>
              <a:rPr lang="en-US"/>
              <a:t>Click to edit Master text styles</a:t>
            </a:r>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Tree>
    <p:extLst>
      <p:ext uri="{BB962C8B-B14F-4D97-AF65-F5344CB8AC3E}">
        <p14:creationId xmlns:p14="http://schemas.microsoft.com/office/powerpoint/2010/main" val="458908679"/>
      </p:ext>
    </p:extLst>
  </p:cSld>
  <p:clrMapOvr>
    <a:masterClrMapping/>
  </p:clrMapOvr>
  <p:hf hdr="0" ftr="0" dt="0"/>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Title and 3-item Lists 3">
    <p:spTree>
      <p:nvGrpSpPr>
        <p:cNvPr id="1" name=""/>
        <p:cNvGrpSpPr/>
        <p:nvPr/>
      </p:nvGrpSpPr>
      <p:grpSpPr>
        <a:xfrm>
          <a:off x="0" y="0"/>
          <a:ext cx="0" cy="0"/>
          <a:chOff x="0" y="0"/>
          <a:chExt cx="0" cy="0"/>
        </a:xfrm>
      </p:grpSpPr>
      <p:sp>
        <p:nvSpPr>
          <p:cNvPr id="12" name="Freeform: Shape 7">
            <a:extLst>
              <a:ext uri="{FF2B5EF4-FFF2-40B4-BE49-F238E27FC236}">
                <a16:creationId xmlns:a16="http://schemas.microsoft.com/office/drawing/2014/main" id="{87CCFE2A-6626-6AE5-C453-D35DA310DC3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1" name="Freeform: Shape 6">
            <a:extLst>
              <a:ext uri="{FF2B5EF4-FFF2-40B4-BE49-F238E27FC236}">
                <a16:creationId xmlns:a16="http://schemas.microsoft.com/office/drawing/2014/main" id="{DCD2A433-747D-0C78-13C9-150DE55C9FB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3" name="Freeform: Shape">
            <a:extLst>
              <a:ext uri="{FF2B5EF4-FFF2-40B4-BE49-F238E27FC236}">
                <a16:creationId xmlns:a16="http://schemas.microsoft.com/office/drawing/2014/main" id="{2F042920-C42A-7041-E752-777E868A2F6F}"/>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Rectangle 11">
            <a:extLst>
              <a:ext uri="{FF2B5EF4-FFF2-40B4-BE49-F238E27FC236}">
                <a16:creationId xmlns:a16="http://schemas.microsoft.com/office/drawing/2014/main" id="{A1AEFC74-881B-9A9C-D4A0-8FEE87B40E4D}"/>
              </a:ext>
              <a:ext uri="{C183D7F6-B498-43B3-948B-1728B52AA6E4}">
                <adec:decorative xmlns:adec="http://schemas.microsoft.com/office/drawing/2017/decorative" val="1"/>
              </a:ext>
            </a:extLst>
          </p:cNvPr>
          <p:cNvSpPr/>
          <p:nvPr/>
        </p:nvSpPr>
        <p:spPr>
          <a:xfrm>
            <a:off x="488951" y="2495551"/>
            <a:ext cx="3606596" cy="2517816"/>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a:solidFill>
                <a:schemeClr val="tx1"/>
              </a:solidFill>
            </a:endParaRPr>
          </a:p>
        </p:txBody>
      </p:sp>
      <p:sp>
        <p:nvSpPr>
          <p:cNvPr id="4" name="Rectangle 3">
            <a:extLst>
              <a:ext uri="{FF2B5EF4-FFF2-40B4-BE49-F238E27FC236}">
                <a16:creationId xmlns:a16="http://schemas.microsoft.com/office/drawing/2014/main" id="{3EF6B9CD-CDCE-3DAE-1096-E42A3D736874}"/>
              </a:ext>
              <a:ext uri="{C183D7F6-B498-43B3-948B-1728B52AA6E4}">
                <adec:decorative xmlns:adec="http://schemas.microsoft.com/office/drawing/2017/decorative" val="1"/>
              </a:ext>
            </a:extLst>
          </p:cNvPr>
          <p:cNvSpPr/>
          <p:nvPr/>
        </p:nvSpPr>
        <p:spPr>
          <a:xfrm>
            <a:off x="4304578" y="2495551"/>
            <a:ext cx="3606596" cy="2517816"/>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a:solidFill>
                <a:schemeClr val="tx1"/>
              </a:solidFill>
            </a:endParaRPr>
          </a:p>
        </p:txBody>
      </p:sp>
      <p:sp>
        <p:nvSpPr>
          <p:cNvPr id="5" name="Rectangle 5">
            <a:extLst>
              <a:ext uri="{FF2B5EF4-FFF2-40B4-BE49-F238E27FC236}">
                <a16:creationId xmlns:a16="http://schemas.microsoft.com/office/drawing/2014/main" id="{1A9185E4-B64F-D102-D753-318F5A735DD5}"/>
              </a:ext>
              <a:ext uri="{C183D7F6-B498-43B3-948B-1728B52AA6E4}">
                <adec:decorative xmlns:adec="http://schemas.microsoft.com/office/drawing/2017/decorative" val="1"/>
              </a:ext>
            </a:extLst>
          </p:cNvPr>
          <p:cNvSpPr/>
          <p:nvPr/>
        </p:nvSpPr>
        <p:spPr>
          <a:xfrm>
            <a:off x="8120205" y="2495551"/>
            <a:ext cx="3606596" cy="2517816"/>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a:solidFill>
                <a:schemeClr val="tx1"/>
              </a:solidFill>
            </a:endParaRPr>
          </a:p>
        </p:txBody>
      </p:sp>
      <p:sp>
        <p:nvSpPr>
          <p:cNvPr id="18" name="Rectangle: Rounded Corners 143">
            <a:extLst>
              <a:ext uri="{FF2B5EF4-FFF2-40B4-BE49-F238E27FC236}">
                <a16:creationId xmlns:a16="http://schemas.microsoft.com/office/drawing/2014/main" id="{F5D42F95-A294-554D-ECB2-B2E099A4F2D7}"/>
              </a:ext>
              <a:ext uri="{C183D7F6-B498-43B3-948B-1728B52AA6E4}">
                <adec:decorative xmlns:adec="http://schemas.microsoft.com/office/drawing/2017/decorative" val="1"/>
              </a:ext>
            </a:extLst>
          </p:cNvPr>
          <p:cNvSpPr>
            <a:spLocks/>
          </p:cNvSpPr>
          <p:nvPr/>
        </p:nvSpPr>
        <p:spPr>
          <a:xfrm rot="5400000">
            <a:off x="2269390" y="983372"/>
            <a:ext cx="45719" cy="3252137"/>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19" name="Rectangle: Rounded Corners 143">
            <a:extLst>
              <a:ext uri="{FF2B5EF4-FFF2-40B4-BE49-F238E27FC236}">
                <a16:creationId xmlns:a16="http://schemas.microsoft.com/office/drawing/2014/main" id="{5BDE51AD-849D-734D-C53B-CB01854A33F8}"/>
              </a:ext>
              <a:ext uri="{C183D7F6-B498-43B3-948B-1728B52AA6E4}">
                <adec:decorative xmlns:adec="http://schemas.microsoft.com/office/drawing/2017/decorative" val="1"/>
              </a:ext>
            </a:extLst>
          </p:cNvPr>
          <p:cNvSpPr>
            <a:spLocks/>
          </p:cNvSpPr>
          <p:nvPr/>
        </p:nvSpPr>
        <p:spPr>
          <a:xfrm rot="5400000">
            <a:off x="6090795" y="983372"/>
            <a:ext cx="45719" cy="3252137"/>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0" name="Rectangle: Rounded Corners 143">
            <a:extLst>
              <a:ext uri="{FF2B5EF4-FFF2-40B4-BE49-F238E27FC236}">
                <a16:creationId xmlns:a16="http://schemas.microsoft.com/office/drawing/2014/main" id="{FD1CFB5D-5023-08E7-C54E-8D59DBE2B2C5}"/>
              </a:ext>
              <a:ext uri="{C183D7F6-B498-43B3-948B-1728B52AA6E4}">
                <adec:decorative xmlns:adec="http://schemas.microsoft.com/office/drawing/2017/decorative" val="1"/>
              </a:ext>
            </a:extLst>
          </p:cNvPr>
          <p:cNvSpPr>
            <a:spLocks/>
          </p:cNvSpPr>
          <p:nvPr/>
        </p:nvSpPr>
        <p:spPr>
          <a:xfrm rot="5400000">
            <a:off x="9906422" y="983372"/>
            <a:ext cx="45719" cy="3252137"/>
          </a:xfrm>
          <a:prstGeom prst="rect">
            <a:avLst/>
          </a:prstGeom>
          <a:solidFill>
            <a:schemeClr val="accent1"/>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endParaRPr lang="zh-CN" altLang="en-US" sz="2000"/>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382744"/>
            <a:ext cx="10504000" cy="1132258"/>
          </a:xfrm>
          <a:prstGeom prst="rect">
            <a:avLst/>
          </a:prstGeom>
        </p:spPr>
        <p:txBody>
          <a:bodyPr/>
          <a:lstStyle>
            <a:lvl1pPr algn="ctr">
              <a:tabLst>
                <a:tab pos="4284663" algn="l"/>
              </a:tabLst>
              <a:defRPr/>
            </a:lvl1pPr>
          </a:lstStyle>
          <a:p>
            <a:r>
              <a:rPr lang="en-US"/>
              <a:t>Click to edit Master title style</a:t>
            </a:r>
          </a:p>
        </p:txBody>
      </p:sp>
      <p:sp>
        <p:nvSpPr>
          <p:cNvPr id="22" name="Text Placeholder 21">
            <a:extLst>
              <a:ext uri="{FF2B5EF4-FFF2-40B4-BE49-F238E27FC236}">
                <a16:creationId xmlns:a16="http://schemas.microsoft.com/office/drawing/2014/main" id="{579E6D70-234C-B43F-0689-DA978FDC4559}"/>
              </a:ext>
            </a:extLst>
          </p:cNvPr>
          <p:cNvSpPr>
            <a:spLocks noGrp="1"/>
          </p:cNvSpPr>
          <p:nvPr>
            <p:ph type="body" sz="quarter" idx="13"/>
          </p:nvPr>
        </p:nvSpPr>
        <p:spPr>
          <a:xfrm>
            <a:off x="666181" y="2894188"/>
            <a:ext cx="3252788" cy="743602"/>
          </a:xfrm>
          <a:prstGeom prst="rect">
            <a:avLst/>
          </a:prstGeom>
        </p:spPr>
        <p:txBody>
          <a:bodyP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24" name="Text Placeholder 23">
            <a:extLst>
              <a:ext uri="{FF2B5EF4-FFF2-40B4-BE49-F238E27FC236}">
                <a16:creationId xmlns:a16="http://schemas.microsoft.com/office/drawing/2014/main" id="{CA5E087E-94A9-C71E-5291-39C6638BD0A5}"/>
              </a:ext>
            </a:extLst>
          </p:cNvPr>
          <p:cNvSpPr>
            <a:spLocks noGrp="1"/>
          </p:cNvSpPr>
          <p:nvPr>
            <p:ph type="body" sz="quarter" idx="14" hasCustomPrompt="1"/>
          </p:nvPr>
        </p:nvSpPr>
        <p:spPr>
          <a:xfrm>
            <a:off x="666181" y="3737577"/>
            <a:ext cx="3252788" cy="1031875"/>
          </a:xfrm>
          <a:prstGeom prst="rect">
            <a:avLst/>
          </a:prstGeom>
        </p:spPr>
        <p:txBody>
          <a:bodyPr>
            <a:normAutofit/>
          </a:bodyPr>
          <a:lstStyle>
            <a:lvl1pPr marL="0" indent="0" algn="ctr">
              <a:buNone/>
              <a:defRPr sz="1400"/>
            </a:lvl1pPr>
          </a:lstStyle>
          <a:p>
            <a:pPr lvl="0"/>
            <a:r>
              <a:rPr lang="en-US" altLang="zh-CN"/>
              <a:t>Click to edit Master text styles</a:t>
            </a:r>
            <a:endParaRPr lang="zh-CN" altLang="en-US"/>
          </a:p>
        </p:txBody>
      </p:sp>
      <p:sp>
        <p:nvSpPr>
          <p:cNvPr id="25" name="Text Placeholder 21">
            <a:extLst>
              <a:ext uri="{FF2B5EF4-FFF2-40B4-BE49-F238E27FC236}">
                <a16:creationId xmlns:a16="http://schemas.microsoft.com/office/drawing/2014/main" id="{DFFAF77B-DC5E-D3F2-DD0F-B6B0DE2E3337}"/>
              </a:ext>
            </a:extLst>
          </p:cNvPr>
          <p:cNvSpPr>
            <a:spLocks noGrp="1"/>
          </p:cNvSpPr>
          <p:nvPr>
            <p:ph type="body" sz="quarter" idx="15"/>
          </p:nvPr>
        </p:nvSpPr>
        <p:spPr>
          <a:xfrm>
            <a:off x="4486935" y="2902435"/>
            <a:ext cx="3252788" cy="743602"/>
          </a:xfrm>
          <a:prstGeom prst="rect">
            <a:avLst/>
          </a:prstGeom>
        </p:spPr>
        <p:txBody>
          <a:bodyP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26" name="Text Placeholder 23">
            <a:extLst>
              <a:ext uri="{FF2B5EF4-FFF2-40B4-BE49-F238E27FC236}">
                <a16:creationId xmlns:a16="http://schemas.microsoft.com/office/drawing/2014/main" id="{75E6CD7A-E04F-DA48-DFE7-15AD16F205CE}"/>
              </a:ext>
            </a:extLst>
          </p:cNvPr>
          <p:cNvSpPr>
            <a:spLocks noGrp="1"/>
          </p:cNvSpPr>
          <p:nvPr>
            <p:ph type="body" sz="quarter" idx="16" hasCustomPrompt="1"/>
          </p:nvPr>
        </p:nvSpPr>
        <p:spPr>
          <a:xfrm>
            <a:off x="4486935" y="3745824"/>
            <a:ext cx="3252788" cy="1031875"/>
          </a:xfrm>
          <a:prstGeom prst="rect">
            <a:avLst/>
          </a:prstGeom>
        </p:spPr>
        <p:txBody>
          <a:bodyPr>
            <a:normAutofit/>
          </a:bodyPr>
          <a:lstStyle>
            <a:lvl1pPr marL="0" indent="0" algn="ctr">
              <a:buNone/>
              <a:defRPr sz="1400"/>
            </a:lvl1pPr>
          </a:lstStyle>
          <a:p>
            <a:pPr lvl="0"/>
            <a:r>
              <a:rPr lang="en-US" altLang="zh-CN"/>
              <a:t>Click to edit Master text styles</a:t>
            </a:r>
            <a:endParaRPr lang="zh-CN" altLang="en-US"/>
          </a:p>
        </p:txBody>
      </p:sp>
      <p:sp>
        <p:nvSpPr>
          <p:cNvPr id="31" name="Text Placeholder 21">
            <a:extLst>
              <a:ext uri="{FF2B5EF4-FFF2-40B4-BE49-F238E27FC236}">
                <a16:creationId xmlns:a16="http://schemas.microsoft.com/office/drawing/2014/main" id="{A69C0A17-B8C0-CDE4-B1B4-4B9FC4AC8A44}"/>
              </a:ext>
            </a:extLst>
          </p:cNvPr>
          <p:cNvSpPr>
            <a:spLocks noGrp="1"/>
          </p:cNvSpPr>
          <p:nvPr>
            <p:ph type="body" sz="quarter" idx="17"/>
          </p:nvPr>
        </p:nvSpPr>
        <p:spPr>
          <a:xfrm>
            <a:off x="8273031" y="2902435"/>
            <a:ext cx="3252788" cy="743602"/>
          </a:xfrm>
          <a:prstGeom prst="rect">
            <a:avLst/>
          </a:prstGeom>
        </p:spPr>
        <p:txBody>
          <a:bodyPr>
            <a:normAutofit/>
          </a:bodyPr>
          <a:lstStyle>
            <a:lvl1pPr marL="0" indent="0" algn="ctr">
              <a:lnSpc>
                <a:spcPct val="100000"/>
              </a:lnSpc>
              <a:buNone/>
              <a:defRPr sz="1800" b="1">
                <a:solidFill>
                  <a:schemeClr val="accent1"/>
                </a:solidFill>
                <a:latin typeface="+mj-lt"/>
              </a:defRPr>
            </a:lvl1pPr>
          </a:lstStyle>
          <a:p>
            <a:pPr lvl="0"/>
            <a:r>
              <a:rPr lang="en-US"/>
              <a:t>Click to edit Master text styles</a:t>
            </a:r>
          </a:p>
        </p:txBody>
      </p:sp>
      <p:sp>
        <p:nvSpPr>
          <p:cNvPr id="32" name="Text Placeholder 23">
            <a:extLst>
              <a:ext uri="{FF2B5EF4-FFF2-40B4-BE49-F238E27FC236}">
                <a16:creationId xmlns:a16="http://schemas.microsoft.com/office/drawing/2014/main" id="{44986253-66AA-1A5A-93F0-09CA6D7377DC}"/>
              </a:ext>
            </a:extLst>
          </p:cNvPr>
          <p:cNvSpPr>
            <a:spLocks noGrp="1"/>
          </p:cNvSpPr>
          <p:nvPr>
            <p:ph type="body" sz="quarter" idx="18" hasCustomPrompt="1"/>
          </p:nvPr>
        </p:nvSpPr>
        <p:spPr>
          <a:xfrm>
            <a:off x="8273031" y="3745824"/>
            <a:ext cx="3252788" cy="1031875"/>
          </a:xfrm>
          <a:prstGeom prst="rect">
            <a:avLst/>
          </a:prstGeom>
        </p:spPr>
        <p:txBody>
          <a:bodyPr>
            <a:normAutofit/>
          </a:bodyPr>
          <a:lstStyle>
            <a:lvl1pPr marL="0" indent="0" algn="ctr">
              <a:buNone/>
              <a:defRPr sz="1400"/>
            </a:lvl1pPr>
          </a:lstStyle>
          <a:p>
            <a:pPr lvl="0"/>
            <a:r>
              <a:rPr lang="en-US" altLang="zh-CN"/>
              <a:t>Click to edit Master text styles</a:t>
            </a:r>
            <a:endParaRPr lang="zh-CN" altLang="en-US"/>
          </a:p>
        </p:txBody>
      </p:sp>
      <p:sp>
        <p:nvSpPr>
          <p:cNvPr id="6" name="Date Placeholder 5">
            <a:extLst>
              <a:ext uri="{FF2B5EF4-FFF2-40B4-BE49-F238E27FC236}">
                <a16:creationId xmlns:a16="http://schemas.microsoft.com/office/drawing/2014/main" id="{A991000C-5C42-5EFE-1724-E919C1AFCF6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A620EB96-9ED6-BCEB-D919-685C90DA47CF}"/>
              </a:ext>
            </a:extLst>
          </p:cNvPr>
          <p:cNvSpPr>
            <a:spLocks noGrp="1"/>
          </p:cNvSpPr>
          <p:nvPr>
            <p:ph type="ftr" sz="quarter" idx="11"/>
          </p:nvPr>
        </p:nvSpPr>
        <p:spPr>
          <a:xfrm>
            <a:off x="3800475" y="6400800"/>
            <a:ext cx="3657600" cy="266700"/>
          </a:xfrm>
        </p:spPr>
        <p:txBody>
          <a:bodyPr/>
          <a:lstStyle/>
          <a:p>
            <a:endParaRPr lang="en-US" dirty="0"/>
          </a:p>
        </p:txBody>
      </p:sp>
      <p:sp>
        <p:nvSpPr>
          <p:cNvPr id="8" name="Slide Number Placeholder 7">
            <a:extLst>
              <a:ext uri="{FF2B5EF4-FFF2-40B4-BE49-F238E27FC236}">
                <a16:creationId xmlns:a16="http://schemas.microsoft.com/office/drawing/2014/main" id="{25564476-60E1-46C0-5035-F4C8EDB87384}"/>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236968115"/>
      </p:ext>
    </p:extLst>
  </p:cSld>
  <p:clrMapOvr>
    <a:masterClrMapping/>
  </p:clrMapOvr>
  <p:hf hdr="0" ftr="0" dt="0"/>
</p:sldLayout>
</file>

<file path=ppt/slideLayouts/slideLayout20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6A47439-C3B4-DEC8-C61E-A49A7EA344DA}"/>
              </a:ext>
            </a:extLst>
          </p:cNvPr>
          <p:cNvSpPr>
            <a:spLocks noGrp="1"/>
          </p:cNvSpPr>
          <p:nvPr>
            <p:ph type="dt" sz="half" idx="10"/>
          </p:nvPr>
        </p:nvSpPr>
        <p:spPr>
          <a:xfrm>
            <a:off x="657225" y="6400800"/>
            <a:ext cx="2743200" cy="266700"/>
          </a:xfrm>
          <a:prstGeom prst="rect">
            <a:avLst/>
          </a:prstGeom>
        </p:spPr>
        <p:txBody>
          <a:bodyPr/>
          <a:lstStyle/>
          <a:p>
            <a:r>
              <a:rPr lang="en-US" altLang="zh-CN"/>
              <a:t>03/12/2025</a:t>
            </a:r>
          </a:p>
        </p:txBody>
      </p:sp>
      <p:sp>
        <p:nvSpPr>
          <p:cNvPr id="6" name="Footer Placeholder 5">
            <a:extLst>
              <a:ext uri="{FF2B5EF4-FFF2-40B4-BE49-F238E27FC236}">
                <a16:creationId xmlns:a16="http://schemas.microsoft.com/office/drawing/2014/main" id="{49A0759D-5A18-780C-BAFE-FF5308C6906C}"/>
              </a:ext>
            </a:extLst>
          </p:cNvPr>
          <p:cNvSpPr>
            <a:spLocks noGrp="1"/>
          </p:cNvSpPr>
          <p:nvPr>
            <p:ph type="ftr" sz="quarter" idx="11"/>
          </p:nvPr>
        </p:nvSpPr>
        <p:spPr>
          <a:xfrm>
            <a:off x="3800475" y="6400800"/>
            <a:ext cx="3657600" cy="266700"/>
          </a:xfrm>
        </p:spPr>
        <p:txBody>
          <a:bodyPr/>
          <a:lstStyle/>
          <a:p>
            <a:r>
              <a:rPr lang="en-US"/>
              <a:t>Sample Footer Text</a:t>
            </a:r>
          </a:p>
        </p:txBody>
      </p:sp>
      <p:sp>
        <p:nvSpPr>
          <p:cNvPr id="7" name="Slide Number Placeholder 6">
            <a:extLst>
              <a:ext uri="{FF2B5EF4-FFF2-40B4-BE49-F238E27FC236}">
                <a16:creationId xmlns:a16="http://schemas.microsoft.com/office/drawing/2014/main" id="{70EB2D00-3DC7-9097-2E42-EB77D3D3152F}"/>
              </a:ext>
            </a:extLst>
          </p:cNvPr>
          <p:cNvSpPr>
            <a:spLocks noGrp="1"/>
          </p:cNvSpPr>
          <p:nvPr>
            <p:ph type="sldNum" sz="half" idx="12"/>
          </p:nvPr>
        </p:nvSpPr>
        <p:spPr>
          <a:xfrm>
            <a:off x="7858125" y="6400800"/>
            <a:ext cx="3657600" cy="266700"/>
          </a:xfrm>
          <a:prstGeom prst="rect">
            <a:avLst/>
          </a:prstGeom>
        </p:spPr>
        <p:txBody>
          <a:bodyPr/>
          <a:lstStyle/>
          <a:p>
            <a:fld id="{BDE41EC4-32D3-40A1-A827-5D3F99F173AD}" type="slidenum">
              <a:rPr lang="en-US" altLang="zh-CN" smtClean="0"/>
              <a:pPr/>
              <a:t>‹#›</a:t>
            </a:fld>
            <a:endParaRPr lang="en-US" altLang="zh-CN"/>
          </a:p>
        </p:txBody>
      </p:sp>
    </p:spTree>
    <p:extLst>
      <p:ext uri="{BB962C8B-B14F-4D97-AF65-F5344CB8AC3E}">
        <p14:creationId xmlns:p14="http://schemas.microsoft.com/office/powerpoint/2010/main" val="3434135293"/>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4" name="Freeform: Shape 7">
            <a:extLst>
              <a:ext uri="{FF2B5EF4-FFF2-40B4-BE49-F238E27FC236}">
                <a16:creationId xmlns:a16="http://schemas.microsoft.com/office/drawing/2014/main" id="{9A52E019-72F8-20CD-333A-4BD26410F575}"/>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3" name="Freeform: Shape 6">
            <a:extLst>
              <a:ext uri="{FF2B5EF4-FFF2-40B4-BE49-F238E27FC236}">
                <a16:creationId xmlns:a16="http://schemas.microsoft.com/office/drawing/2014/main" id="{EC6071E0-7034-EEAF-523D-EF5087E54132}"/>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60D5C5F5-3B18-6490-BE68-D651EEC5972C}"/>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44000" y="831919"/>
            <a:ext cx="3595634" cy="1757505"/>
          </a:xfrm>
          <a:prstGeom prst="rect">
            <a:avLst/>
          </a:prstGeo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44000" y="2724912"/>
            <a:ext cx="3595634" cy="3301168"/>
          </a:xfrm>
          <a:prstGeom prst="rect">
            <a:avLst/>
          </a:prstGeo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07742" y="831919"/>
            <a:ext cx="6440258" cy="5194161"/>
          </a:xfrm>
          <a:prstGeom prst="rect">
            <a:avLst/>
          </a:prstGeom>
        </p:spPr>
        <p:txBody>
          <a:bodyPr>
            <a:normAutofit/>
          </a:bodyPr>
          <a:lstStyle>
            <a:lvl1pPr>
              <a:defRPr sz="1400"/>
            </a:lvl1pPr>
            <a:lvl2pPr>
              <a:defRPr sz="1200"/>
            </a:lvl2pPr>
            <a:lvl3pPr>
              <a:defRPr sz="1100"/>
            </a:lvl3pPr>
            <a:lvl4pPr>
              <a:defRPr sz="1050"/>
            </a:lvl4pPr>
            <a:lvl5pPr>
              <a:defRPr sz="105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11C5514E-39A6-9BC8-725B-C222BD0B8AA2}"/>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9" name="Footer Placeholder 8">
            <a:extLst>
              <a:ext uri="{FF2B5EF4-FFF2-40B4-BE49-F238E27FC236}">
                <a16:creationId xmlns:a16="http://schemas.microsoft.com/office/drawing/2014/main" id="{38A87490-CA58-467C-24E2-36E6253CADD7}"/>
              </a:ext>
            </a:extLst>
          </p:cNvPr>
          <p:cNvSpPr>
            <a:spLocks noGrp="1"/>
          </p:cNvSpPr>
          <p:nvPr>
            <p:ph type="ftr" sz="quarter" idx="11"/>
          </p:nvPr>
        </p:nvSpPr>
        <p:spPr>
          <a:xfrm>
            <a:off x="3800475" y="6400800"/>
            <a:ext cx="3657600" cy="266700"/>
          </a:xfrm>
        </p:spPr>
        <p:txBody>
          <a:bodyPr/>
          <a:lstStyle/>
          <a:p>
            <a:endParaRPr lang="en-US" dirty="0"/>
          </a:p>
        </p:txBody>
      </p:sp>
      <p:sp>
        <p:nvSpPr>
          <p:cNvPr id="10" name="Slide Number Placeholder 9">
            <a:extLst>
              <a:ext uri="{FF2B5EF4-FFF2-40B4-BE49-F238E27FC236}">
                <a16:creationId xmlns:a16="http://schemas.microsoft.com/office/drawing/2014/main" id="{2CE0A8E3-9314-85BD-7158-1F2CC7357B87}"/>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788199304"/>
      </p:ext>
    </p:extLst>
  </p:cSld>
  <p:clrMapOvr>
    <a:masterClrMapping/>
  </p:clrMapOvr>
  <p:hf hdr="0" ftr="0" dt="0"/>
</p:sldLayout>
</file>

<file path=ppt/slideLayouts/slideLayout20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4" name="Freeform: Shape 7">
            <a:extLst>
              <a:ext uri="{FF2B5EF4-FFF2-40B4-BE49-F238E27FC236}">
                <a16:creationId xmlns:a16="http://schemas.microsoft.com/office/drawing/2014/main" id="{C4D996C6-EC1D-2D63-D0A9-068AEEF700B9}"/>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3" name="Freeform: Shape 6">
            <a:extLst>
              <a:ext uri="{FF2B5EF4-FFF2-40B4-BE49-F238E27FC236}">
                <a16:creationId xmlns:a16="http://schemas.microsoft.com/office/drawing/2014/main" id="{C41512CB-4231-1D37-186F-434200476761}"/>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5" name="Freeform: Shape">
            <a:extLst>
              <a:ext uri="{FF2B5EF4-FFF2-40B4-BE49-F238E27FC236}">
                <a16:creationId xmlns:a16="http://schemas.microsoft.com/office/drawing/2014/main" id="{911D4BBE-6595-C858-F3D6-C69A20B97BEE}"/>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44000" y="831919"/>
            <a:ext cx="3595634" cy="2212313"/>
          </a:xfrm>
          <a:prstGeom prst="rect">
            <a:avLst/>
          </a:prstGeo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49024" y="3260034"/>
            <a:ext cx="3585586" cy="2766045"/>
          </a:xfrm>
          <a:prstGeom prst="rect">
            <a:avLst/>
          </a:prstGeo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 uri="{C183D7F6-B498-43B3-948B-1728B52AA6E4}">
                <adec:decorative xmlns:adec="http://schemas.microsoft.com/office/drawing/2017/decorative" val="0"/>
              </a:ext>
            </a:extLst>
          </p:cNvPr>
          <p:cNvSpPr>
            <a:spLocks noGrp="1"/>
          </p:cNvSpPr>
          <p:nvPr>
            <p:ph type="pic" idx="1"/>
          </p:nvPr>
        </p:nvSpPr>
        <p:spPr>
          <a:xfrm>
            <a:off x="5063319" y="831919"/>
            <a:ext cx="6284681" cy="5194161"/>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Date Placeholder 7">
            <a:extLst>
              <a:ext uri="{FF2B5EF4-FFF2-40B4-BE49-F238E27FC236}">
                <a16:creationId xmlns:a16="http://schemas.microsoft.com/office/drawing/2014/main" id="{D0043512-E3FC-BB3F-A7DA-424BBECF21B0}"/>
              </a:ext>
            </a:extLst>
          </p:cNvPr>
          <p:cNvSpPr>
            <a:spLocks noGrp="1"/>
          </p:cNvSpPr>
          <p:nvPr>
            <p:ph type="dt" sz="half" idx="10"/>
          </p:nvPr>
        </p:nvSpPr>
        <p:spPr>
          <a:xfrm>
            <a:off x="657225" y="6400800"/>
            <a:ext cx="2743200" cy="266700"/>
          </a:xfrm>
          <a:prstGeom prst="rect">
            <a:avLst/>
          </a:prstGeom>
        </p:spPr>
        <p:txBody>
          <a:bodyPr/>
          <a:lstStyle/>
          <a:p>
            <a:r>
              <a:rPr lang="en-US"/>
              <a:t>00/00/00</a:t>
            </a:r>
            <a:endParaRPr lang="en-US" dirty="0"/>
          </a:p>
        </p:txBody>
      </p:sp>
      <p:sp>
        <p:nvSpPr>
          <p:cNvPr id="9" name="Footer Placeholder 8">
            <a:extLst>
              <a:ext uri="{FF2B5EF4-FFF2-40B4-BE49-F238E27FC236}">
                <a16:creationId xmlns:a16="http://schemas.microsoft.com/office/drawing/2014/main" id="{A2FC3F80-10A8-391C-8DE7-05D529B7DBD8}"/>
              </a:ext>
            </a:extLst>
          </p:cNvPr>
          <p:cNvSpPr>
            <a:spLocks noGrp="1"/>
          </p:cNvSpPr>
          <p:nvPr>
            <p:ph type="ftr" sz="quarter" idx="11"/>
          </p:nvPr>
        </p:nvSpPr>
        <p:spPr>
          <a:xfrm>
            <a:off x="3800475" y="6400800"/>
            <a:ext cx="3657600" cy="266700"/>
          </a:xfrm>
        </p:spPr>
        <p:txBody>
          <a:bodyPr/>
          <a:lstStyle/>
          <a:p>
            <a:endParaRPr lang="en-US" dirty="0"/>
          </a:p>
        </p:txBody>
      </p:sp>
      <p:sp>
        <p:nvSpPr>
          <p:cNvPr id="10" name="Slide Number Placeholder 9">
            <a:extLst>
              <a:ext uri="{FF2B5EF4-FFF2-40B4-BE49-F238E27FC236}">
                <a16:creationId xmlns:a16="http://schemas.microsoft.com/office/drawing/2014/main" id="{F3FA3B5A-6578-3CED-DD1E-B78BDEB8D25B}"/>
              </a:ext>
            </a:extLst>
          </p:cNvPr>
          <p:cNvSpPr>
            <a:spLocks noGrp="1"/>
          </p:cNvSpPr>
          <p:nvPr>
            <p:ph type="sldNum" sz="half" idx="12"/>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988639491"/>
      </p:ext>
    </p:extLst>
  </p:cSld>
  <p:clrMapOvr>
    <a:masterClrMapping/>
  </p:clrMapOvr>
  <p:hf hdr="0" ftr="0" dt="0"/>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13" name="Freeform: Shape 7">
            <a:extLst>
              <a:ext uri="{FF2B5EF4-FFF2-40B4-BE49-F238E27FC236}">
                <a16:creationId xmlns:a16="http://schemas.microsoft.com/office/drawing/2014/main" id="{7C208FDA-2DC8-5E65-6234-52C46FF4AE66}"/>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2" name="Freeform: Shape 6">
            <a:extLst>
              <a:ext uri="{FF2B5EF4-FFF2-40B4-BE49-F238E27FC236}">
                <a16:creationId xmlns:a16="http://schemas.microsoft.com/office/drawing/2014/main" id="{B1767F46-6B37-E6B4-9B4A-AEA3412A94B0}"/>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4" name="Freeform: Shape">
            <a:extLst>
              <a:ext uri="{FF2B5EF4-FFF2-40B4-BE49-F238E27FC236}">
                <a16:creationId xmlns:a16="http://schemas.microsoft.com/office/drawing/2014/main" id="{F62653D0-30FD-7426-CF86-FDDD77BD1012}"/>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a:prstGeom prst="rect">
            <a:avLst/>
          </a:prstGeom>
        </p:spPr>
        <p:txBody>
          <a:bodyPr anchor="b">
            <a:noAutofit/>
          </a:bodyPr>
          <a:lstStyle>
            <a:lvl1pPr>
              <a:defRPr sz="6000">
                <a:solidFill>
                  <a:schemeClr val="accent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60427" y="3280496"/>
            <a:ext cx="10504000" cy="2743200"/>
          </a:xfrm>
          <a:prstGeom prst="rect">
            <a:avLst/>
          </a:prstGeo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1591819-0893-D31C-BA35-5E41BCC0A272}"/>
              </a:ext>
            </a:extLst>
          </p:cNvPr>
          <p:cNvSpPr>
            <a:spLocks noGrp="1"/>
          </p:cNvSpPr>
          <p:nvPr>
            <p:ph type="dt" sz="half" idx="14"/>
          </p:nvPr>
        </p:nvSpPr>
        <p:spPr>
          <a:xfrm>
            <a:off x="657225" y="6400800"/>
            <a:ext cx="2743200" cy="266700"/>
          </a:xfrm>
          <a:prstGeom prst="rect">
            <a:avLst/>
          </a:prstGeom>
        </p:spPr>
        <p:txBody>
          <a:bodyPr/>
          <a:lstStyle/>
          <a:p>
            <a:r>
              <a:rPr lang="en-US"/>
              <a:t>00/00/00</a:t>
            </a:r>
            <a:endParaRPr lang="en-US" dirty="0"/>
          </a:p>
        </p:txBody>
      </p:sp>
      <p:sp>
        <p:nvSpPr>
          <p:cNvPr id="7" name="Footer Placeholder 6">
            <a:extLst>
              <a:ext uri="{FF2B5EF4-FFF2-40B4-BE49-F238E27FC236}">
                <a16:creationId xmlns:a16="http://schemas.microsoft.com/office/drawing/2014/main" id="{B2A0EA79-90D2-0FDA-2A6B-86DF5B18CD3B}"/>
              </a:ext>
            </a:extLst>
          </p:cNvPr>
          <p:cNvSpPr>
            <a:spLocks noGrp="1"/>
          </p:cNvSpPr>
          <p:nvPr>
            <p:ph type="ftr" sz="quarter" idx="15"/>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B8E2B032-0AB7-8447-DD7D-A992924581CD}"/>
              </a:ext>
            </a:extLst>
          </p:cNvPr>
          <p:cNvSpPr>
            <a:spLocks noGrp="1"/>
          </p:cNvSpPr>
          <p:nvPr>
            <p:ph type="sldNum" sz="half" idx="16"/>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2532645124"/>
      </p:ext>
    </p:extLst>
  </p:cSld>
  <p:clrMapOvr>
    <a:overrideClrMapping bg1="dk1" tx1="lt1" bg2="dk2" tx2="lt2" accent1="accent1" accent2="accent2" accent3="accent3" accent4="accent4" accent5="accent5" accent6="accent6" hlink="hlink" folHlink="folHlink"/>
  </p:clrMapOvr>
  <p:hf hdr="0" ftr="0" dt="0"/>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13" name="Freeform: Shape 7">
            <a:extLst>
              <a:ext uri="{FF2B5EF4-FFF2-40B4-BE49-F238E27FC236}">
                <a16:creationId xmlns:a16="http://schemas.microsoft.com/office/drawing/2014/main" id="{C8D9ADD5-33B5-04DC-338A-82F5DAEE1247}"/>
              </a:ext>
              <a:ext uri="{C183D7F6-B498-43B3-948B-1728B52AA6E4}">
                <adec:decorative xmlns:adec="http://schemas.microsoft.com/office/drawing/2017/decorative" val="1"/>
              </a:ext>
            </a:extLst>
          </p:cNvPr>
          <p:cNvSpPr/>
          <p:nvPr/>
        </p:nvSpPr>
        <p:spPr>
          <a:xfrm rot="5400000">
            <a:off x="10844791" y="-443490"/>
            <a:ext cx="299827" cy="1186810"/>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1"/>
          </a:solidFill>
          <a:ln cap="sq">
            <a:noFill/>
            <a:prstDash val="solid"/>
            <a:miter/>
          </a:ln>
        </p:spPr>
        <p:txBody>
          <a:bodyPr/>
          <a:lstStyle/>
          <a:p>
            <a:endParaRPr lang="zh-CN" altLang="en-US" sz="800"/>
          </a:p>
        </p:txBody>
      </p:sp>
      <p:sp>
        <p:nvSpPr>
          <p:cNvPr id="12" name="Freeform: Shape 6">
            <a:extLst>
              <a:ext uri="{FF2B5EF4-FFF2-40B4-BE49-F238E27FC236}">
                <a16:creationId xmlns:a16="http://schemas.microsoft.com/office/drawing/2014/main" id="{7A7407F7-1464-2538-F9B5-ED8B3730CA2C}"/>
              </a:ext>
              <a:ext uri="{C183D7F6-B498-43B3-948B-1728B52AA6E4}">
                <adec:decorative xmlns:adec="http://schemas.microsoft.com/office/drawing/2017/decorative" val="1"/>
              </a:ext>
            </a:extLst>
          </p:cNvPr>
          <p:cNvSpPr/>
          <p:nvPr/>
        </p:nvSpPr>
        <p:spPr>
          <a:xfrm rot="5400000">
            <a:off x="11740140" y="-152029"/>
            <a:ext cx="299827" cy="603887"/>
          </a:xfrm>
          <a:custGeom>
            <a:avLst/>
            <a:gdLst/>
            <a:ahLst/>
            <a:cxnLst/>
            <a:rect l="l" t="t" r="r" b="b"/>
            <a:pathLst>
              <a:path w="2097419" h="2097419">
                <a:moveTo>
                  <a:pt x="0" y="0"/>
                </a:moveTo>
                <a:lnTo>
                  <a:pt x="2097419" y="0"/>
                </a:lnTo>
                <a:lnTo>
                  <a:pt x="2097419" y="2097419"/>
                </a:lnTo>
                <a:lnTo>
                  <a:pt x="0" y="2097419"/>
                </a:lnTo>
                <a:lnTo>
                  <a:pt x="0" y="0"/>
                </a:lnTo>
                <a:close/>
              </a:path>
            </a:pathLst>
          </a:custGeom>
          <a:solidFill>
            <a:schemeClr val="accent3"/>
          </a:solidFill>
          <a:ln cap="sq">
            <a:noFill/>
            <a:prstDash val="solid"/>
            <a:miter/>
          </a:ln>
        </p:spPr>
        <p:txBody>
          <a:bodyPr/>
          <a:lstStyle/>
          <a:p>
            <a:endParaRPr lang="zh-CN" altLang="en-US" sz="800"/>
          </a:p>
        </p:txBody>
      </p:sp>
      <p:sp>
        <p:nvSpPr>
          <p:cNvPr id="14" name="Freeform: Shape">
            <a:extLst>
              <a:ext uri="{FF2B5EF4-FFF2-40B4-BE49-F238E27FC236}">
                <a16:creationId xmlns:a16="http://schemas.microsoft.com/office/drawing/2014/main" id="{69E69534-939A-6F73-B1B4-C6E8201C0E59}"/>
              </a:ext>
              <a:ext uri="{C183D7F6-B498-43B3-948B-1728B52AA6E4}">
                <adec:decorative xmlns:adec="http://schemas.microsoft.com/office/drawing/2017/decorative" val="1"/>
              </a:ext>
            </a:extLst>
          </p:cNvPr>
          <p:cNvSpPr/>
          <p:nvPr/>
        </p:nvSpPr>
        <p:spPr>
          <a:xfrm>
            <a:off x="0" y="6305550"/>
            <a:ext cx="552450" cy="552450"/>
          </a:xfrm>
          <a:custGeom>
            <a:avLst/>
            <a:gdLst>
              <a:gd name="connsiteX0" fmla="*/ 0 w 552450"/>
              <a:gd name="connsiteY0" fmla="*/ 0 h 552450"/>
              <a:gd name="connsiteX1" fmla="*/ 552450 w 552450"/>
              <a:gd name="connsiteY1" fmla="*/ 552450 h 552450"/>
              <a:gd name="connsiteX2" fmla="*/ 0 w 552450"/>
              <a:gd name="connsiteY2" fmla="*/ 552450 h 552450"/>
            </a:gdLst>
            <a:ahLst/>
            <a:cxnLst>
              <a:cxn ang="0">
                <a:pos x="connsiteX0" y="connsiteY0"/>
              </a:cxn>
              <a:cxn ang="0">
                <a:pos x="connsiteX1" y="connsiteY1"/>
              </a:cxn>
              <a:cxn ang="0">
                <a:pos x="connsiteX2" y="connsiteY2"/>
              </a:cxn>
            </a:cxnLst>
            <a:rect l="l" t="t" r="r" b="b"/>
            <a:pathLst>
              <a:path w="552450" h="552450">
                <a:moveTo>
                  <a:pt x="0" y="0"/>
                </a:moveTo>
                <a:cubicBezTo>
                  <a:pt x="305110" y="0"/>
                  <a:pt x="552450" y="247340"/>
                  <a:pt x="552450" y="552450"/>
                </a:cubicBezTo>
                <a:lnTo>
                  <a:pt x="0" y="55245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627318"/>
            <a:ext cx="8430767" cy="1842020"/>
          </a:xfrm>
          <a:prstGeom prst="rect">
            <a:avLst/>
          </a:prstGeom>
        </p:spPr>
        <p:txBody>
          <a:bodyPr anchor="b">
            <a:noAutofit/>
          </a:bodyPr>
          <a:lstStyle>
            <a:lvl1pPr>
              <a:defRPr sz="6000">
                <a:solidFill>
                  <a:schemeClr val="accent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44128" y="3622674"/>
            <a:ext cx="8430639" cy="1279615"/>
          </a:xfrm>
          <a:prstGeom prst="rect">
            <a:avLst/>
          </a:prstGeom>
        </p:spPr>
        <p:txBody>
          <a:bodyPr>
            <a:no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BB5A84B9-F72A-1BA8-9C60-71EA600DE1EE}"/>
              </a:ext>
            </a:extLst>
          </p:cNvPr>
          <p:cNvSpPr>
            <a:spLocks noGrp="1"/>
          </p:cNvSpPr>
          <p:nvPr>
            <p:ph type="dt" sz="half" idx="15"/>
          </p:nvPr>
        </p:nvSpPr>
        <p:spPr>
          <a:xfrm>
            <a:off x="657225" y="6400800"/>
            <a:ext cx="2743200" cy="266700"/>
          </a:xfrm>
          <a:prstGeom prst="rect">
            <a:avLst/>
          </a:prstGeom>
        </p:spPr>
        <p:txBody>
          <a:bodyPr/>
          <a:lstStyle/>
          <a:p>
            <a:r>
              <a:rPr lang="en-US"/>
              <a:t>00/00/00</a:t>
            </a:r>
            <a:endParaRPr lang="en-US" dirty="0"/>
          </a:p>
        </p:txBody>
      </p:sp>
      <p:sp>
        <p:nvSpPr>
          <p:cNvPr id="8" name="Footer Placeholder 7">
            <a:extLst>
              <a:ext uri="{FF2B5EF4-FFF2-40B4-BE49-F238E27FC236}">
                <a16:creationId xmlns:a16="http://schemas.microsoft.com/office/drawing/2014/main" id="{5ECE627D-2009-C36B-D3C1-23C69EC0584D}"/>
              </a:ext>
            </a:extLst>
          </p:cNvPr>
          <p:cNvSpPr>
            <a:spLocks noGrp="1"/>
          </p:cNvSpPr>
          <p:nvPr>
            <p:ph type="ftr" sz="quarter" idx="16"/>
          </p:nvPr>
        </p:nvSpPr>
        <p:spPr>
          <a:xfrm>
            <a:off x="3800475" y="6400800"/>
            <a:ext cx="3657600" cy="266700"/>
          </a:xfrm>
        </p:spPr>
        <p:txBody>
          <a:bodyPr/>
          <a:lstStyle/>
          <a:p>
            <a:endParaRPr lang="en-US" dirty="0"/>
          </a:p>
        </p:txBody>
      </p:sp>
      <p:sp>
        <p:nvSpPr>
          <p:cNvPr id="9" name="Slide Number Placeholder 8">
            <a:extLst>
              <a:ext uri="{FF2B5EF4-FFF2-40B4-BE49-F238E27FC236}">
                <a16:creationId xmlns:a16="http://schemas.microsoft.com/office/drawing/2014/main" id="{8D2363C2-0B63-B620-A9CF-5E9D433D0064}"/>
              </a:ext>
            </a:extLst>
          </p:cNvPr>
          <p:cNvSpPr>
            <a:spLocks noGrp="1"/>
          </p:cNvSpPr>
          <p:nvPr>
            <p:ph type="sldNum" sz="half" idx="17"/>
          </p:nvPr>
        </p:nvSpPr>
        <p:spPr>
          <a:xfrm>
            <a:off x="7858125" y="6400800"/>
            <a:ext cx="3657600" cy="266700"/>
          </a:xfrm>
          <a:prstGeom prst="rect">
            <a:avLst/>
          </a:prstGeom>
        </p:spPr>
        <p:txBody>
          <a:body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1392294000"/>
      </p:ext>
    </p:extLst>
  </p:cSld>
  <p:clrMapOvr>
    <a:overrideClrMapping bg1="dk1" tx1="lt1" bg2="dk2" tx2="lt2" accent1="accent1" accent2="accent2" accent3="accent3" accent4="accent4" accent5="accent5" accent6="accent6" hlink="hlink" folHlink="folHlink"/>
  </p:clrMapOvr>
  <p:hf hdr="0" ftr="0" dt="0"/>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a:effectLst/>
      </p:bgPr>
    </p:bg>
    <p:spTree>
      <p:nvGrpSpPr>
        <p:cNvPr id="1" name=""/>
        <p:cNvGrpSpPr/>
        <p:nvPr/>
      </p:nvGrpSpPr>
      <p:grpSpPr>
        <a:xfrm>
          <a:off x="0" y="0"/>
          <a:ext cx="0" cy="0"/>
          <a:chOff x="0" y="0"/>
          <a:chExt cx="0" cy="0"/>
        </a:xfrm>
      </p:grpSpPr>
      <p:sp>
        <p:nvSpPr>
          <p:cNvPr id="13" name="Freeform: Shape 16">
            <a:extLst>
              <a:ext uri="{FF2B5EF4-FFF2-40B4-BE49-F238E27FC236}">
                <a16:creationId xmlns:a16="http://schemas.microsoft.com/office/drawing/2014/main" id="{DBD62705-983A-14CC-F765-E2115262412E}"/>
              </a:ext>
              <a:ext uri="{C183D7F6-B498-43B3-948B-1728B52AA6E4}">
                <adec:decorative xmlns:adec="http://schemas.microsoft.com/office/drawing/2017/decorative" val="1"/>
              </a:ext>
            </a:extLst>
          </p:cNvPr>
          <p:cNvSpPr/>
          <p:nvPr/>
        </p:nvSpPr>
        <p:spPr>
          <a:xfrm>
            <a:off x="0" y="-7990"/>
            <a:ext cx="1005378" cy="1137544"/>
          </a:xfrm>
          <a:custGeom>
            <a:avLst/>
            <a:gdLst>
              <a:gd name="connsiteX0" fmla="*/ 0 w 457200"/>
              <a:gd name="connsiteY0" fmla="*/ 0 h 517303"/>
              <a:gd name="connsiteX1" fmla="*/ 451141 w 457200"/>
              <a:gd name="connsiteY1" fmla="*/ 0 h 517303"/>
              <a:gd name="connsiteX2" fmla="*/ 457200 w 457200"/>
              <a:gd name="connsiteY2" fmla="*/ 60103 h 517303"/>
              <a:gd name="connsiteX3" fmla="*/ 0 w 457200"/>
              <a:gd name="connsiteY3" fmla="*/ 517303 h 517303"/>
            </a:gdLst>
            <a:ahLst/>
            <a:cxnLst>
              <a:cxn ang="0">
                <a:pos x="connsiteX0" y="connsiteY0"/>
              </a:cxn>
              <a:cxn ang="0">
                <a:pos x="connsiteX1" y="connsiteY1"/>
              </a:cxn>
              <a:cxn ang="0">
                <a:pos x="connsiteX2" y="connsiteY2"/>
              </a:cxn>
              <a:cxn ang="0">
                <a:pos x="connsiteX3" y="connsiteY3"/>
              </a:cxn>
            </a:cxnLst>
            <a:rect l="l" t="t" r="r" b="b"/>
            <a:pathLst>
              <a:path w="457200" h="517303">
                <a:moveTo>
                  <a:pt x="0" y="0"/>
                </a:moveTo>
                <a:lnTo>
                  <a:pt x="451141" y="0"/>
                </a:lnTo>
                <a:lnTo>
                  <a:pt x="457200" y="60103"/>
                </a:lnTo>
                <a:cubicBezTo>
                  <a:pt x="457200" y="312608"/>
                  <a:pt x="252505" y="517303"/>
                  <a:pt x="0" y="51730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TextBox 14">
            <a:extLst>
              <a:ext uri="{FF2B5EF4-FFF2-40B4-BE49-F238E27FC236}">
                <a16:creationId xmlns:a16="http://schemas.microsoft.com/office/drawing/2014/main" id="{69EED095-8267-F4C6-9C79-D62BFC155081}"/>
              </a:ext>
              <a:ext uri="{C183D7F6-B498-43B3-948B-1728B52AA6E4}">
                <adec:decorative xmlns:adec="http://schemas.microsoft.com/office/drawing/2017/decorative" val="1"/>
              </a:ext>
            </a:extLst>
          </p:cNvPr>
          <p:cNvSpPr txBox="1"/>
          <p:nvPr/>
        </p:nvSpPr>
        <p:spPr>
          <a:xfrm flipH="1">
            <a:off x="10361865" y="3608134"/>
            <a:ext cx="1153853" cy="2619992"/>
          </a:xfrm>
          <a:prstGeom prst="rect">
            <a:avLst/>
          </a:prstGeom>
          <a:solidFill>
            <a:schemeClr val="accent3">
              <a:lumMod val="90000"/>
            </a:schemeClr>
          </a:solidFill>
        </p:spPr>
        <p:txBody>
          <a:bodyPr lIns="33867" tIns="33867" rIns="33867" bIns="33867" rtlCol="0" anchor="ctr"/>
          <a:lstStyle/>
          <a:p>
            <a:pPr algn="ctr">
              <a:lnSpc>
                <a:spcPts val="1759"/>
              </a:lnSpc>
            </a:pPr>
            <a:endParaRPr sz="800"/>
          </a:p>
        </p:txBody>
      </p:sp>
      <p:sp>
        <p:nvSpPr>
          <p:cNvPr id="11" name="Right Triangle 15">
            <a:extLst>
              <a:ext uri="{FF2B5EF4-FFF2-40B4-BE49-F238E27FC236}">
                <a16:creationId xmlns:a16="http://schemas.microsoft.com/office/drawing/2014/main" id="{42AB2D0A-60AC-AFE2-AE5D-AFAFC10533A0}"/>
              </a:ext>
              <a:ext uri="{C183D7F6-B498-43B3-948B-1728B52AA6E4}">
                <adec:decorative xmlns:adec="http://schemas.microsoft.com/office/drawing/2017/decorative" val="1"/>
              </a:ext>
            </a:extLst>
          </p:cNvPr>
          <p:cNvSpPr/>
          <p:nvPr/>
        </p:nvSpPr>
        <p:spPr>
          <a:xfrm rot="10800000">
            <a:off x="9451622" y="787177"/>
            <a:ext cx="910251" cy="910251"/>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14">
            <a:extLst>
              <a:ext uri="{FF2B5EF4-FFF2-40B4-BE49-F238E27FC236}">
                <a16:creationId xmlns:a16="http://schemas.microsoft.com/office/drawing/2014/main" id="{B98444C3-D6D7-80F9-87F6-A5E4BF19B21E}"/>
              </a:ext>
              <a:ext uri="{C183D7F6-B498-43B3-948B-1728B52AA6E4}">
                <adec:decorative xmlns:adec="http://schemas.microsoft.com/office/drawing/2017/decorative" val="1"/>
              </a:ext>
            </a:extLst>
          </p:cNvPr>
          <p:cNvSpPr txBox="1"/>
          <p:nvPr/>
        </p:nvSpPr>
        <p:spPr>
          <a:xfrm flipH="1">
            <a:off x="6788390" y="787177"/>
            <a:ext cx="1351722" cy="910252"/>
          </a:xfrm>
          <a:prstGeom prst="rect">
            <a:avLst/>
          </a:prstGeom>
          <a:solidFill>
            <a:schemeClr val="accent3"/>
          </a:solidFill>
        </p:spPr>
        <p:txBody>
          <a:bodyPr lIns="33867" tIns="33867" rIns="33867" bIns="33867" rtlCol="0" anchor="ctr"/>
          <a:lstStyle/>
          <a:p>
            <a:pPr algn="ctr">
              <a:lnSpc>
                <a:spcPts val="1759"/>
              </a:lnSpc>
            </a:pPr>
            <a:endParaRPr sz="800"/>
          </a:p>
        </p:txBody>
      </p:sp>
      <p:sp>
        <p:nvSpPr>
          <p:cNvPr id="17" name="Right Triangle 15">
            <a:extLst>
              <a:ext uri="{FF2B5EF4-FFF2-40B4-BE49-F238E27FC236}">
                <a16:creationId xmlns:a16="http://schemas.microsoft.com/office/drawing/2014/main" id="{7F938093-107D-D5AE-8D23-BD736C247316}"/>
              </a:ext>
              <a:ext uri="{C183D7F6-B498-43B3-948B-1728B52AA6E4}">
                <adec:decorative xmlns:adec="http://schemas.microsoft.com/office/drawing/2017/decorative" val="1"/>
              </a:ext>
            </a:extLst>
          </p:cNvPr>
          <p:cNvSpPr/>
          <p:nvPr/>
        </p:nvSpPr>
        <p:spPr>
          <a:xfrm rot="10800000">
            <a:off x="6788392" y="5417794"/>
            <a:ext cx="910251" cy="910251"/>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reeform: Shape 17">
            <a:extLst>
              <a:ext uri="{FF2B5EF4-FFF2-40B4-BE49-F238E27FC236}">
                <a16:creationId xmlns:a16="http://schemas.microsoft.com/office/drawing/2014/main" id="{38F9CEFA-8BDB-5E3F-DF4E-6D45B6CA1679}"/>
              </a:ext>
              <a:ext uri="{C183D7F6-B498-43B3-948B-1728B52AA6E4}">
                <adec:decorative xmlns:adec="http://schemas.microsoft.com/office/drawing/2017/decorative" val="1"/>
              </a:ext>
            </a:extLst>
          </p:cNvPr>
          <p:cNvSpPr/>
          <p:nvPr/>
        </p:nvSpPr>
        <p:spPr>
          <a:xfrm rot="16200000">
            <a:off x="10361872" y="2459359"/>
            <a:ext cx="1153853" cy="1153853"/>
          </a:xfrm>
          <a:custGeom>
            <a:avLst/>
            <a:gdLst>
              <a:gd name="connsiteX0" fmla="*/ 0 w 677557"/>
              <a:gd name="connsiteY0" fmla="*/ 0 h 677557"/>
              <a:gd name="connsiteX1" fmla="*/ 677557 w 677557"/>
              <a:gd name="connsiteY1" fmla="*/ 0 h 677557"/>
              <a:gd name="connsiteX2" fmla="*/ 0 w 677557"/>
              <a:gd name="connsiteY2" fmla="*/ 677557 h 677557"/>
            </a:gdLst>
            <a:ahLst/>
            <a:cxnLst>
              <a:cxn ang="0">
                <a:pos x="connsiteX0" y="connsiteY0"/>
              </a:cxn>
              <a:cxn ang="0">
                <a:pos x="connsiteX1" y="connsiteY1"/>
              </a:cxn>
              <a:cxn ang="0">
                <a:pos x="connsiteX2" y="connsiteY2"/>
              </a:cxn>
            </a:cxnLst>
            <a:rect l="l" t="t" r="r" b="b"/>
            <a:pathLst>
              <a:path w="677557" h="677557">
                <a:moveTo>
                  <a:pt x="0" y="0"/>
                </a:moveTo>
                <a:lnTo>
                  <a:pt x="677557" y="0"/>
                </a:lnTo>
                <a:cubicBezTo>
                  <a:pt x="677557" y="374204"/>
                  <a:pt x="374204" y="677557"/>
                  <a:pt x="0" y="677557"/>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 name="Oval 19">
            <a:extLst>
              <a:ext uri="{FF2B5EF4-FFF2-40B4-BE49-F238E27FC236}">
                <a16:creationId xmlns:a16="http://schemas.microsoft.com/office/drawing/2014/main" id="{9862FF71-CBEF-707D-20E1-88AB7C2DBB90}"/>
              </a:ext>
              <a:ext uri="{C183D7F6-B498-43B3-948B-1728B52AA6E4}">
                <adec:decorative xmlns:adec="http://schemas.microsoft.com/office/drawing/2017/decorative" val="1"/>
              </a:ext>
            </a:extLst>
          </p:cNvPr>
          <p:cNvSpPr/>
          <p:nvPr/>
        </p:nvSpPr>
        <p:spPr>
          <a:xfrm>
            <a:off x="8140112" y="786125"/>
            <a:ext cx="910253" cy="910253"/>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itle 1">
            <a:extLst>
              <a:ext uri="{FF2B5EF4-FFF2-40B4-BE49-F238E27FC236}">
                <a16:creationId xmlns:a16="http://schemas.microsoft.com/office/drawing/2014/main" id="{971F2E7A-C836-861D-3F94-F226FD288A61}"/>
              </a:ext>
            </a:extLst>
          </p:cNvPr>
          <p:cNvSpPr>
            <a:spLocks noGrp="1"/>
          </p:cNvSpPr>
          <p:nvPr>
            <p:ph type="ctrTitle" hasCustomPrompt="1"/>
          </p:nvPr>
        </p:nvSpPr>
        <p:spPr>
          <a:xfrm>
            <a:off x="716386" y="1202309"/>
            <a:ext cx="4760493" cy="4630616"/>
          </a:xfrm>
          <a:prstGeom prst="rect">
            <a:avLst/>
          </a:prstGeom>
        </p:spPr>
        <p:txBody>
          <a:bodyPr anchor="ctr">
            <a:normAutofit/>
          </a:bodyPr>
          <a:lstStyle>
            <a:lvl1pPr algn="ctr">
              <a:defRPr sz="5400">
                <a:solidFill>
                  <a:schemeClr val="accent2"/>
                </a:solidFill>
              </a:defRPr>
            </a:lvl1pPr>
          </a:lstStyle>
          <a:p>
            <a:r>
              <a:rPr lang="en-US"/>
              <a:t>Click to edit Master title style</a:t>
            </a:r>
          </a:p>
        </p:txBody>
      </p:sp>
      <p:sp>
        <p:nvSpPr>
          <p:cNvPr id="8" name="Picture Placeholder 10">
            <a:extLst>
              <a:ext uri="{FF2B5EF4-FFF2-40B4-BE49-F238E27FC236}">
                <a16:creationId xmlns:a16="http://schemas.microsoft.com/office/drawing/2014/main" id="{6E23298B-A91E-E04B-9676-F31A7919BEB6}"/>
              </a:ext>
              <a:ext uri="{C183D7F6-B498-43B3-948B-1728B52AA6E4}">
                <adec:decorative xmlns:adec="http://schemas.microsoft.com/office/drawing/2017/decorative" val="0"/>
              </a:ext>
            </a:extLst>
          </p:cNvPr>
          <p:cNvSpPr>
            <a:spLocks noGrp="1"/>
          </p:cNvSpPr>
          <p:nvPr>
            <p:ph type="pic" sz="quarter" idx="13"/>
          </p:nvPr>
        </p:nvSpPr>
        <p:spPr>
          <a:xfrm>
            <a:off x="6788391" y="1696135"/>
            <a:ext cx="3573482" cy="3721659"/>
          </a:xfrm>
          <a:prstGeom prst="rect">
            <a:avLst/>
          </a:prstGeom>
          <a:noFill/>
        </p:spPr>
        <p:txBody>
          <a:bodyPr/>
          <a:lstStyle/>
          <a:p>
            <a:r>
              <a:rPr lang="en-US"/>
              <a:t>Click icon to add picture</a:t>
            </a:r>
          </a:p>
        </p:txBody>
      </p:sp>
      <p:sp>
        <p:nvSpPr>
          <p:cNvPr id="9" name="Picture Placeholder">
            <a:extLst>
              <a:ext uri="{FF2B5EF4-FFF2-40B4-BE49-F238E27FC236}">
                <a16:creationId xmlns:a16="http://schemas.microsoft.com/office/drawing/2014/main" id="{1608D06A-1ACC-5A25-F2AE-8656AB8F67BA}"/>
              </a:ext>
              <a:ext uri="{C183D7F6-B498-43B3-948B-1728B52AA6E4}">
                <adec:decorative xmlns:adec="http://schemas.microsoft.com/office/drawing/2017/decorative" val="0"/>
              </a:ext>
            </a:extLst>
          </p:cNvPr>
          <p:cNvSpPr>
            <a:spLocks noGrp="1"/>
          </p:cNvSpPr>
          <p:nvPr>
            <p:ph type="pic" sz="quarter" idx="21"/>
          </p:nvPr>
        </p:nvSpPr>
        <p:spPr>
          <a:xfrm>
            <a:off x="9469109" y="4186590"/>
            <a:ext cx="2046616" cy="2046616"/>
          </a:xfrm>
          <a:prstGeom prst="ellipse">
            <a:avLst/>
          </a:prstGeom>
          <a:noFill/>
        </p:spPr>
        <p:txBody>
          <a:bodyPr/>
          <a:lstStyle/>
          <a:p>
            <a:r>
              <a:rPr lang="en-US" altLang="zh-CN"/>
              <a:t>Click icon to add picture</a:t>
            </a:r>
            <a:endParaRPr lang="zh-CN" altLang="en-US"/>
          </a:p>
        </p:txBody>
      </p:sp>
      <p:sp>
        <p:nvSpPr>
          <p:cNvPr id="3" name="Date Placeholder 2">
            <a:extLst>
              <a:ext uri="{FF2B5EF4-FFF2-40B4-BE49-F238E27FC236}">
                <a16:creationId xmlns:a16="http://schemas.microsoft.com/office/drawing/2014/main" id="{3C5A681D-3C93-73D8-C44D-068177A5510A}"/>
              </a:ext>
            </a:extLst>
          </p:cNvPr>
          <p:cNvSpPr>
            <a:spLocks noGrp="1"/>
          </p:cNvSpPr>
          <p:nvPr>
            <p:ph type="dt" sz="half" idx="22"/>
          </p:nvPr>
        </p:nvSpPr>
        <p:spPr>
          <a:xfrm>
            <a:off x="657225" y="6400800"/>
            <a:ext cx="2743200" cy="266700"/>
          </a:xfrm>
          <a:prstGeom prst="rect">
            <a:avLst/>
          </a:prstGeom>
        </p:spPr>
        <p:txBody>
          <a:bodyPr/>
          <a:lstStyle>
            <a:lvl1pPr>
              <a:defRPr>
                <a:solidFill>
                  <a:schemeClr val="bg1"/>
                </a:solidFill>
              </a:defRPr>
            </a:lvl1pPr>
          </a:lstStyle>
          <a:p>
            <a:r>
              <a:rPr lang="en-US"/>
              <a:t>00/00/00</a:t>
            </a:r>
            <a:endParaRPr lang="en-US" dirty="0"/>
          </a:p>
        </p:txBody>
      </p:sp>
      <p:sp>
        <p:nvSpPr>
          <p:cNvPr id="4" name="Footer Placeholder 3">
            <a:extLst>
              <a:ext uri="{FF2B5EF4-FFF2-40B4-BE49-F238E27FC236}">
                <a16:creationId xmlns:a16="http://schemas.microsoft.com/office/drawing/2014/main" id="{0B15792B-2860-44AE-F92D-EB55FD49567F}"/>
              </a:ext>
            </a:extLst>
          </p:cNvPr>
          <p:cNvSpPr>
            <a:spLocks noGrp="1"/>
          </p:cNvSpPr>
          <p:nvPr>
            <p:ph type="ftr" sz="quarter" idx="23"/>
          </p:nvPr>
        </p:nvSpPr>
        <p:spPr>
          <a:xfrm>
            <a:off x="3800475" y="6400800"/>
            <a:ext cx="3657600" cy="266700"/>
          </a:xfrm>
        </p:spPr>
        <p:txBody>
          <a:bodyPr/>
          <a:lstStyle>
            <a:lvl1pPr>
              <a:defRPr>
                <a:solidFill>
                  <a:schemeClr val="bg1"/>
                </a:solidFill>
              </a:defRPr>
            </a:lvl1pPr>
          </a:lstStyle>
          <a:p>
            <a:endParaRPr lang="en-US" dirty="0"/>
          </a:p>
        </p:txBody>
      </p:sp>
      <p:sp>
        <p:nvSpPr>
          <p:cNvPr id="5" name="Slide Number Placeholder 4">
            <a:extLst>
              <a:ext uri="{FF2B5EF4-FFF2-40B4-BE49-F238E27FC236}">
                <a16:creationId xmlns:a16="http://schemas.microsoft.com/office/drawing/2014/main" id="{80547D2B-3752-F97F-78CC-2A55CA546B0E}"/>
              </a:ext>
            </a:extLst>
          </p:cNvPr>
          <p:cNvSpPr>
            <a:spLocks noGrp="1"/>
          </p:cNvSpPr>
          <p:nvPr>
            <p:ph type="sldNum" sz="half" idx="24"/>
          </p:nvPr>
        </p:nvSpPr>
        <p:spPr>
          <a:xfrm>
            <a:off x="7858125" y="6400800"/>
            <a:ext cx="3657600" cy="266700"/>
          </a:xfrm>
          <a:prstGeom prst="rect">
            <a:avLst/>
          </a:prstGeom>
        </p:spPr>
        <p:txBody>
          <a:bodyPr/>
          <a:lstStyle>
            <a:lvl1pPr>
              <a:defRPr>
                <a:solidFill>
                  <a:schemeClr val="bg1"/>
                </a:solidFill>
              </a:defRPr>
            </a:lvl1pPr>
          </a:lstStyle>
          <a:p>
            <a:fld id="{EB37DED6-D4C7-42EE-AB49-D2E39E64FDE4}" type="slidenum">
              <a:rPr lang="en-US" smtClean="0"/>
              <a:pPr/>
              <a:t>‹#›</a:t>
            </a:fld>
            <a:endParaRPr lang="en-US" dirty="0"/>
          </a:p>
        </p:txBody>
      </p:sp>
    </p:spTree>
    <p:extLst>
      <p:ext uri="{BB962C8B-B14F-4D97-AF65-F5344CB8AC3E}">
        <p14:creationId xmlns:p14="http://schemas.microsoft.com/office/powerpoint/2010/main" val="3831876177"/>
      </p:ext>
    </p:extLst>
  </p:cSld>
  <p:clrMapOvr>
    <a:masterClrMapping/>
  </p:clrMapOvr>
  <p:hf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950967" y="609600"/>
            <a:ext cx="10290000" cy="853600"/>
          </a:xfrm>
          <a:prstGeom prst="rect">
            <a:avLst/>
          </a:prstGeom>
        </p:spPr>
        <p:txBody>
          <a:bodyPr spcFirstLastPara="1" wrap="square" lIns="0" tIns="0" rIns="0" bIns="0" anchor="t" anchorCtr="0">
            <a:noAutofit/>
          </a:bodyPr>
          <a:lstStyle>
            <a:lvl1pPr lvl="0" algn="ctr">
              <a:spcBef>
                <a:spcPts val="0"/>
              </a:spcBef>
              <a:spcAft>
                <a:spcPts val="0"/>
              </a:spcAft>
              <a:buSzPts val="3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4199477261"/>
      </p:ext>
    </p:extLst>
  </p:cSld>
  <p:clrMapOvr>
    <a:masterClrMapping/>
  </p:clrMapOvr>
  <p:hf hdr="0" ftr="0" dt="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6.xml"/><Relationship Id="rId1" Type="http://schemas.openxmlformats.org/officeDocument/2006/relationships/slideLayout" Target="../slideLayouts/slideLayout5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slideLayout" Target="../slideLayouts/slideLayout58.xml"/><Relationship Id="rId1" Type="http://schemas.openxmlformats.org/officeDocument/2006/relationships/slideLayout" Target="../slideLayouts/slideLayout57.xml"/><Relationship Id="rId5" Type="http://schemas.openxmlformats.org/officeDocument/2006/relationships/theme" Target="../theme/theme3.xml"/><Relationship Id="rId4" Type="http://schemas.openxmlformats.org/officeDocument/2006/relationships/slideLayout" Target="../slideLayouts/slideLayout60.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slideLayout" Target="../slideLayouts/slideLayout86.xml"/><Relationship Id="rId39" Type="http://schemas.openxmlformats.org/officeDocument/2006/relationships/slideLayout" Target="../slideLayouts/slideLayout99.xml"/><Relationship Id="rId21" Type="http://schemas.openxmlformats.org/officeDocument/2006/relationships/slideLayout" Target="../slideLayouts/slideLayout81.xml"/><Relationship Id="rId34" Type="http://schemas.openxmlformats.org/officeDocument/2006/relationships/slideLayout" Target="../slideLayouts/slideLayout94.xml"/><Relationship Id="rId42" Type="http://schemas.openxmlformats.org/officeDocument/2006/relationships/slideLayout" Target="../slideLayouts/slideLayout102.xml"/><Relationship Id="rId7" Type="http://schemas.openxmlformats.org/officeDocument/2006/relationships/slideLayout" Target="../slideLayouts/slideLayout67.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29" Type="http://schemas.openxmlformats.org/officeDocument/2006/relationships/slideLayout" Target="../slideLayouts/slideLayout89.xml"/><Relationship Id="rId41" Type="http://schemas.openxmlformats.org/officeDocument/2006/relationships/slideLayout" Target="../slideLayouts/slideLayout101.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32" Type="http://schemas.openxmlformats.org/officeDocument/2006/relationships/slideLayout" Target="../slideLayouts/slideLayout92.xml"/><Relationship Id="rId37" Type="http://schemas.openxmlformats.org/officeDocument/2006/relationships/slideLayout" Target="../slideLayouts/slideLayout97.xml"/><Relationship Id="rId40" Type="http://schemas.openxmlformats.org/officeDocument/2006/relationships/slideLayout" Target="../slideLayouts/slideLayout100.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slideLayout" Target="../slideLayouts/slideLayout88.xml"/><Relationship Id="rId36" Type="http://schemas.openxmlformats.org/officeDocument/2006/relationships/slideLayout" Target="../slideLayouts/slideLayout96.xml"/><Relationship Id="rId10" Type="http://schemas.openxmlformats.org/officeDocument/2006/relationships/slideLayout" Target="../slideLayouts/slideLayout70.xml"/><Relationship Id="rId19" Type="http://schemas.openxmlformats.org/officeDocument/2006/relationships/slideLayout" Target="../slideLayouts/slideLayout79.xml"/><Relationship Id="rId31" Type="http://schemas.openxmlformats.org/officeDocument/2006/relationships/slideLayout" Target="../slideLayouts/slideLayout91.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slideLayout" Target="../slideLayouts/slideLayout87.xml"/><Relationship Id="rId30" Type="http://schemas.openxmlformats.org/officeDocument/2006/relationships/slideLayout" Target="../slideLayouts/slideLayout90.xml"/><Relationship Id="rId35" Type="http://schemas.openxmlformats.org/officeDocument/2006/relationships/slideLayout" Target="../slideLayouts/slideLayout95.xml"/><Relationship Id="rId43" Type="http://schemas.openxmlformats.org/officeDocument/2006/relationships/theme" Target="../theme/theme4.xml"/><Relationship Id="rId8" Type="http://schemas.openxmlformats.org/officeDocument/2006/relationships/slideLayout" Target="../slideLayouts/slideLayout68.xml"/><Relationship Id="rId3" Type="http://schemas.openxmlformats.org/officeDocument/2006/relationships/slideLayout" Target="../slideLayouts/slideLayout63.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slideLayout" Target="../slideLayouts/slideLayout85.xml"/><Relationship Id="rId33" Type="http://schemas.openxmlformats.org/officeDocument/2006/relationships/slideLayout" Target="../slideLayouts/slideLayout93.xml"/><Relationship Id="rId38" Type="http://schemas.openxmlformats.org/officeDocument/2006/relationships/slideLayout" Target="../slideLayouts/slideLayout98.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05.xml"/><Relationship Id="rId2" Type="http://schemas.openxmlformats.org/officeDocument/2006/relationships/slideLayout" Target="../slideLayouts/slideLayout104.xml"/><Relationship Id="rId1" Type="http://schemas.openxmlformats.org/officeDocument/2006/relationships/slideLayout" Target="../slideLayouts/slideLayout103.xml"/><Relationship Id="rId5" Type="http://schemas.openxmlformats.org/officeDocument/2006/relationships/theme" Target="../theme/theme5.xml"/><Relationship Id="rId4" Type="http://schemas.openxmlformats.org/officeDocument/2006/relationships/slideLayout" Target="../slideLayouts/slideLayout106.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19.xml"/><Relationship Id="rId18" Type="http://schemas.openxmlformats.org/officeDocument/2006/relationships/slideLayout" Target="../slideLayouts/slideLayout124.xml"/><Relationship Id="rId26" Type="http://schemas.openxmlformats.org/officeDocument/2006/relationships/slideLayout" Target="../slideLayouts/slideLayout132.xml"/><Relationship Id="rId21" Type="http://schemas.openxmlformats.org/officeDocument/2006/relationships/slideLayout" Target="../slideLayouts/slideLayout127.xml"/><Relationship Id="rId34" Type="http://schemas.openxmlformats.org/officeDocument/2006/relationships/slideLayout" Target="../slideLayouts/slideLayout140.xml"/><Relationship Id="rId7" Type="http://schemas.openxmlformats.org/officeDocument/2006/relationships/slideLayout" Target="../slideLayouts/slideLayout113.xml"/><Relationship Id="rId12" Type="http://schemas.openxmlformats.org/officeDocument/2006/relationships/slideLayout" Target="../slideLayouts/slideLayout118.xml"/><Relationship Id="rId17" Type="http://schemas.openxmlformats.org/officeDocument/2006/relationships/slideLayout" Target="../slideLayouts/slideLayout123.xml"/><Relationship Id="rId25" Type="http://schemas.openxmlformats.org/officeDocument/2006/relationships/slideLayout" Target="../slideLayouts/slideLayout131.xml"/><Relationship Id="rId33" Type="http://schemas.openxmlformats.org/officeDocument/2006/relationships/slideLayout" Target="../slideLayouts/slideLayout139.xml"/><Relationship Id="rId2" Type="http://schemas.openxmlformats.org/officeDocument/2006/relationships/slideLayout" Target="../slideLayouts/slideLayout108.xml"/><Relationship Id="rId16" Type="http://schemas.openxmlformats.org/officeDocument/2006/relationships/slideLayout" Target="../slideLayouts/slideLayout122.xml"/><Relationship Id="rId20" Type="http://schemas.openxmlformats.org/officeDocument/2006/relationships/slideLayout" Target="../slideLayouts/slideLayout126.xml"/><Relationship Id="rId29" Type="http://schemas.openxmlformats.org/officeDocument/2006/relationships/slideLayout" Target="../slideLayouts/slideLayout135.xml"/><Relationship Id="rId1" Type="http://schemas.openxmlformats.org/officeDocument/2006/relationships/slideLayout" Target="../slideLayouts/slideLayout107.xml"/><Relationship Id="rId6" Type="http://schemas.openxmlformats.org/officeDocument/2006/relationships/slideLayout" Target="../slideLayouts/slideLayout112.xml"/><Relationship Id="rId11" Type="http://schemas.openxmlformats.org/officeDocument/2006/relationships/slideLayout" Target="../slideLayouts/slideLayout117.xml"/><Relationship Id="rId24" Type="http://schemas.openxmlformats.org/officeDocument/2006/relationships/slideLayout" Target="../slideLayouts/slideLayout130.xml"/><Relationship Id="rId32" Type="http://schemas.openxmlformats.org/officeDocument/2006/relationships/slideLayout" Target="../slideLayouts/slideLayout138.xml"/><Relationship Id="rId37" Type="http://schemas.openxmlformats.org/officeDocument/2006/relationships/theme" Target="../theme/theme6.xml"/><Relationship Id="rId5" Type="http://schemas.openxmlformats.org/officeDocument/2006/relationships/slideLayout" Target="../slideLayouts/slideLayout111.xml"/><Relationship Id="rId15" Type="http://schemas.openxmlformats.org/officeDocument/2006/relationships/slideLayout" Target="../slideLayouts/slideLayout121.xml"/><Relationship Id="rId23" Type="http://schemas.openxmlformats.org/officeDocument/2006/relationships/slideLayout" Target="../slideLayouts/slideLayout129.xml"/><Relationship Id="rId28" Type="http://schemas.openxmlformats.org/officeDocument/2006/relationships/slideLayout" Target="../slideLayouts/slideLayout134.xml"/><Relationship Id="rId36" Type="http://schemas.openxmlformats.org/officeDocument/2006/relationships/slideLayout" Target="../slideLayouts/slideLayout142.xml"/><Relationship Id="rId10" Type="http://schemas.openxmlformats.org/officeDocument/2006/relationships/slideLayout" Target="../slideLayouts/slideLayout116.xml"/><Relationship Id="rId19" Type="http://schemas.openxmlformats.org/officeDocument/2006/relationships/slideLayout" Target="../slideLayouts/slideLayout125.xml"/><Relationship Id="rId31" Type="http://schemas.openxmlformats.org/officeDocument/2006/relationships/slideLayout" Target="../slideLayouts/slideLayout137.xml"/><Relationship Id="rId4" Type="http://schemas.openxmlformats.org/officeDocument/2006/relationships/slideLayout" Target="../slideLayouts/slideLayout110.xml"/><Relationship Id="rId9" Type="http://schemas.openxmlformats.org/officeDocument/2006/relationships/slideLayout" Target="../slideLayouts/slideLayout115.xml"/><Relationship Id="rId14" Type="http://schemas.openxmlformats.org/officeDocument/2006/relationships/slideLayout" Target="../slideLayouts/slideLayout120.xml"/><Relationship Id="rId22" Type="http://schemas.openxmlformats.org/officeDocument/2006/relationships/slideLayout" Target="../slideLayouts/slideLayout128.xml"/><Relationship Id="rId27" Type="http://schemas.openxmlformats.org/officeDocument/2006/relationships/slideLayout" Target="../slideLayouts/slideLayout133.xml"/><Relationship Id="rId30" Type="http://schemas.openxmlformats.org/officeDocument/2006/relationships/slideLayout" Target="../slideLayouts/slideLayout136.xml"/><Relationship Id="rId35" Type="http://schemas.openxmlformats.org/officeDocument/2006/relationships/slideLayout" Target="../slideLayouts/slideLayout141.xml"/><Relationship Id="rId8" Type="http://schemas.openxmlformats.org/officeDocument/2006/relationships/slideLayout" Target="../slideLayouts/slideLayout114.xml"/><Relationship Id="rId3" Type="http://schemas.openxmlformats.org/officeDocument/2006/relationships/slideLayout" Target="../slideLayouts/slideLayout109.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43.xml"/></Relationships>
</file>

<file path=ppt/slideMasters/_rels/slideMaster8.xml.rels><?xml version="1.0" encoding="UTF-8" standalone="yes"?>
<Relationships xmlns="http://schemas.openxmlformats.org/package/2006/relationships"><Relationship Id="rId26" Type="http://schemas.openxmlformats.org/officeDocument/2006/relationships/slideLayout" Target="../slideLayouts/slideLayout169.xml"/><Relationship Id="rId21" Type="http://schemas.openxmlformats.org/officeDocument/2006/relationships/slideLayout" Target="../slideLayouts/slideLayout164.xml"/><Relationship Id="rId42" Type="http://schemas.openxmlformats.org/officeDocument/2006/relationships/slideLayout" Target="../slideLayouts/slideLayout185.xml"/><Relationship Id="rId47" Type="http://schemas.openxmlformats.org/officeDocument/2006/relationships/slideLayout" Target="../slideLayouts/slideLayout190.xml"/><Relationship Id="rId63" Type="http://schemas.openxmlformats.org/officeDocument/2006/relationships/slideLayout" Target="../slideLayouts/slideLayout206.xml"/><Relationship Id="rId68" Type="http://schemas.openxmlformats.org/officeDocument/2006/relationships/slideLayout" Target="../slideLayouts/slideLayout211.xml"/><Relationship Id="rId7" Type="http://schemas.openxmlformats.org/officeDocument/2006/relationships/slideLayout" Target="../slideLayouts/slideLayout150.xml"/><Relationship Id="rId71" Type="http://schemas.openxmlformats.org/officeDocument/2006/relationships/theme" Target="../theme/theme8.xml"/><Relationship Id="rId2" Type="http://schemas.openxmlformats.org/officeDocument/2006/relationships/slideLayout" Target="../slideLayouts/slideLayout145.xml"/><Relationship Id="rId16" Type="http://schemas.openxmlformats.org/officeDocument/2006/relationships/slideLayout" Target="../slideLayouts/slideLayout159.xml"/><Relationship Id="rId29" Type="http://schemas.openxmlformats.org/officeDocument/2006/relationships/slideLayout" Target="../slideLayouts/slideLayout172.xml"/><Relationship Id="rId11" Type="http://schemas.openxmlformats.org/officeDocument/2006/relationships/slideLayout" Target="../slideLayouts/slideLayout154.xml"/><Relationship Id="rId24" Type="http://schemas.openxmlformats.org/officeDocument/2006/relationships/slideLayout" Target="../slideLayouts/slideLayout167.xml"/><Relationship Id="rId32" Type="http://schemas.openxmlformats.org/officeDocument/2006/relationships/slideLayout" Target="../slideLayouts/slideLayout175.xml"/><Relationship Id="rId37" Type="http://schemas.openxmlformats.org/officeDocument/2006/relationships/slideLayout" Target="../slideLayouts/slideLayout180.xml"/><Relationship Id="rId40" Type="http://schemas.openxmlformats.org/officeDocument/2006/relationships/slideLayout" Target="../slideLayouts/slideLayout183.xml"/><Relationship Id="rId45" Type="http://schemas.openxmlformats.org/officeDocument/2006/relationships/slideLayout" Target="../slideLayouts/slideLayout188.xml"/><Relationship Id="rId53" Type="http://schemas.openxmlformats.org/officeDocument/2006/relationships/slideLayout" Target="../slideLayouts/slideLayout196.xml"/><Relationship Id="rId58" Type="http://schemas.openxmlformats.org/officeDocument/2006/relationships/slideLayout" Target="../slideLayouts/slideLayout201.xml"/><Relationship Id="rId66" Type="http://schemas.openxmlformats.org/officeDocument/2006/relationships/slideLayout" Target="../slideLayouts/slideLayout209.xml"/><Relationship Id="rId5" Type="http://schemas.openxmlformats.org/officeDocument/2006/relationships/slideLayout" Target="../slideLayouts/slideLayout148.xml"/><Relationship Id="rId61" Type="http://schemas.openxmlformats.org/officeDocument/2006/relationships/slideLayout" Target="../slideLayouts/slideLayout204.xml"/><Relationship Id="rId19" Type="http://schemas.openxmlformats.org/officeDocument/2006/relationships/slideLayout" Target="../slideLayouts/slideLayout162.xml"/><Relationship Id="rId14" Type="http://schemas.openxmlformats.org/officeDocument/2006/relationships/slideLayout" Target="../slideLayouts/slideLayout157.xml"/><Relationship Id="rId22" Type="http://schemas.openxmlformats.org/officeDocument/2006/relationships/slideLayout" Target="../slideLayouts/slideLayout165.xml"/><Relationship Id="rId27" Type="http://schemas.openxmlformats.org/officeDocument/2006/relationships/slideLayout" Target="../slideLayouts/slideLayout170.xml"/><Relationship Id="rId30" Type="http://schemas.openxmlformats.org/officeDocument/2006/relationships/slideLayout" Target="../slideLayouts/slideLayout173.xml"/><Relationship Id="rId35" Type="http://schemas.openxmlformats.org/officeDocument/2006/relationships/slideLayout" Target="../slideLayouts/slideLayout178.xml"/><Relationship Id="rId43" Type="http://schemas.openxmlformats.org/officeDocument/2006/relationships/slideLayout" Target="../slideLayouts/slideLayout186.xml"/><Relationship Id="rId48" Type="http://schemas.openxmlformats.org/officeDocument/2006/relationships/slideLayout" Target="../slideLayouts/slideLayout191.xml"/><Relationship Id="rId56" Type="http://schemas.openxmlformats.org/officeDocument/2006/relationships/slideLayout" Target="../slideLayouts/slideLayout199.xml"/><Relationship Id="rId64" Type="http://schemas.openxmlformats.org/officeDocument/2006/relationships/slideLayout" Target="../slideLayouts/slideLayout207.xml"/><Relationship Id="rId69" Type="http://schemas.openxmlformats.org/officeDocument/2006/relationships/slideLayout" Target="../slideLayouts/slideLayout212.xml"/><Relationship Id="rId8" Type="http://schemas.openxmlformats.org/officeDocument/2006/relationships/slideLayout" Target="../slideLayouts/slideLayout151.xml"/><Relationship Id="rId51" Type="http://schemas.openxmlformats.org/officeDocument/2006/relationships/slideLayout" Target="../slideLayouts/slideLayout194.xml"/><Relationship Id="rId3" Type="http://schemas.openxmlformats.org/officeDocument/2006/relationships/slideLayout" Target="../slideLayouts/slideLayout146.xml"/><Relationship Id="rId12" Type="http://schemas.openxmlformats.org/officeDocument/2006/relationships/slideLayout" Target="../slideLayouts/slideLayout155.xml"/><Relationship Id="rId17" Type="http://schemas.openxmlformats.org/officeDocument/2006/relationships/slideLayout" Target="../slideLayouts/slideLayout160.xml"/><Relationship Id="rId25" Type="http://schemas.openxmlformats.org/officeDocument/2006/relationships/slideLayout" Target="../slideLayouts/slideLayout168.xml"/><Relationship Id="rId33" Type="http://schemas.openxmlformats.org/officeDocument/2006/relationships/slideLayout" Target="../slideLayouts/slideLayout176.xml"/><Relationship Id="rId38" Type="http://schemas.openxmlformats.org/officeDocument/2006/relationships/slideLayout" Target="../slideLayouts/slideLayout181.xml"/><Relationship Id="rId46" Type="http://schemas.openxmlformats.org/officeDocument/2006/relationships/slideLayout" Target="../slideLayouts/slideLayout189.xml"/><Relationship Id="rId59" Type="http://schemas.openxmlformats.org/officeDocument/2006/relationships/slideLayout" Target="../slideLayouts/slideLayout202.xml"/><Relationship Id="rId67" Type="http://schemas.openxmlformats.org/officeDocument/2006/relationships/slideLayout" Target="../slideLayouts/slideLayout210.xml"/><Relationship Id="rId20" Type="http://schemas.openxmlformats.org/officeDocument/2006/relationships/slideLayout" Target="../slideLayouts/slideLayout163.xml"/><Relationship Id="rId41" Type="http://schemas.openxmlformats.org/officeDocument/2006/relationships/slideLayout" Target="../slideLayouts/slideLayout184.xml"/><Relationship Id="rId54" Type="http://schemas.openxmlformats.org/officeDocument/2006/relationships/slideLayout" Target="../slideLayouts/slideLayout197.xml"/><Relationship Id="rId62" Type="http://schemas.openxmlformats.org/officeDocument/2006/relationships/slideLayout" Target="../slideLayouts/slideLayout205.xml"/><Relationship Id="rId70" Type="http://schemas.openxmlformats.org/officeDocument/2006/relationships/slideLayout" Target="../slideLayouts/slideLayout213.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5" Type="http://schemas.openxmlformats.org/officeDocument/2006/relationships/slideLayout" Target="../slideLayouts/slideLayout158.xml"/><Relationship Id="rId23" Type="http://schemas.openxmlformats.org/officeDocument/2006/relationships/slideLayout" Target="../slideLayouts/slideLayout166.xml"/><Relationship Id="rId28" Type="http://schemas.openxmlformats.org/officeDocument/2006/relationships/slideLayout" Target="../slideLayouts/slideLayout171.xml"/><Relationship Id="rId36" Type="http://schemas.openxmlformats.org/officeDocument/2006/relationships/slideLayout" Target="../slideLayouts/slideLayout179.xml"/><Relationship Id="rId49" Type="http://schemas.openxmlformats.org/officeDocument/2006/relationships/slideLayout" Target="../slideLayouts/slideLayout192.xml"/><Relationship Id="rId57" Type="http://schemas.openxmlformats.org/officeDocument/2006/relationships/slideLayout" Target="../slideLayouts/slideLayout200.xml"/><Relationship Id="rId10" Type="http://schemas.openxmlformats.org/officeDocument/2006/relationships/slideLayout" Target="../slideLayouts/slideLayout153.xml"/><Relationship Id="rId31" Type="http://schemas.openxmlformats.org/officeDocument/2006/relationships/slideLayout" Target="../slideLayouts/slideLayout174.xml"/><Relationship Id="rId44" Type="http://schemas.openxmlformats.org/officeDocument/2006/relationships/slideLayout" Target="../slideLayouts/slideLayout187.xml"/><Relationship Id="rId52" Type="http://schemas.openxmlformats.org/officeDocument/2006/relationships/slideLayout" Target="../slideLayouts/slideLayout195.xml"/><Relationship Id="rId60" Type="http://schemas.openxmlformats.org/officeDocument/2006/relationships/slideLayout" Target="../slideLayouts/slideLayout203.xml"/><Relationship Id="rId65" Type="http://schemas.openxmlformats.org/officeDocument/2006/relationships/slideLayout" Target="../slideLayouts/slideLayout208.xml"/><Relationship Id="rId4" Type="http://schemas.openxmlformats.org/officeDocument/2006/relationships/slideLayout" Target="../slideLayouts/slideLayout147.xml"/><Relationship Id="rId9" Type="http://schemas.openxmlformats.org/officeDocument/2006/relationships/slideLayout" Target="../slideLayouts/slideLayout152.xml"/><Relationship Id="rId13" Type="http://schemas.openxmlformats.org/officeDocument/2006/relationships/slideLayout" Target="../slideLayouts/slideLayout156.xml"/><Relationship Id="rId18" Type="http://schemas.openxmlformats.org/officeDocument/2006/relationships/slideLayout" Target="../slideLayouts/slideLayout161.xml"/><Relationship Id="rId39" Type="http://schemas.openxmlformats.org/officeDocument/2006/relationships/slideLayout" Target="../slideLayouts/slideLayout182.xml"/><Relationship Id="rId34" Type="http://schemas.openxmlformats.org/officeDocument/2006/relationships/slideLayout" Target="../slideLayouts/slideLayout177.xml"/><Relationship Id="rId50" Type="http://schemas.openxmlformats.org/officeDocument/2006/relationships/slideLayout" Target="../slideLayouts/slideLayout193.xml"/><Relationship Id="rId55" Type="http://schemas.openxmlformats.org/officeDocument/2006/relationships/slideLayout" Target="../slideLayouts/slideLayout19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593367"/>
            <a:ext cx="102900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951000" y="1536633"/>
            <a:ext cx="102900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3436996730"/>
      </p:ext>
    </p:extLst>
  </p:cSld>
  <p:clrMap bg1="lt1" tx1="dk1" bg2="dk2" tx2="lt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847" r:id="rId14"/>
    <p:sldLayoutId id="2147483848" r:id="rId15"/>
    <p:sldLayoutId id="2147483849" r:id="rId16"/>
    <p:sldLayoutId id="2147483850" r:id="rId17"/>
    <p:sldLayoutId id="2147483851" r:id="rId18"/>
    <p:sldLayoutId id="2147483852" r:id="rId19"/>
    <p:sldLayoutId id="2147483853" r:id="rId20"/>
    <p:sldLayoutId id="2147483854" r:id="rId21"/>
    <p:sldLayoutId id="2147483855" r:id="rId22"/>
    <p:sldLayoutId id="2147483856" r:id="rId23"/>
    <p:sldLayoutId id="2147483857" r:id="rId24"/>
    <p:sldLayoutId id="2147483858" r:id="rId25"/>
    <p:sldLayoutId id="2147483859" r:id="rId26"/>
    <p:sldLayoutId id="2147483860" r:id="rId27"/>
    <p:sldLayoutId id="2147483861" r:id="rId28"/>
    <p:sldLayoutId id="2147483862" r:id="rId29"/>
    <p:sldLayoutId id="2147483863" r:id="rId30"/>
    <p:sldLayoutId id="2147483864" r:id="rId31"/>
    <p:sldLayoutId id="2147483865" r:id="rId32"/>
    <p:sldLayoutId id="2147483866" r:id="rId33"/>
    <p:sldLayoutId id="2147483867" r:id="rId34"/>
    <p:sldLayoutId id="2147483868" r:id="rId35"/>
    <p:sldLayoutId id="2147483869" r:id="rId36"/>
    <p:sldLayoutId id="2147483870" r:id="rId37"/>
    <p:sldLayoutId id="2147483871" r:id="rId38"/>
    <p:sldLayoutId id="2147483872" r:id="rId39"/>
    <p:sldLayoutId id="2147483873" r:id="rId40"/>
    <p:sldLayoutId id="2147483874" r:id="rId41"/>
    <p:sldLayoutId id="2147483875" r:id="rId42"/>
    <p:sldLayoutId id="2147483876" r:id="rId43"/>
    <p:sldLayoutId id="2147483877" r:id="rId44"/>
    <p:sldLayoutId id="2147483878" r:id="rId45"/>
    <p:sldLayoutId id="2147483879" r:id="rId46"/>
    <p:sldLayoutId id="2147483880" r:id="rId47"/>
    <p:sldLayoutId id="2147483881" r:id="rId48"/>
    <p:sldLayoutId id="2147483882" r:id="rId49"/>
    <p:sldLayoutId id="2147483883" r:id="rId50"/>
    <p:sldLayoutId id="2147483884" r:id="rId51"/>
    <p:sldLayoutId id="2147483885" r:id="rId52"/>
    <p:sldLayoutId id="2147483886" r:id="rId53"/>
    <p:sldLayoutId id="2147483887" r:id="rId54"/>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474"/>
        <p:cNvGrpSpPr/>
        <p:nvPr/>
      </p:nvGrpSpPr>
      <p:grpSpPr>
        <a:xfrm>
          <a:off x="0" y="0"/>
          <a:ext cx="0" cy="0"/>
          <a:chOff x="0" y="0"/>
          <a:chExt cx="0" cy="0"/>
        </a:xfrm>
      </p:grpSpPr>
      <p:sp>
        <p:nvSpPr>
          <p:cNvPr id="475" name="Google Shape;475;p5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76" name="Google Shape;476;p5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239489897"/>
      </p:ext>
    </p:extLst>
  </p:cSld>
  <p:clrMap bg1="lt1" tx1="dk1" bg2="dk2" tx2="lt2" accent1="accent1" accent2="accent2" accent3="accent3" accent4="accent4" accent5="accent5" accent6="accent6" hlink="hlink" folHlink="folHlink"/>
  <p:sldLayoutIdLst>
    <p:sldLayoutId id="2147483889" r:id="rId1"/>
    <p:sldLayoutId id="2147483890" r:id="rId2"/>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480"/>
        <p:cNvGrpSpPr/>
        <p:nvPr/>
      </p:nvGrpSpPr>
      <p:grpSpPr>
        <a:xfrm>
          <a:off x="0" y="0"/>
          <a:ext cx="0" cy="0"/>
          <a:chOff x="0" y="0"/>
          <a:chExt cx="0" cy="0"/>
        </a:xfrm>
      </p:grpSpPr>
      <p:sp>
        <p:nvSpPr>
          <p:cNvPr id="481" name="Google Shape;481;p58"/>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82" name="Google Shape;482;p58"/>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647625777"/>
      </p:ext>
    </p:extLst>
  </p:cSld>
  <p:clrMap bg1="lt1" tx1="dk1" bg2="dk2" tx2="lt2" accent1="accent1" accent2="accent2" accent3="accent3" accent4="accent4" accent5="accent5" accent6="accent6" hlink="hlink" folHlink="folHlink"/>
  <p:sldLayoutIdLst>
    <p:sldLayoutId id="2147483892" r:id="rId1"/>
    <p:sldLayoutId id="2147483939" r:id="rId2"/>
    <p:sldLayoutId id="2147483940" r:id="rId3"/>
    <p:sldLayoutId id="2147483941"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967" y="719333"/>
            <a:ext cx="10290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Poppins SemiBold"/>
              <a:buNone/>
              <a:defRPr sz="3500">
                <a:solidFill>
                  <a:schemeClr val="dk1"/>
                </a:solidFill>
                <a:latin typeface="Poppins SemiBold"/>
                <a:ea typeface="Poppins SemiBold"/>
                <a:cs typeface="Poppins SemiBold"/>
                <a:sym typeface="Poppins SemiBold"/>
              </a:defRPr>
            </a:lvl1pPr>
            <a:lvl2pPr lvl="1" rtl="0">
              <a:spcBef>
                <a:spcPts val="0"/>
              </a:spcBef>
              <a:spcAft>
                <a:spcPts val="0"/>
              </a:spcAft>
              <a:buClr>
                <a:schemeClr val="dk1"/>
              </a:buClr>
              <a:buSzPts val="3500"/>
              <a:buFont typeface="Poppins SemiBold"/>
              <a:buNone/>
              <a:defRPr sz="3500">
                <a:solidFill>
                  <a:schemeClr val="dk1"/>
                </a:solidFill>
                <a:latin typeface="Poppins SemiBold"/>
                <a:ea typeface="Poppins SemiBold"/>
                <a:cs typeface="Poppins SemiBold"/>
                <a:sym typeface="Poppins SemiBold"/>
              </a:defRPr>
            </a:lvl2pPr>
            <a:lvl3pPr lvl="2" rtl="0">
              <a:spcBef>
                <a:spcPts val="0"/>
              </a:spcBef>
              <a:spcAft>
                <a:spcPts val="0"/>
              </a:spcAft>
              <a:buClr>
                <a:schemeClr val="dk1"/>
              </a:buClr>
              <a:buSzPts val="3500"/>
              <a:buFont typeface="Poppins SemiBold"/>
              <a:buNone/>
              <a:defRPr sz="3500">
                <a:solidFill>
                  <a:schemeClr val="dk1"/>
                </a:solidFill>
                <a:latin typeface="Poppins SemiBold"/>
                <a:ea typeface="Poppins SemiBold"/>
                <a:cs typeface="Poppins SemiBold"/>
                <a:sym typeface="Poppins SemiBold"/>
              </a:defRPr>
            </a:lvl3pPr>
            <a:lvl4pPr lvl="3" rtl="0">
              <a:spcBef>
                <a:spcPts val="0"/>
              </a:spcBef>
              <a:spcAft>
                <a:spcPts val="0"/>
              </a:spcAft>
              <a:buClr>
                <a:schemeClr val="dk1"/>
              </a:buClr>
              <a:buSzPts val="3500"/>
              <a:buFont typeface="Poppins SemiBold"/>
              <a:buNone/>
              <a:defRPr sz="3500">
                <a:solidFill>
                  <a:schemeClr val="dk1"/>
                </a:solidFill>
                <a:latin typeface="Poppins SemiBold"/>
                <a:ea typeface="Poppins SemiBold"/>
                <a:cs typeface="Poppins SemiBold"/>
                <a:sym typeface="Poppins SemiBold"/>
              </a:defRPr>
            </a:lvl4pPr>
            <a:lvl5pPr lvl="4" rtl="0">
              <a:spcBef>
                <a:spcPts val="0"/>
              </a:spcBef>
              <a:spcAft>
                <a:spcPts val="0"/>
              </a:spcAft>
              <a:buClr>
                <a:schemeClr val="dk1"/>
              </a:buClr>
              <a:buSzPts val="3500"/>
              <a:buFont typeface="Poppins SemiBold"/>
              <a:buNone/>
              <a:defRPr sz="3500">
                <a:solidFill>
                  <a:schemeClr val="dk1"/>
                </a:solidFill>
                <a:latin typeface="Poppins SemiBold"/>
                <a:ea typeface="Poppins SemiBold"/>
                <a:cs typeface="Poppins SemiBold"/>
                <a:sym typeface="Poppins SemiBold"/>
              </a:defRPr>
            </a:lvl5pPr>
            <a:lvl6pPr lvl="5" rtl="0">
              <a:spcBef>
                <a:spcPts val="0"/>
              </a:spcBef>
              <a:spcAft>
                <a:spcPts val="0"/>
              </a:spcAft>
              <a:buClr>
                <a:schemeClr val="dk1"/>
              </a:buClr>
              <a:buSzPts val="3500"/>
              <a:buFont typeface="Poppins SemiBold"/>
              <a:buNone/>
              <a:defRPr sz="3500">
                <a:solidFill>
                  <a:schemeClr val="dk1"/>
                </a:solidFill>
                <a:latin typeface="Poppins SemiBold"/>
                <a:ea typeface="Poppins SemiBold"/>
                <a:cs typeface="Poppins SemiBold"/>
                <a:sym typeface="Poppins SemiBold"/>
              </a:defRPr>
            </a:lvl6pPr>
            <a:lvl7pPr lvl="6" rtl="0">
              <a:spcBef>
                <a:spcPts val="0"/>
              </a:spcBef>
              <a:spcAft>
                <a:spcPts val="0"/>
              </a:spcAft>
              <a:buClr>
                <a:schemeClr val="dk1"/>
              </a:buClr>
              <a:buSzPts val="3500"/>
              <a:buFont typeface="Poppins SemiBold"/>
              <a:buNone/>
              <a:defRPr sz="3500">
                <a:solidFill>
                  <a:schemeClr val="dk1"/>
                </a:solidFill>
                <a:latin typeface="Poppins SemiBold"/>
                <a:ea typeface="Poppins SemiBold"/>
                <a:cs typeface="Poppins SemiBold"/>
                <a:sym typeface="Poppins SemiBold"/>
              </a:defRPr>
            </a:lvl7pPr>
            <a:lvl8pPr lvl="7" rtl="0">
              <a:spcBef>
                <a:spcPts val="0"/>
              </a:spcBef>
              <a:spcAft>
                <a:spcPts val="0"/>
              </a:spcAft>
              <a:buClr>
                <a:schemeClr val="dk1"/>
              </a:buClr>
              <a:buSzPts val="3500"/>
              <a:buFont typeface="Poppins SemiBold"/>
              <a:buNone/>
              <a:defRPr sz="3500">
                <a:solidFill>
                  <a:schemeClr val="dk1"/>
                </a:solidFill>
                <a:latin typeface="Poppins SemiBold"/>
                <a:ea typeface="Poppins SemiBold"/>
                <a:cs typeface="Poppins SemiBold"/>
                <a:sym typeface="Poppins SemiBold"/>
              </a:defRPr>
            </a:lvl8pPr>
            <a:lvl9pPr lvl="8" rtl="0">
              <a:spcBef>
                <a:spcPts val="0"/>
              </a:spcBef>
              <a:spcAft>
                <a:spcPts val="0"/>
              </a:spcAft>
              <a:buClr>
                <a:schemeClr val="dk1"/>
              </a:buClr>
              <a:buSzPts val="3500"/>
              <a:buFont typeface="Poppins SemiBold"/>
              <a:buNone/>
              <a:defRPr sz="3500">
                <a:solidFill>
                  <a:schemeClr val="dk1"/>
                </a:solidFill>
                <a:latin typeface="Poppins SemiBold"/>
                <a:ea typeface="Poppins SemiBold"/>
                <a:cs typeface="Poppins SemiBold"/>
                <a:sym typeface="Poppins SemiBold"/>
              </a:defRPr>
            </a:lvl9pPr>
          </a:lstStyle>
          <a:p>
            <a:endParaRPr/>
          </a:p>
        </p:txBody>
      </p:sp>
      <p:sp>
        <p:nvSpPr>
          <p:cNvPr id="7" name="Google Shape;7;p1"/>
          <p:cNvSpPr txBox="1">
            <a:spLocks noGrp="1"/>
          </p:cNvSpPr>
          <p:nvPr>
            <p:ph type="body" idx="1"/>
          </p:nvPr>
        </p:nvSpPr>
        <p:spPr>
          <a:xfrm>
            <a:off x="950967" y="1744600"/>
            <a:ext cx="10290000" cy="4347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extLst>
      <p:ext uri="{BB962C8B-B14F-4D97-AF65-F5344CB8AC3E}">
        <p14:creationId xmlns:p14="http://schemas.microsoft.com/office/powerpoint/2010/main" val="1510037136"/>
      </p:ext>
    </p:extLst>
  </p:cSld>
  <p:clrMap bg1="lt1" tx1="dk1" bg2="dk2" tx2="lt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 id="2147483910" r:id="rId17"/>
    <p:sldLayoutId id="2147483911" r:id="rId18"/>
    <p:sldLayoutId id="2147483912" r:id="rId19"/>
    <p:sldLayoutId id="2147483913" r:id="rId20"/>
    <p:sldLayoutId id="2147483914" r:id="rId21"/>
    <p:sldLayoutId id="2147483915" r:id="rId22"/>
    <p:sldLayoutId id="2147483916" r:id="rId23"/>
    <p:sldLayoutId id="2147483917" r:id="rId24"/>
    <p:sldLayoutId id="2147483918" r:id="rId25"/>
    <p:sldLayoutId id="2147483919" r:id="rId26"/>
    <p:sldLayoutId id="2147483920" r:id="rId27"/>
    <p:sldLayoutId id="2147483921" r:id="rId28"/>
    <p:sldLayoutId id="2147483922" r:id="rId29"/>
    <p:sldLayoutId id="2147483923" r:id="rId30"/>
    <p:sldLayoutId id="2147483924" r:id="rId31"/>
    <p:sldLayoutId id="2147483925" r:id="rId32"/>
    <p:sldLayoutId id="2147483926" r:id="rId33"/>
    <p:sldLayoutId id="2147483927" r:id="rId34"/>
    <p:sldLayoutId id="2147483928" r:id="rId35"/>
    <p:sldLayoutId id="2147483929" r:id="rId36"/>
    <p:sldLayoutId id="2147483930" r:id="rId37"/>
    <p:sldLayoutId id="2147483931" r:id="rId38"/>
    <p:sldLayoutId id="2147483932" r:id="rId39"/>
    <p:sldLayoutId id="2147483933" r:id="rId40"/>
    <p:sldLayoutId id="2147483934" r:id="rId41"/>
    <p:sldLayoutId id="2147483935" r:id="rId4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F0000"/>
          </p15:clr>
        </p15:guide>
        <p15:guide id="2" pos="2880">
          <p15:clr>
            <a:srgbClr val="FF0000"/>
          </p15:clr>
        </p15:guide>
        <p15:guide id="3" pos="449">
          <p15:clr>
            <a:srgbClr val="FF0000"/>
          </p15:clr>
        </p15:guide>
        <p15:guide id="4" pos="5311">
          <p15:clr>
            <a:srgbClr val="FF0000"/>
          </p15:clr>
        </p15:guide>
        <p15:guide id="5" orient="horz" pos="340">
          <p15:clr>
            <a:srgbClr val="FF0000"/>
          </p15:clr>
        </p15:guide>
        <p15:guide id="6" orient="horz" pos="2897">
          <p15:clr>
            <a:srgbClr val="FF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254"/>
        <p:cNvGrpSpPr/>
        <p:nvPr/>
      </p:nvGrpSpPr>
      <p:grpSpPr>
        <a:xfrm>
          <a:off x="0" y="0"/>
          <a:ext cx="0" cy="0"/>
          <a:chOff x="0" y="0"/>
          <a:chExt cx="0" cy="0"/>
        </a:xfrm>
      </p:grpSpPr>
      <p:sp>
        <p:nvSpPr>
          <p:cNvPr id="1255" name="Google Shape;1255;p43"/>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256" name="Google Shape;1256;p43"/>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433799574"/>
      </p:ext>
    </p:extLst>
  </p:cSld>
  <p:clrMap bg1="lt1" tx1="dk1" bg2="dk2" tx2="lt2" accent1="accent1" accent2="accent2" accent3="accent3" accent4="accent4" accent5="accent5" accent6="accent6" hlink="hlink" folHlink="folHlink"/>
  <p:sldLayoutIdLst>
    <p:sldLayoutId id="2147483937" r:id="rId1"/>
    <p:sldLayoutId id="2147483938" r:id="rId2"/>
    <p:sldLayoutId id="2147483942" r:id="rId3"/>
    <p:sldLayoutId id="2147483943" r:id="rId4"/>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accent4"/>
              </a:buClr>
              <a:buSzPts val="3500"/>
              <a:buFont typeface="Martel Heavy"/>
              <a:buNone/>
              <a:defRPr sz="3500">
                <a:solidFill>
                  <a:schemeClr val="accent4"/>
                </a:solidFill>
                <a:latin typeface="Martel Heavy"/>
                <a:ea typeface="Martel Heavy"/>
                <a:cs typeface="Martel Heavy"/>
                <a:sym typeface="Martel Heavy"/>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Tree>
    <p:extLst>
      <p:ext uri="{BB962C8B-B14F-4D97-AF65-F5344CB8AC3E}">
        <p14:creationId xmlns:p14="http://schemas.microsoft.com/office/powerpoint/2010/main" val="3356064969"/>
      </p:ext>
    </p:extLst>
  </p:cSld>
  <p:clrMap bg1="lt1" tx1="dk1" bg2="dk2" tx2="lt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54" r:id="rId10"/>
    <p:sldLayoutId id="2147483955" r:id="rId11"/>
    <p:sldLayoutId id="2147483956" r:id="rId12"/>
    <p:sldLayoutId id="2147483957" r:id="rId13"/>
    <p:sldLayoutId id="2147483958" r:id="rId14"/>
    <p:sldLayoutId id="2147483959" r:id="rId15"/>
    <p:sldLayoutId id="2147483960" r:id="rId16"/>
    <p:sldLayoutId id="2147483961" r:id="rId17"/>
    <p:sldLayoutId id="2147483962" r:id="rId18"/>
    <p:sldLayoutId id="2147483963" r:id="rId19"/>
    <p:sldLayoutId id="2147483964" r:id="rId20"/>
    <p:sldLayoutId id="2147483965" r:id="rId21"/>
    <p:sldLayoutId id="2147483966" r:id="rId22"/>
    <p:sldLayoutId id="2147483967" r:id="rId23"/>
    <p:sldLayoutId id="2147483968" r:id="rId24"/>
    <p:sldLayoutId id="2147483969" r:id="rId25"/>
    <p:sldLayoutId id="2147483970" r:id="rId26"/>
    <p:sldLayoutId id="2147483971" r:id="rId27"/>
    <p:sldLayoutId id="2147483972" r:id="rId28"/>
    <p:sldLayoutId id="2147483973" r:id="rId29"/>
    <p:sldLayoutId id="2147483974" r:id="rId30"/>
    <p:sldLayoutId id="2147483975" r:id="rId31"/>
    <p:sldLayoutId id="2147483976" r:id="rId32"/>
    <p:sldLayoutId id="2147483977" r:id="rId33"/>
    <p:sldLayoutId id="2147483978" r:id="rId34"/>
    <p:sldLayoutId id="2147483979" r:id="rId35"/>
    <p:sldLayoutId id="2147483980" r:id="rId36"/>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134"/>
        <p:cNvGrpSpPr/>
        <p:nvPr/>
      </p:nvGrpSpPr>
      <p:grpSpPr>
        <a:xfrm>
          <a:off x="0" y="0"/>
          <a:ext cx="0" cy="0"/>
          <a:chOff x="0" y="0"/>
          <a:chExt cx="0" cy="0"/>
        </a:xfrm>
      </p:grpSpPr>
      <p:sp>
        <p:nvSpPr>
          <p:cNvPr id="1135" name="Google Shape;1135;p37"/>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136" name="Google Shape;1136;p37"/>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4019762006"/>
      </p:ext>
    </p:extLst>
  </p:cSld>
  <p:clrMap bg1="lt1" tx1="dk1" bg2="dk2" tx2="lt2" accent1="accent1" accent2="accent2" accent3="accent3" accent4="accent4" accent5="accent5" accent6="accent6" hlink="hlink" folHlink="folHlink"/>
  <p:sldLayoutIdLst>
    <p:sldLayoutId id="2147483982"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F277D78-42FD-AF74-B7C8-87D564A0C386}"/>
              </a:ext>
            </a:extLst>
          </p:cNvPr>
          <p:cNvSpPr>
            <a:spLocks noGrp="1"/>
          </p:cNvSpPr>
          <p:nvPr>
            <p:ph type="sldNum" sz="half" idx="4" hasCustomPrompt="1"/>
          </p:nvPr>
        </p:nvSpPr>
        <p:spPr>
          <a:xfrm>
            <a:off x="7858125" y="6400800"/>
            <a:ext cx="3657600" cy="266700"/>
          </a:xfrm>
        </p:spPr>
        <p:txBody>
          <a:bodyPr/>
          <a:lstStyle>
            <a:lvl1pPr algn="r">
              <a:defRPr sz="1200">
                <a:solidFill>
                  <a:schemeClr val="tx1"/>
                </a:solidFill>
              </a:defRPr>
            </a:lvl1pPr>
          </a:lstStyle>
          <a:p>
            <a:fld id="{BDE41EC4-32D3-40A1-A827-5D3F99F173AD}" type="slidenum">
              <a:rPr lang="en-US" altLang="zh-CN" smtClean="0"/>
              <a:pPr/>
              <a:t>‹#›</a:t>
            </a:fld>
            <a:endParaRPr lang="en-US" altLang="zh-CN"/>
          </a:p>
        </p:txBody>
      </p:sp>
      <p:sp>
        <p:nvSpPr>
          <p:cNvPr id="5" name="Date Placeholder 7">
            <a:extLst>
              <a:ext uri="{FF2B5EF4-FFF2-40B4-BE49-F238E27FC236}">
                <a16:creationId xmlns:a16="http://schemas.microsoft.com/office/drawing/2014/main" id="{7BF6804B-EB90-599E-7E69-DA4EB978F82F}"/>
              </a:ext>
            </a:extLst>
          </p:cNvPr>
          <p:cNvSpPr>
            <a:spLocks noGrp="1"/>
          </p:cNvSpPr>
          <p:nvPr>
            <p:ph type="dt" sz="half" idx="2" hasCustomPrompt="1"/>
          </p:nvPr>
        </p:nvSpPr>
        <p:spPr>
          <a:xfrm>
            <a:off x="657225" y="6400800"/>
            <a:ext cx="2743200" cy="266700"/>
          </a:xfrm>
        </p:spPr>
        <p:txBody>
          <a:bodyPr/>
          <a:lstStyle>
            <a:lvl1pPr algn="l">
              <a:defRPr sz="1200">
                <a:solidFill>
                  <a:schemeClr val="tx1"/>
                </a:solidFill>
              </a:defRPr>
            </a:lvl1pPr>
          </a:lstStyle>
          <a:p>
            <a:r>
              <a:rPr lang="en-US" altLang="zh-CN"/>
              <a:t>02/10/2025</a:t>
            </a:r>
          </a:p>
        </p:txBody>
      </p:sp>
      <p:sp>
        <p:nvSpPr>
          <p:cNvPr id="6" name="Footer Placeholder 8">
            <a:extLst>
              <a:ext uri="{FF2B5EF4-FFF2-40B4-BE49-F238E27FC236}">
                <a16:creationId xmlns:a16="http://schemas.microsoft.com/office/drawing/2014/main" id="{F1467AA0-A0AC-71F1-C3BF-76C4280C751C}"/>
              </a:ext>
            </a:extLst>
          </p:cNvPr>
          <p:cNvSpPr>
            <a:spLocks noGrp="1"/>
          </p:cNvSpPr>
          <p:nvPr>
            <p:ph type="ftr" sz="quarter" idx="3" hasCustomPrompt="1"/>
          </p:nvPr>
        </p:nvSpPr>
        <p:spPr>
          <a:xfrm>
            <a:off x="3800475" y="6400800"/>
            <a:ext cx="3657600" cy="266700"/>
          </a:xfrm>
        </p:spPr>
        <p:txBody>
          <a:bodyPr/>
          <a:lstStyle>
            <a:lvl1pPr algn="ctr">
              <a:defRPr sz="1200">
                <a:solidFill>
                  <a:schemeClr val="tx1"/>
                </a:solidFill>
              </a:defRPr>
            </a:lvl1pPr>
          </a:lstStyle>
          <a:p>
            <a:r>
              <a:rPr lang="en-US"/>
              <a:t>Sample Footer Text</a:t>
            </a:r>
          </a:p>
        </p:txBody>
      </p:sp>
      <p:sp>
        <p:nvSpPr>
          <p:cNvPr id="7" name="Title Placeholder 6">
            <a:extLst>
              <a:ext uri="{FF2B5EF4-FFF2-40B4-BE49-F238E27FC236}">
                <a16:creationId xmlns:a16="http://schemas.microsoft.com/office/drawing/2014/main" id="{BFA07352-F897-34D1-5AB6-4C8F517304A7}"/>
              </a:ext>
            </a:extLst>
          </p:cNvPr>
          <p:cNvSpPr>
            <a:spLocks noGrp="1"/>
          </p:cNvSpPr>
          <p:nvPr>
            <p:ph type="title"/>
          </p:nvPr>
        </p:nvSpPr>
        <p:spPr>
          <a:xfrm>
            <a:off x="673099" y="365124"/>
            <a:ext cx="10842625" cy="845392"/>
          </a:xfrm>
          <a:prstGeom prst="rect">
            <a:avLst/>
          </a:prstGeom>
        </p:spPr>
        <p:txBody>
          <a:bodyPr vert="horz" lIns="0" tIns="0" rIns="0" bIns="0" rtlCol="0" anchor="b">
            <a:normAutofit/>
          </a:bodyPr>
          <a:lstStyle/>
          <a:p>
            <a:r>
              <a:rPr lang="en-US"/>
              <a:t>Click to edit Master title style</a:t>
            </a:r>
            <a:endParaRPr lang="en-CN"/>
          </a:p>
        </p:txBody>
      </p:sp>
      <p:sp>
        <p:nvSpPr>
          <p:cNvPr id="8" name="Text Placeholder 7">
            <a:extLst>
              <a:ext uri="{FF2B5EF4-FFF2-40B4-BE49-F238E27FC236}">
                <a16:creationId xmlns:a16="http://schemas.microsoft.com/office/drawing/2014/main" id="{55B58B8F-838E-93E3-01B9-6E360FFA4A4C}"/>
              </a:ext>
            </a:extLst>
          </p:cNvPr>
          <p:cNvSpPr>
            <a:spLocks noGrp="1"/>
          </p:cNvSpPr>
          <p:nvPr>
            <p:ph type="body" idx="1"/>
          </p:nvPr>
        </p:nvSpPr>
        <p:spPr>
          <a:xfrm>
            <a:off x="673099" y="1434353"/>
            <a:ext cx="10842625" cy="474261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Tree>
    <p:extLst>
      <p:ext uri="{BB962C8B-B14F-4D97-AF65-F5344CB8AC3E}">
        <p14:creationId xmlns:p14="http://schemas.microsoft.com/office/powerpoint/2010/main" val="873843833"/>
      </p:ext>
    </p:extLst>
  </p:cSld>
  <p:clrMap bg1="lt1" tx1="dk1" bg2="lt2" tx2="dk2" accent1="accent1" accent2="accent2" accent3="accent3" accent4="accent4" accent5="accent5" accent6="accent6" hlink="hlink" folHlink="folHlink"/>
  <p:sldLayoutIdLst>
    <p:sldLayoutId id="2147484002" r:id="rId1"/>
    <p:sldLayoutId id="2147484003" r:id="rId2"/>
    <p:sldLayoutId id="2147484004" r:id="rId3"/>
    <p:sldLayoutId id="2147484005" r:id="rId4"/>
    <p:sldLayoutId id="2147484006" r:id="rId5"/>
    <p:sldLayoutId id="2147484007" r:id="rId6"/>
    <p:sldLayoutId id="2147484008" r:id="rId7"/>
    <p:sldLayoutId id="2147484009" r:id="rId8"/>
    <p:sldLayoutId id="2147484010" r:id="rId9"/>
    <p:sldLayoutId id="2147484011" r:id="rId10"/>
    <p:sldLayoutId id="2147484012" r:id="rId11"/>
    <p:sldLayoutId id="2147484013" r:id="rId12"/>
    <p:sldLayoutId id="2147484014" r:id="rId13"/>
    <p:sldLayoutId id="2147484015" r:id="rId14"/>
    <p:sldLayoutId id="2147484016" r:id="rId15"/>
    <p:sldLayoutId id="2147484017" r:id="rId16"/>
    <p:sldLayoutId id="2147484018" r:id="rId17"/>
    <p:sldLayoutId id="2147484019" r:id="rId18"/>
    <p:sldLayoutId id="2147484020" r:id="rId19"/>
    <p:sldLayoutId id="2147484021" r:id="rId20"/>
    <p:sldLayoutId id="2147484022" r:id="rId21"/>
    <p:sldLayoutId id="2147484023" r:id="rId22"/>
    <p:sldLayoutId id="2147484024" r:id="rId23"/>
    <p:sldLayoutId id="2147484025" r:id="rId24"/>
    <p:sldLayoutId id="2147484026" r:id="rId25"/>
    <p:sldLayoutId id="2147484027" r:id="rId26"/>
    <p:sldLayoutId id="2147484028" r:id="rId27"/>
    <p:sldLayoutId id="2147484029" r:id="rId28"/>
    <p:sldLayoutId id="2147484030" r:id="rId29"/>
    <p:sldLayoutId id="2147484031" r:id="rId30"/>
    <p:sldLayoutId id="2147484032" r:id="rId31"/>
    <p:sldLayoutId id="2147484033" r:id="rId32"/>
    <p:sldLayoutId id="2147484034" r:id="rId33"/>
    <p:sldLayoutId id="2147484035" r:id="rId34"/>
    <p:sldLayoutId id="2147484036" r:id="rId35"/>
    <p:sldLayoutId id="2147484037" r:id="rId36"/>
    <p:sldLayoutId id="2147484038" r:id="rId37"/>
    <p:sldLayoutId id="2147484039" r:id="rId38"/>
    <p:sldLayoutId id="2147484040" r:id="rId39"/>
    <p:sldLayoutId id="2147484041" r:id="rId40"/>
    <p:sldLayoutId id="2147484042" r:id="rId41"/>
    <p:sldLayoutId id="2147484043" r:id="rId42"/>
    <p:sldLayoutId id="2147484044" r:id="rId43"/>
    <p:sldLayoutId id="2147484045" r:id="rId44"/>
    <p:sldLayoutId id="2147484046" r:id="rId45"/>
    <p:sldLayoutId id="2147484047" r:id="rId46"/>
    <p:sldLayoutId id="2147484048" r:id="rId47"/>
    <p:sldLayoutId id="2147484049" r:id="rId48"/>
    <p:sldLayoutId id="2147484050" r:id="rId49"/>
    <p:sldLayoutId id="2147484051" r:id="rId50"/>
    <p:sldLayoutId id="2147484052" r:id="rId51"/>
    <p:sldLayoutId id="2147484053" r:id="rId52"/>
    <p:sldLayoutId id="2147484054" r:id="rId53"/>
    <p:sldLayoutId id="2147484055" r:id="rId54"/>
    <p:sldLayoutId id="2147484056" r:id="rId55"/>
    <p:sldLayoutId id="2147484057" r:id="rId56"/>
    <p:sldLayoutId id="2147484058" r:id="rId57"/>
    <p:sldLayoutId id="2147484059" r:id="rId58"/>
    <p:sldLayoutId id="2147484060" r:id="rId59"/>
    <p:sldLayoutId id="2147484061" r:id="rId60"/>
    <p:sldLayoutId id="2147484062" r:id="rId61"/>
    <p:sldLayoutId id="2147484063" r:id="rId62"/>
    <p:sldLayoutId id="2147484064" r:id="rId63"/>
    <p:sldLayoutId id="2147484065" r:id="rId64"/>
    <p:sldLayoutId id="2147484066" r:id="rId65"/>
    <p:sldLayoutId id="2147484067" r:id="rId66"/>
    <p:sldLayoutId id="2147484068" r:id="rId67"/>
    <p:sldLayoutId id="2147484069" r:id="rId68"/>
    <p:sldLayoutId id="2147484070" r:id="rId69"/>
    <p:sldLayoutId id="2147484071" r:id="rId7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100000"/>
        </a:lnSpc>
        <a:spcBef>
          <a:spcPct val="0"/>
        </a:spcBef>
        <a:buNone/>
        <a:defRPr sz="3600" b="1" kern="120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sz="1200" kern="120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sz="1100" kern="1200">
          <a:solidFill>
            <a:schemeClr val="tx1"/>
          </a:solidFill>
          <a:latin typeface="+mn-lt"/>
          <a:ea typeface="+mn-ea"/>
          <a:cs typeface="+mn-cs"/>
        </a:defRPr>
      </a:lvl3pPr>
      <a:lvl4pPr marL="1371600" indent="0" algn="l" defTabSz="914400" rtl="0" eaLnBrk="1" latinLnBrk="0" hangingPunct="1">
        <a:lnSpc>
          <a:spcPct val="120000"/>
        </a:lnSpc>
        <a:spcBef>
          <a:spcPts val="500"/>
        </a:spcBef>
        <a:buFont typeface="Arial" panose="020B0604020202020204" pitchFamily="34" charset="0"/>
        <a:buNone/>
        <a:defRPr sz="1050" kern="1200">
          <a:solidFill>
            <a:schemeClr val="tx1"/>
          </a:solidFill>
          <a:latin typeface="+mn-lt"/>
          <a:ea typeface="+mn-ea"/>
          <a:cs typeface="+mn-cs"/>
        </a:defRPr>
      </a:lvl4pPr>
      <a:lvl5pPr marL="1828800" indent="0" algn="l" defTabSz="914400" rtl="0" eaLnBrk="1" latinLnBrk="0" hangingPunct="1">
        <a:lnSpc>
          <a:spcPct val="120000"/>
        </a:lnSpc>
        <a:spcBef>
          <a:spcPts val="500"/>
        </a:spcBef>
        <a:buFont typeface="Arial" panose="020B0604020202020204" pitchFamily="34" charset="0"/>
        <a:buNone/>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55.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55.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5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1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1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1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1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1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1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13.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13.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13.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13.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3.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0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07.xml"/><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07.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5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DC32D-FEC0-9BAE-02B1-BA6BFA4BD553}"/>
              </a:ext>
            </a:extLst>
          </p:cNvPr>
          <p:cNvSpPr>
            <a:spLocks noGrp="1"/>
          </p:cNvSpPr>
          <p:nvPr>
            <p:ph type="ctrTitle"/>
          </p:nvPr>
        </p:nvSpPr>
        <p:spPr>
          <a:xfrm>
            <a:off x="3130825" y="413047"/>
            <a:ext cx="7871472" cy="1569660"/>
          </a:xfrm>
        </p:spPr>
        <p:txBody>
          <a:bodyPr>
            <a:noAutofit/>
          </a:bodyPr>
          <a:lstStyle/>
          <a:p>
            <a:pPr algn="l"/>
            <a:r>
              <a:rPr lang="en-IN" sz="3600" kern="100" dirty="0">
                <a:solidFill>
                  <a:schemeClr val="accent1">
                    <a:lumMod val="10000"/>
                  </a:schemeClr>
                </a:solidFill>
                <a:latin typeface="Times New Roman" panose="02020603050405020304" pitchFamily="18" charset="0"/>
                <a:ea typeface="PMingLiU-ExtB" panose="02020500000000000000" pitchFamily="18" charset="-120"/>
                <a:cs typeface="Times New Roman" panose="02020603050405020304" pitchFamily="18" charset="0"/>
              </a:rPr>
              <a:t>Department Of Mechanical Engineering</a:t>
            </a:r>
            <a:br>
              <a:rPr lang="en-GB" sz="2000" kern="100" dirty="0">
                <a:solidFill>
                  <a:schemeClr val="accent1">
                    <a:lumMod val="10000"/>
                  </a:schemeClr>
                </a:solidFill>
                <a:latin typeface="Times New Roman" panose="02020603050405020304" pitchFamily="18" charset="0"/>
                <a:ea typeface="PMingLiU-ExtB" panose="02020500000000000000" pitchFamily="18" charset="-120"/>
                <a:cs typeface="Times New Roman" panose="02020603050405020304" pitchFamily="18" charset="0"/>
              </a:rPr>
            </a:br>
            <a:r>
              <a:rPr lang="en-IN" sz="2800" kern="100" dirty="0">
                <a:solidFill>
                  <a:schemeClr val="accent1">
                    <a:lumMod val="10000"/>
                  </a:schemeClr>
                </a:solidFill>
                <a:latin typeface="Times New Roman" panose="02020603050405020304" pitchFamily="18" charset="0"/>
                <a:ea typeface="PMingLiU-ExtB" panose="02020500000000000000" pitchFamily="18" charset="-120"/>
                <a:cs typeface="Times New Roman" panose="02020603050405020304" pitchFamily="18" charset="0"/>
              </a:rPr>
              <a:t>Vasavi College Of Engineering</a:t>
            </a:r>
            <a:endParaRPr lang="en-IN" sz="2000" dirty="0">
              <a:solidFill>
                <a:schemeClr val="accent1">
                  <a:lumMod val="10000"/>
                </a:schemeClr>
              </a:solidFill>
            </a:endParaRPr>
          </a:p>
        </p:txBody>
      </p:sp>
      <p:sp>
        <p:nvSpPr>
          <p:cNvPr id="3" name="Subtitle 2">
            <a:extLst>
              <a:ext uri="{FF2B5EF4-FFF2-40B4-BE49-F238E27FC236}">
                <a16:creationId xmlns:a16="http://schemas.microsoft.com/office/drawing/2014/main" id="{8EFF346C-758C-5994-E44C-C8E958EC10C1}"/>
              </a:ext>
            </a:extLst>
          </p:cNvPr>
          <p:cNvSpPr>
            <a:spLocks noGrp="1"/>
          </p:cNvSpPr>
          <p:nvPr>
            <p:ph type="subTitle" idx="1"/>
          </p:nvPr>
        </p:nvSpPr>
        <p:spPr>
          <a:xfrm>
            <a:off x="1362260" y="2650974"/>
            <a:ext cx="9144000" cy="1652669"/>
          </a:xfrm>
        </p:spPr>
        <p:txBody>
          <a:bodyPr>
            <a:noAutofit/>
          </a:bodyPr>
          <a:lstStyle/>
          <a:p>
            <a:pPr algn="ctr">
              <a:lnSpc>
                <a:spcPct val="120000"/>
              </a:lnSpc>
            </a:pPr>
            <a:r>
              <a:rPr lang="en-IN" sz="2800" b="1" dirty="0">
                <a:latin typeface="Times New Roman" panose="02020603050405020304" pitchFamily="18" charset="0"/>
                <a:cs typeface="Times New Roman" panose="02020603050405020304" pitchFamily="18" charset="0"/>
              </a:rPr>
              <a:t>Mini Project</a:t>
            </a:r>
          </a:p>
          <a:p>
            <a:pPr algn="ctr">
              <a:lnSpc>
                <a:spcPct val="120000"/>
              </a:lnSpc>
            </a:pPr>
            <a:r>
              <a:rPr lang="en-IN" sz="2800" b="1" dirty="0">
                <a:latin typeface="Times New Roman" panose="02020603050405020304" pitchFamily="18" charset="0"/>
                <a:cs typeface="Times New Roman" panose="02020603050405020304" pitchFamily="18" charset="0"/>
              </a:rPr>
              <a:t>Batch.no:2</a:t>
            </a:r>
          </a:p>
          <a:p>
            <a:pPr algn="ctr">
              <a:lnSpc>
                <a:spcPct val="120000"/>
              </a:lnSpc>
            </a:pPr>
            <a:r>
              <a:rPr lang="en-IN" sz="2800" b="1" dirty="0">
                <a:latin typeface="Times New Roman" panose="02020603050405020304" pitchFamily="18" charset="0"/>
                <a:ea typeface="Calibri" panose="020F0502020204030204" pitchFamily="34" charset="0"/>
                <a:cs typeface="Times New Roman" panose="02020603050405020304" pitchFamily="18" charset="0"/>
              </a:rPr>
              <a:t>Title :-  </a:t>
            </a:r>
            <a:r>
              <a:rPr lang="en-IN" sz="2800" b="1" dirty="0">
                <a:latin typeface="Times New Roman" panose="02020603050405020304" pitchFamily="18" charset="0"/>
                <a:cs typeface="Times New Roman" panose="02020603050405020304" pitchFamily="18" charset="0"/>
              </a:rPr>
              <a:t>3D CAD Modelling of a Farmer Assistant Robot</a:t>
            </a: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4C7E022-E4A1-DFF8-ED23-689E1701720C}"/>
              </a:ext>
            </a:extLst>
          </p:cNvPr>
          <p:cNvSpPr>
            <a:spLocks noGrp="1"/>
          </p:cNvSpPr>
          <p:nvPr>
            <p:ph type="sldNum" sz="half" idx="12"/>
          </p:nvPr>
        </p:nvSpPr>
        <p:spPr>
          <a:xfrm>
            <a:off x="9448800" y="6356350"/>
            <a:ext cx="2743200" cy="365125"/>
          </a:xfrm>
          <a:prstGeom prst="rect">
            <a:avLst/>
          </a:prstGeom>
        </p:spPr>
        <p:txBody>
          <a:bodyPr/>
          <a:lstStyle/>
          <a:p>
            <a:fld id="{27CE633F-9882-4A5C-83A2-1109D0C73261}" type="slidenum">
              <a:rPr lang="en-US" smtClean="0"/>
              <a:t>1</a:t>
            </a:fld>
            <a:endParaRPr lang="en-US"/>
          </a:p>
        </p:txBody>
      </p:sp>
      <p:pic>
        <p:nvPicPr>
          <p:cNvPr id="4" name="Picture 3">
            <a:extLst>
              <a:ext uri="{FF2B5EF4-FFF2-40B4-BE49-F238E27FC236}">
                <a16:creationId xmlns:a16="http://schemas.microsoft.com/office/drawing/2014/main" id="{EB227BB7-2BCC-F5C0-5712-570D25DEDDC1}"/>
              </a:ext>
            </a:extLst>
          </p:cNvPr>
          <p:cNvPicPr>
            <a:picLocks noChangeAspect="1"/>
          </p:cNvPicPr>
          <p:nvPr/>
        </p:nvPicPr>
        <p:blipFill>
          <a:blip r:embed="rId2"/>
          <a:stretch>
            <a:fillRect/>
          </a:stretch>
        </p:blipFill>
        <p:spPr>
          <a:xfrm>
            <a:off x="664172" y="489175"/>
            <a:ext cx="1935967" cy="1870856"/>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D740AA16-A86B-40E2-0BF2-F96EED03CCE6}"/>
              </a:ext>
            </a:extLst>
          </p:cNvPr>
          <p:cNvSpPr txBox="1"/>
          <p:nvPr/>
        </p:nvSpPr>
        <p:spPr>
          <a:xfrm>
            <a:off x="6619461" y="4594586"/>
            <a:ext cx="4542183" cy="1569660"/>
          </a:xfrm>
          <a:prstGeom prst="rect">
            <a:avLst/>
          </a:prstGeom>
          <a:noFill/>
        </p:spPr>
        <p:txBody>
          <a:bodyPr wrap="square">
            <a:spAutoFit/>
          </a:bodyPr>
          <a:lstStyle/>
          <a:p>
            <a:pPr>
              <a:lnSpc>
                <a:spcPct val="100000"/>
              </a:lnSpc>
            </a:pPr>
            <a:r>
              <a:rPr lang="en-US" sz="2400" cap="none" dirty="0">
                <a:latin typeface="Times New Roman" panose="02020603050405020304" pitchFamily="18" charset="0"/>
                <a:cs typeface="Times New Roman" panose="02020603050405020304" pitchFamily="18" charset="0"/>
              </a:rPr>
              <a:t>Team Details:-</a:t>
            </a:r>
          </a:p>
          <a:p>
            <a:pPr>
              <a:lnSpc>
                <a:spcPct val="100000"/>
              </a:lnSpc>
            </a:pPr>
            <a:r>
              <a:rPr lang="en-US" sz="2400" cap="none" dirty="0">
                <a:latin typeface="Times New Roman" panose="02020603050405020304" pitchFamily="18" charset="0"/>
                <a:cs typeface="Times New Roman" panose="02020603050405020304" pitchFamily="18" charset="0"/>
              </a:rPr>
              <a:t>1602-23-736-005  Amgoth Thavu</a:t>
            </a:r>
          </a:p>
          <a:p>
            <a:pPr>
              <a:lnSpc>
                <a:spcPct val="100000"/>
              </a:lnSpc>
            </a:pPr>
            <a:r>
              <a:rPr lang="en-US" sz="2400" cap="none" dirty="0">
                <a:latin typeface="Times New Roman" panose="02020603050405020304" pitchFamily="18" charset="0"/>
                <a:cs typeface="Times New Roman" panose="02020603050405020304" pitchFamily="18" charset="0"/>
              </a:rPr>
              <a:t>1602-23-736-013  Haritha CH</a:t>
            </a:r>
          </a:p>
          <a:p>
            <a:pPr>
              <a:lnSpc>
                <a:spcPct val="100000"/>
              </a:lnSpc>
            </a:pPr>
            <a:r>
              <a:rPr lang="en-US" sz="2400" cap="none" dirty="0">
                <a:latin typeface="Times New Roman" panose="02020603050405020304" pitchFamily="18" charset="0"/>
                <a:cs typeface="Times New Roman" panose="02020603050405020304" pitchFamily="18" charset="0"/>
              </a:rPr>
              <a:t>1602-23-736-020  Manoj M</a:t>
            </a:r>
          </a:p>
        </p:txBody>
      </p:sp>
      <p:sp>
        <p:nvSpPr>
          <p:cNvPr id="5" name="TextBox 4">
            <a:extLst>
              <a:ext uri="{FF2B5EF4-FFF2-40B4-BE49-F238E27FC236}">
                <a16:creationId xmlns:a16="http://schemas.microsoft.com/office/drawing/2014/main" id="{104B119C-37CB-9020-A8E9-25D5D4762181}"/>
              </a:ext>
            </a:extLst>
          </p:cNvPr>
          <p:cNvSpPr txBox="1"/>
          <p:nvPr/>
        </p:nvSpPr>
        <p:spPr>
          <a:xfrm>
            <a:off x="1362260" y="4796920"/>
            <a:ext cx="3765755" cy="1384995"/>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Project Guide:-</a:t>
            </a:r>
          </a:p>
          <a:p>
            <a:r>
              <a:rPr lang="en-US" sz="2800" dirty="0">
                <a:latin typeface="Times New Roman" panose="02020603050405020304" pitchFamily="18" charset="0"/>
                <a:cs typeface="Times New Roman" panose="02020603050405020304" pitchFamily="18" charset="0"/>
              </a:rPr>
              <a:t>K .Veladri</a:t>
            </a:r>
          </a:p>
          <a:p>
            <a:r>
              <a:rPr lang="en-US" sz="2800" dirty="0">
                <a:latin typeface="Times New Roman" panose="02020603050405020304" pitchFamily="18" charset="0"/>
                <a:cs typeface="Times New Roman" panose="02020603050405020304" pitchFamily="18" charset="0"/>
              </a:rPr>
              <a:t>Associate Professor</a:t>
            </a:r>
            <a:endParaRPr lang="en-IN" sz="2800" dirty="0"/>
          </a:p>
        </p:txBody>
      </p:sp>
    </p:spTree>
    <p:extLst>
      <p:ext uri="{BB962C8B-B14F-4D97-AF65-F5344CB8AC3E}">
        <p14:creationId xmlns:p14="http://schemas.microsoft.com/office/powerpoint/2010/main" val="1978779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6070" y="417443"/>
            <a:ext cx="10515600" cy="960921"/>
          </a:xfrm>
        </p:spPr>
        <p:txBody>
          <a:bodyPr>
            <a:noAutofit/>
          </a:bodyPr>
          <a:lstStyle/>
          <a:p>
            <a:r>
              <a:rPr lang="en-US" sz="3200" b="1" dirty="0">
                <a:latin typeface="Times New Roman" panose="02020603050405020304" pitchFamily="18" charset="0"/>
                <a:cs typeface="Times New Roman" panose="02020603050405020304" pitchFamily="18" charset="0"/>
              </a:rPr>
              <a:t>Table of contents:-</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43608" y="1378364"/>
            <a:ext cx="10310191" cy="4798599"/>
          </a:xfrm>
        </p:spPr>
        <p:txBody>
          <a:bodyPr>
            <a:normAutofit fontScale="70000" lnSpcReduction="20000"/>
          </a:bodyPr>
          <a:lstStyle/>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Problem Statement ………………………………..……..3                </a:t>
            </a:r>
          </a:p>
          <a:p>
            <a:pPr>
              <a:buFont typeface="Wingdings" panose="05000000000000000000" pitchFamily="2" charset="2"/>
              <a:buChar char="§"/>
            </a:pPr>
            <a:r>
              <a:rPr lang="en-US" sz="2800" dirty="0">
                <a:latin typeface="Times New Roman" panose="02020603050405020304" pitchFamily="18" charset="0"/>
                <a:ea typeface="Yu Gothic UI Light" panose="020B0300000000000000" pitchFamily="34" charset="-128"/>
                <a:cs typeface="Times New Roman" panose="02020603050405020304" pitchFamily="18" charset="0"/>
              </a:rPr>
              <a:t>Need for a robot </a:t>
            </a:r>
            <a:r>
              <a:rPr lang="en-US" sz="2800" dirty="0">
                <a:latin typeface="Times New Roman" panose="02020603050405020304" pitchFamily="18" charset="0"/>
                <a:cs typeface="Times New Roman" panose="02020603050405020304" pitchFamily="18" charset="0"/>
              </a:rPr>
              <a:t>……………………………………...….4</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Objective of the project……………………………….…5</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Literature review……………………………………........6  - 7 </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Design and Components …..…………………………….8   - 21</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3D Model………………………………………………...22 - 24</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Methodology……………………………………………..25 - 26</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Future Scope……………………………………………..27</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Results ……………………………………………..........28</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Conclusion………………………………………….........29</a:t>
            </a:r>
          </a:p>
          <a:p>
            <a:pPr>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References……………………………………………….30</a:t>
            </a:r>
          </a:p>
          <a:p>
            <a:endParaRPr lang="en-US" sz="28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A8D8FC6-AF80-95CF-DC15-961955385E4E}"/>
              </a:ext>
            </a:extLst>
          </p:cNvPr>
          <p:cNvSpPr>
            <a:spLocks noGrp="1"/>
          </p:cNvSpPr>
          <p:nvPr>
            <p:ph type="sldNum" sz="half" idx="12"/>
          </p:nvPr>
        </p:nvSpPr>
        <p:spPr/>
        <p:txBody>
          <a:bodyPr/>
          <a:lstStyle/>
          <a:p>
            <a:fld id="{27CE633F-9882-4A5C-83A2-1109D0C73261}" type="slidenum">
              <a:rPr lang="en-US" smtClean="0"/>
              <a:t>2</a:t>
            </a:fld>
            <a:endParaRPr lang="en-US"/>
          </a:p>
        </p:txBody>
      </p:sp>
    </p:spTree>
    <p:extLst>
      <p:ext uri="{BB962C8B-B14F-4D97-AF65-F5344CB8AC3E}">
        <p14:creationId xmlns:p14="http://schemas.microsoft.com/office/powerpoint/2010/main" val="2590500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D03D1-154D-B03A-0B1F-F3F92861E3B9}"/>
              </a:ext>
            </a:extLst>
          </p:cNvPr>
          <p:cNvSpPr>
            <a:spLocks noGrp="1"/>
          </p:cNvSpPr>
          <p:nvPr>
            <p:ph type="title"/>
          </p:nvPr>
        </p:nvSpPr>
        <p:spPr>
          <a:xfrm>
            <a:off x="856655" y="1116830"/>
            <a:ext cx="6190412" cy="631558"/>
          </a:xfrm>
        </p:spPr>
        <p:txBody>
          <a:bodyPr anchor="b">
            <a:normAutofit/>
          </a:bodyPr>
          <a:lstStyle/>
          <a:p>
            <a:r>
              <a:rPr lang="en-US" sz="3800" b="1" dirty="0">
                <a:latin typeface="Times New Roman" panose="02020603050405020304" pitchFamily="18" charset="0"/>
                <a:cs typeface="Times New Roman" panose="02020603050405020304" pitchFamily="18" charset="0"/>
              </a:rPr>
              <a:t>Problem Statement:-</a:t>
            </a:r>
            <a:endParaRPr lang="en-IN" sz="3800" dirty="0"/>
          </a:p>
        </p:txBody>
      </p:sp>
      <p:sp>
        <p:nvSpPr>
          <p:cNvPr id="3" name="Content Placeholder 2">
            <a:extLst>
              <a:ext uri="{FF2B5EF4-FFF2-40B4-BE49-F238E27FC236}">
                <a16:creationId xmlns:a16="http://schemas.microsoft.com/office/drawing/2014/main" id="{C42D6683-9C90-ED28-FDDA-A843A5B584BF}"/>
              </a:ext>
            </a:extLst>
          </p:cNvPr>
          <p:cNvSpPr>
            <a:spLocks noGrp="1"/>
          </p:cNvSpPr>
          <p:nvPr>
            <p:ph idx="1"/>
          </p:nvPr>
        </p:nvSpPr>
        <p:spPr>
          <a:xfrm>
            <a:off x="856655" y="2396711"/>
            <a:ext cx="6190412" cy="3344459"/>
          </a:xfrm>
        </p:spPr>
        <p:txBody>
          <a:bodyPr anchor="t">
            <a:normAutofit/>
          </a:bodyPr>
          <a:lstStyle/>
          <a:p>
            <a:r>
              <a:rPr lang="en-US" sz="2000" dirty="0">
                <a:latin typeface="Times New Roman" panose="02020603050405020304" pitchFamily="18" charset="0"/>
                <a:cs typeface="Times New Roman" panose="02020603050405020304" pitchFamily="18" charset="0"/>
              </a:rPr>
              <a:t>Farmers struggle to detect plant diseases early.</a:t>
            </a:r>
          </a:p>
          <a:p>
            <a:r>
              <a:rPr lang="en-US" sz="2000" dirty="0">
                <a:latin typeface="Times New Roman" panose="02020603050405020304" pitchFamily="18" charset="0"/>
                <a:cs typeface="Times New Roman" panose="02020603050405020304" pitchFamily="18" charset="0"/>
              </a:rPr>
              <a:t>Checking each plant manually takes a lot of time and effort.</a:t>
            </a:r>
          </a:p>
          <a:p>
            <a:r>
              <a:rPr lang="en-US" sz="2000" dirty="0">
                <a:latin typeface="Times New Roman" panose="02020603050405020304" pitchFamily="18" charset="0"/>
                <a:cs typeface="Times New Roman" panose="02020603050405020304" pitchFamily="18" charset="0"/>
              </a:rPr>
              <a:t>Early symptoms on leaves are small and easy to miss.</a:t>
            </a:r>
          </a:p>
          <a:p>
            <a:r>
              <a:rPr lang="en-US" sz="2000" dirty="0">
                <a:latin typeface="Times New Roman" panose="02020603050405020304" pitchFamily="18" charset="0"/>
                <a:cs typeface="Times New Roman" panose="02020603050405020304" pitchFamily="18" charset="0"/>
              </a:rPr>
              <a:t>Delayed detection leads to big crop losses.</a:t>
            </a:r>
          </a:p>
          <a:p>
            <a:r>
              <a:rPr lang="en-US" sz="2000" dirty="0">
                <a:latin typeface="Times New Roman" panose="02020603050405020304" pitchFamily="18" charset="0"/>
                <a:cs typeface="Times New Roman" panose="02020603050405020304" pitchFamily="18" charset="0"/>
              </a:rPr>
              <a:t>Many farmers don’t have quick access to experts for diagnosis.</a:t>
            </a:r>
          </a:p>
          <a:p>
            <a:r>
              <a:rPr lang="en-US" sz="2000" dirty="0">
                <a:latin typeface="Times New Roman" panose="02020603050405020304" pitchFamily="18" charset="0"/>
                <a:cs typeface="Times New Roman" panose="02020603050405020304" pitchFamily="18" charset="0"/>
              </a:rPr>
              <a:t>Wrong or late treatment increases cost and reduces yield.</a:t>
            </a:r>
          </a:p>
        </p:txBody>
      </p:sp>
      <p:sp>
        <p:nvSpPr>
          <p:cNvPr id="7" name="Slide Number Placeholder 6">
            <a:extLst>
              <a:ext uri="{FF2B5EF4-FFF2-40B4-BE49-F238E27FC236}">
                <a16:creationId xmlns:a16="http://schemas.microsoft.com/office/drawing/2014/main" id="{D52BE260-4188-6B24-FBE4-0AFF6A583124}"/>
              </a:ext>
            </a:extLst>
          </p:cNvPr>
          <p:cNvSpPr>
            <a:spLocks noGrp="1"/>
          </p:cNvSpPr>
          <p:nvPr>
            <p:ph type="sldNum" sz="half" idx="12"/>
          </p:nvPr>
        </p:nvSpPr>
        <p:spPr/>
        <p:txBody>
          <a:bodyPr/>
          <a:lstStyle/>
          <a:p>
            <a:fld id="{27CE633F-9882-4A5C-83A2-1109D0C73261}" type="slidenum">
              <a:rPr lang="en-US" smtClean="0"/>
              <a:t>3</a:t>
            </a:fld>
            <a:endParaRPr lang="en-US"/>
          </a:p>
        </p:txBody>
      </p:sp>
      <p:pic>
        <p:nvPicPr>
          <p:cNvPr id="4" name="Picture 2" descr="Common Plant Diseases &amp; Disease Control for Organic Gardens">
            <a:extLst>
              <a:ext uri="{FF2B5EF4-FFF2-40B4-BE49-F238E27FC236}">
                <a16:creationId xmlns:a16="http://schemas.microsoft.com/office/drawing/2014/main" id="{4EA94D3A-620D-4C9A-64AD-3EF27C12E1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6461" y="2070656"/>
            <a:ext cx="3891858" cy="3411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2497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F22F2-A4FC-3523-A813-57AA97D776F9}"/>
              </a:ext>
            </a:extLst>
          </p:cNvPr>
          <p:cNvSpPr>
            <a:spLocks noGrp="1"/>
          </p:cNvSpPr>
          <p:nvPr>
            <p:ph type="title"/>
          </p:nvPr>
        </p:nvSpPr>
        <p:spPr>
          <a:xfrm>
            <a:off x="838200" y="914254"/>
            <a:ext cx="6155988" cy="1124070"/>
          </a:xfrm>
        </p:spPr>
        <p:txBody>
          <a:bodyPr anchor="b">
            <a:normAutofit fontScale="90000"/>
          </a:bodyPr>
          <a:lstStyle/>
          <a:p>
            <a:r>
              <a:rPr lang="en-US" sz="3800" b="1" dirty="0">
                <a:latin typeface="Times New Roman" panose="02020603050405020304" pitchFamily="18" charset="0"/>
                <a:cs typeface="Times New Roman" panose="02020603050405020304" pitchFamily="18" charset="0"/>
              </a:rPr>
              <a:t>Need for a Robot:-</a:t>
            </a:r>
            <a:br>
              <a:rPr lang="en-US" sz="3800" b="1" dirty="0"/>
            </a:br>
            <a:endParaRPr lang="en-IN" sz="3800" dirty="0"/>
          </a:p>
        </p:txBody>
      </p:sp>
      <p:sp>
        <p:nvSpPr>
          <p:cNvPr id="3" name="Content Placeholder 2">
            <a:extLst>
              <a:ext uri="{FF2B5EF4-FFF2-40B4-BE49-F238E27FC236}">
                <a16:creationId xmlns:a16="http://schemas.microsoft.com/office/drawing/2014/main" id="{9FA58141-366E-ACAA-602D-A862B56A3E1F}"/>
              </a:ext>
            </a:extLst>
          </p:cNvPr>
          <p:cNvSpPr>
            <a:spLocks noGrp="1"/>
          </p:cNvSpPr>
          <p:nvPr>
            <p:ph idx="1"/>
          </p:nvPr>
        </p:nvSpPr>
        <p:spPr>
          <a:xfrm>
            <a:off x="803775" y="1727704"/>
            <a:ext cx="6708745" cy="4481473"/>
          </a:xfrm>
        </p:spPr>
        <p:txBody>
          <a:bodyPr anchor="t">
            <a:normAutofit lnSpcReduction="10000"/>
          </a:bodyPr>
          <a:lstStyle/>
          <a:p>
            <a:r>
              <a:rPr lang="en-US" sz="1800" dirty="0">
                <a:latin typeface="Times New Roman" panose="02020603050405020304" pitchFamily="18" charset="0"/>
                <a:cs typeface="Times New Roman" panose="02020603050405020304" pitchFamily="18" charset="0"/>
              </a:rPr>
              <a:t>Farmers cannot check every plant manually in large fields.</a:t>
            </a:r>
          </a:p>
          <a:p>
            <a:r>
              <a:rPr lang="en-US" sz="1800" dirty="0">
                <a:latin typeface="Times New Roman" panose="02020603050405020304" pitchFamily="18" charset="0"/>
                <a:cs typeface="Times New Roman" panose="02020603050405020304" pitchFamily="18" charset="0"/>
              </a:rPr>
              <a:t> Robots give faster and more accurate disease detection.</a:t>
            </a:r>
          </a:p>
          <a:p>
            <a:r>
              <a:rPr lang="en-US" sz="1800" dirty="0">
                <a:latin typeface="Times New Roman" panose="02020603050405020304" pitchFamily="18" charset="0"/>
                <a:cs typeface="Times New Roman" panose="02020603050405020304" pitchFamily="18" charset="0"/>
              </a:rPr>
              <a:t>Early detection helps prevent the spread of infection.</a:t>
            </a:r>
          </a:p>
          <a:p>
            <a:r>
              <a:rPr lang="en-US" sz="1800" dirty="0">
                <a:latin typeface="Times New Roman" panose="02020603050405020304" pitchFamily="18" charset="0"/>
                <a:cs typeface="Times New Roman" panose="02020603050405020304" pitchFamily="18" charset="0"/>
              </a:rPr>
              <a:t>Robots reduce the farmer’s workload and save time.</a:t>
            </a:r>
          </a:p>
          <a:p>
            <a:r>
              <a:rPr lang="en-US" sz="1800" dirty="0">
                <a:latin typeface="Times New Roman" panose="02020603050405020304" pitchFamily="18" charset="0"/>
                <a:cs typeface="Times New Roman" panose="02020603050405020304" pitchFamily="18" charset="0"/>
              </a:rPr>
              <a:t>They help farmers make better decisions for treatment.</a:t>
            </a:r>
          </a:p>
          <a:p>
            <a:r>
              <a:rPr lang="en-US" sz="1800" dirty="0">
                <a:latin typeface="Times New Roman" panose="02020603050405020304" pitchFamily="18" charset="0"/>
                <a:cs typeface="Times New Roman" panose="02020603050405020304" pitchFamily="18" charset="0"/>
              </a:rPr>
              <a:t>Robots reduce unnecessary use of pesticides by detecting the exact problem.</a:t>
            </a:r>
          </a:p>
          <a:p>
            <a:r>
              <a:rPr lang="en-US" sz="1800" dirty="0">
                <a:latin typeface="Times New Roman" panose="02020603050405020304" pitchFamily="18" charset="0"/>
                <a:cs typeface="Times New Roman" panose="02020603050405020304" pitchFamily="18" charset="0"/>
              </a:rPr>
              <a:t>They improve crop health and increase overall yield.</a:t>
            </a:r>
          </a:p>
          <a:p>
            <a:r>
              <a:rPr lang="en-US" sz="1800" dirty="0">
                <a:latin typeface="Times New Roman" panose="02020603050405020304" pitchFamily="18" charset="0"/>
                <a:cs typeface="Times New Roman" panose="02020603050405020304" pitchFamily="18" charset="0"/>
              </a:rPr>
              <a:t>Robots can work in harsh weather or sunlight where humans may struggle.</a:t>
            </a:r>
          </a:p>
          <a:p>
            <a:r>
              <a:rPr lang="en-US" sz="1800" dirty="0">
                <a:latin typeface="Times New Roman" panose="02020603050405020304" pitchFamily="18" charset="0"/>
                <a:cs typeface="Times New Roman" panose="02020603050405020304" pitchFamily="18" charset="0"/>
              </a:rPr>
              <a:t>Technology brings precision farming and reduces losses.</a:t>
            </a:r>
          </a:p>
          <a:p>
            <a:endParaRPr lang="en-IN" sz="1500" dirty="0"/>
          </a:p>
        </p:txBody>
      </p:sp>
      <p:sp>
        <p:nvSpPr>
          <p:cNvPr id="7" name="Slide Number Placeholder 6">
            <a:extLst>
              <a:ext uri="{FF2B5EF4-FFF2-40B4-BE49-F238E27FC236}">
                <a16:creationId xmlns:a16="http://schemas.microsoft.com/office/drawing/2014/main" id="{3B8B36B1-2237-B5FF-BCC0-921E4DEB6955}"/>
              </a:ext>
            </a:extLst>
          </p:cNvPr>
          <p:cNvSpPr>
            <a:spLocks noGrp="1"/>
          </p:cNvSpPr>
          <p:nvPr>
            <p:ph type="sldNum" sz="half" idx="12"/>
          </p:nvPr>
        </p:nvSpPr>
        <p:spPr/>
        <p:txBody>
          <a:bodyPr/>
          <a:lstStyle/>
          <a:p>
            <a:fld id="{27CE633F-9882-4A5C-83A2-1109D0C73261}" type="slidenum">
              <a:rPr lang="en-US" smtClean="0"/>
              <a:t>4</a:t>
            </a:fld>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6361" y="914254"/>
            <a:ext cx="4378540" cy="5241931"/>
          </a:xfrm>
          <a:prstGeom prst="rect">
            <a:avLst/>
          </a:prstGeom>
        </p:spPr>
      </p:pic>
    </p:spTree>
    <p:extLst>
      <p:ext uri="{BB962C8B-B14F-4D97-AF65-F5344CB8AC3E}">
        <p14:creationId xmlns:p14="http://schemas.microsoft.com/office/powerpoint/2010/main" val="2082451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2206-DC0F-CB22-63C4-65A837270717}"/>
              </a:ext>
            </a:extLst>
          </p:cNvPr>
          <p:cNvSpPr>
            <a:spLocks noGrp="1"/>
          </p:cNvSpPr>
          <p:nvPr>
            <p:ph type="title"/>
          </p:nvPr>
        </p:nvSpPr>
        <p:spPr>
          <a:xfrm>
            <a:off x="827630" y="163369"/>
            <a:ext cx="6099139" cy="808728"/>
          </a:xfrm>
        </p:spPr>
        <p:txBody>
          <a:bodyPr anchor="b">
            <a:normAutofit/>
          </a:bodyPr>
          <a:lstStyle/>
          <a:p>
            <a:r>
              <a:rPr lang="en-US" sz="3800" b="1" dirty="0">
                <a:latin typeface="Times New Roman" panose="02020603050405020304" pitchFamily="18" charset="0"/>
                <a:cs typeface="Times New Roman" panose="02020603050405020304" pitchFamily="18" charset="0"/>
              </a:rPr>
              <a:t>Objective of the Project:-</a:t>
            </a:r>
            <a:endParaRPr lang="en-IN" sz="3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721E2A3-BD5F-36D5-3735-B38388DC914E}"/>
              </a:ext>
            </a:extLst>
          </p:cNvPr>
          <p:cNvSpPr>
            <a:spLocks noGrp="1"/>
          </p:cNvSpPr>
          <p:nvPr>
            <p:ph idx="1"/>
          </p:nvPr>
        </p:nvSpPr>
        <p:spPr>
          <a:xfrm>
            <a:off x="827630" y="1431236"/>
            <a:ext cx="6557907" cy="4859032"/>
          </a:xfrm>
        </p:spPr>
        <p:txBody>
          <a:bodyPr anchor="t">
            <a:normAutofit/>
          </a:bodyPr>
          <a:lstStyle/>
          <a:p>
            <a:pPr marL="285750" lvl="0" indent="-285750" eaLnBrk="0" fontAlgn="base" hangingPunct="0">
              <a:spcBef>
                <a:spcPct val="0"/>
              </a:spcBef>
              <a:spcAft>
                <a:spcPts val="600"/>
              </a:spcAft>
              <a:buFont typeface="Courier New" panose="02070309020205020404" pitchFamily="49" charset="0"/>
              <a:buChar char="o"/>
            </a:pPr>
            <a:r>
              <a:rPr lang="en-US" altLang="en-US" sz="2000" dirty="0">
                <a:latin typeface="Times New Roman" panose="02020603050405020304" pitchFamily="18" charset="0"/>
                <a:cs typeface="Times New Roman" panose="02020603050405020304" pitchFamily="18" charset="0"/>
              </a:rPr>
              <a:t> Design a robotic assistant that can automatically monitor plants and detect early signs of leaf disease.</a:t>
            </a:r>
          </a:p>
          <a:p>
            <a:pPr marL="342900" lvl="0" indent="-342900" eaLnBrk="0" fontAlgn="base" hangingPunct="0">
              <a:spcBef>
                <a:spcPct val="0"/>
              </a:spcBef>
              <a:spcAft>
                <a:spcPts val="600"/>
              </a:spcAft>
              <a:buFont typeface="Courier New" panose="02070309020205020404" pitchFamily="49" charset="0"/>
              <a:buChar char="o"/>
            </a:pPr>
            <a:r>
              <a:rPr lang="en-US" altLang="en-US" sz="2000" dirty="0">
                <a:latin typeface="Times New Roman" panose="02020603050405020304" pitchFamily="18" charset="0"/>
                <a:cs typeface="Times New Roman" panose="02020603050405020304" pitchFamily="18" charset="0"/>
              </a:rPr>
              <a:t>Capture clear images of plant leaves using an onboard camera and analyze them using a detection algorithm.</a:t>
            </a:r>
          </a:p>
          <a:p>
            <a:pPr marL="342900" lvl="0" indent="-342900" eaLnBrk="0" fontAlgn="base" hangingPunct="0">
              <a:spcBef>
                <a:spcPct val="0"/>
              </a:spcBef>
              <a:spcAft>
                <a:spcPts val="600"/>
              </a:spcAft>
              <a:buFont typeface="Courier New" panose="02070309020205020404" pitchFamily="49" charset="0"/>
              <a:buChar char="o"/>
            </a:pPr>
            <a:r>
              <a:rPr lang="en-US" altLang="en-US" sz="2000" dirty="0">
                <a:latin typeface="Times New Roman" panose="02020603050405020304" pitchFamily="18" charset="0"/>
                <a:cs typeface="Times New Roman" panose="02020603050405020304" pitchFamily="18" charset="0"/>
              </a:rPr>
              <a:t>Provide quick alerts to farmers so they can take timely action and prevent disease spread.</a:t>
            </a:r>
          </a:p>
          <a:p>
            <a:pPr marL="342900" lvl="0" indent="-342900" eaLnBrk="0" fontAlgn="base" hangingPunct="0">
              <a:spcBef>
                <a:spcPct val="0"/>
              </a:spcBef>
              <a:spcAft>
                <a:spcPts val="600"/>
              </a:spcAft>
              <a:buFont typeface="Courier New" panose="02070309020205020404" pitchFamily="49" charset="0"/>
              <a:buChar char="o"/>
            </a:pPr>
            <a:r>
              <a:rPr lang="en-US" altLang="en-US" sz="2000" dirty="0">
                <a:latin typeface="Times New Roman" panose="02020603050405020304" pitchFamily="18" charset="0"/>
                <a:cs typeface="Times New Roman" panose="02020603050405020304" pitchFamily="18" charset="0"/>
              </a:rPr>
              <a:t>Reduce manual inspection, save time and labor, and  support precision farming.</a:t>
            </a:r>
          </a:p>
          <a:p>
            <a:pPr marL="342900" lvl="0" indent="-342900" eaLnBrk="0" fontAlgn="base" hangingPunct="0">
              <a:spcBef>
                <a:spcPct val="0"/>
              </a:spcBef>
              <a:spcAft>
                <a:spcPts val="600"/>
              </a:spcAft>
              <a:buFont typeface="Courier New" panose="02070309020205020404" pitchFamily="49" charset="0"/>
              <a:buChar char="o"/>
            </a:pPr>
            <a:r>
              <a:rPr lang="en-US" altLang="en-US" sz="2000" dirty="0">
                <a:latin typeface="Times New Roman" panose="02020603050405020304" pitchFamily="18" charset="0"/>
                <a:cs typeface="Times New Roman" panose="02020603050405020304" pitchFamily="18" charset="0"/>
              </a:rPr>
              <a:t>Build a field-friendly robot that can move easily and work effectively in outdoor conditions.</a:t>
            </a:r>
          </a:p>
        </p:txBody>
      </p:sp>
      <p:sp>
        <p:nvSpPr>
          <p:cNvPr id="6" name="Slide Number Placeholder 5">
            <a:extLst>
              <a:ext uri="{FF2B5EF4-FFF2-40B4-BE49-F238E27FC236}">
                <a16:creationId xmlns:a16="http://schemas.microsoft.com/office/drawing/2014/main" id="{BDF02232-097D-0536-E248-8D274B79301D}"/>
              </a:ext>
            </a:extLst>
          </p:cNvPr>
          <p:cNvSpPr>
            <a:spLocks noGrp="1"/>
          </p:cNvSpPr>
          <p:nvPr>
            <p:ph type="sldNum" sz="half" idx="12"/>
          </p:nvPr>
        </p:nvSpPr>
        <p:spPr/>
        <p:txBody>
          <a:bodyPr/>
          <a:lstStyle/>
          <a:p>
            <a:fld id="{27CE633F-9882-4A5C-83A2-1109D0C73261}" type="slidenum">
              <a:rPr lang="en-US" smtClean="0"/>
              <a:t>5</a:t>
            </a:fld>
            <a:endParaRPr lang="en-US"/>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01803" y="1178958"/>
            <a:ext cx="4321335" cy="4769558"/>
          </a:xfrm>
          <a:prstGeom prst="rect">
            <a:avLst/>
          </a:prstGeom>
        </p:spPr>
      </p:pic>
    </p:spTree>
    <p:extLst>
      <p:ext uri="{BB962C8B-B14F-4D97-AF65-F5344CB8AC3E}">
        <p14:creationId xmlns:p14="http://schemas.microsoft.com/office/powerpoint/2010/main" val="2711662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0A5CF-D098-0824-7B20-5A8F9FC17C4E}"/>
              </a:ext>
            </a:extLst>
          </p:cNvPr>
          <p:cNvSpPr>
            <a:spLocks noGrp="1"/>
          </p:cNvSpPr>
          <p:nvPr>
            <p:ph type="title"/>
          </p:nvPr>
        </p:nvSpPr>
        <p:spPr>
          <a:xfrm>
            <a:off x="636104" y="136525"/>
            <a:ext cx="10717696" cy="559214"/>
          </a:xfrm>
        </p:spPr>
        <p:txBody>
          <a:bodyPr>
            <a:normAutofit/>
          </a:bodyPr>
          <a:lstStyle/>
          <a:p>
            <a:r>
              <a:rPr lang="en-US" b="1" dirty="0">
                <a:latin typeface="Times New Roman" panose="02020603050405020304" pitchFamily="18" charset="0"/>
                <a:cs typeface="Times New Roman" panose="02020603050405020304" pitchFamily="18" charset="0"/>
              </a:rPr>
              <a:t>Literature Review:-</a:t>
            </a:r>
            <a:endParaRPr lang="en-IN" b="1"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186705E4-B3DB-0CBD-4DA9-A4DB36874827}"/>
              </a:ext>
            </a:extLst>
          </p:cNvPr>
          <p:cNvGraphicFramePr>
            <a:graphicFrameLocks noGrp="1"/>
          </p:cNvGraphicFramePr>
          <p:nvPr>
            <p:ph idx="1"/>
            <p:extLst>
              <p:ext uri="{D42A27DB-BD31-4B8C-83A1-F6EECF244321}">
                <p14:modId xmlns:p14="http://schemas.microsoft.com/office/powerpoint/2010/main" val="2651255365"/>
              </p:ext>
            </p:extLst>
          </p:nvPr>
        </p:nvGraphicFramePr>
        <p:xfrm>
          <a:off x="636104" y="960754"/>
          <a:ext cx="11280913" cy="5489742"/>
        </p:xfrm>
        <a:graphic>
          <a:graphicData uri="http://schemas.openxmlformats.org/drawingml/2006/table">
            <a:tbl>
              <a:tblPr firstRow="1" bandRow="1">
                <a:tableStyleId>{616DA210-FB5B-4158-B5E0-FEB733F419BA}</a:tableStyleId>
              </a:tblPr>
              <a:tblGrid>
                <a:gridCol w="3194307">
                  <a:extLst>
                    <a:ext uri="{9D8B030D-6E8A-4147-A177-3AD203B41FA5}">
                      <a16:colId xmlns:a16="http://schemas.microsoft.com/office/drawing/2014/main" val="2284065727"/>
                    </a:ext>
                  </a:extLst>
                </a:gridCol>
                <a:gridCol w="8086606">
                  <a:extLst>
                    <a:ext uri="{9D8B030D-6E8A-4147-A177-3AD203B41FA5}">
                      <a16:colId xmlns:a16="http://schemas.microsoft.com/office/drawing/2014/main" val="622175576"/>
                    </a:ext>
                  </a:extLst>
                </a:gridCol>
              </a:tblGrid>
              <a:tr h="1829914">
                <a:tc>
                  <a:txBody>
                    <a:bodyPr/>
                    <a:lstStyle/>
                    <a:p>
                      <a:pPr algn="l"/>
                      <a:r>
                        <a:rPr lang="en-US" b="0" dirty="0">
                          <a:latin typeface="Times New Roman" panose="02020603050405020304" pitchFamily="18" charset="0"/>
                          <a:cs typeface="Times New Roman" panose="02020603050405020304" pitchFamily="18" charset="0"/>
                        </a:rPr>
                        <a:t>Fast and Accurate Detection and Classification of Plant Diseases- </a:t>
                      </a:r>
                      <a:r>
                        <a:rPr lang="en-US" b="1" dirty="0">
                          <a:latin typeface="Times New Roman" panose="02020603050405020304" pitchFamily="18" charset="0"/>
                          <a:cs typeface="Times New Roman" panose="02020603050405020304" pitchFamily="18" charset="0"/>
                        </a:rPr>
                        <a:t>H. Al-</a:t>
                      </a:r>
                      <a:r>
                        <a:rPr lang="en-US" b="1" dirty="0" err="1">
                          <a:latin typeface="Times New Roman" panose="02020603050405020304" pitchFamily="18" charset="0"/>
                          <a:cs typeface="Times New Roman" panose="02020603050405020304" pitchFamily="18" charset="0"/>
                        </a:rPr>
                        <a:t>Hiary</a:t>
                      </a:r>
                      <a:r>
                        <a:rPr lang="en-US" b="1" dirty="0">
                          <a:latin typeface="Times New Roman" panose="02020603050405020304" pitchFamily="18" charset="0"/>
                          <a:cs typeface="Times New Roman" panose="02020603050405020304" pitchFamily="18" charset="0"/>
                        </a:rPr>
                        <a:t>, S. Bani-Ahmad, M. </a:t>
                      </a:r>
                      <a:r>
                        <a:rPr lang="en-US" b="1" dirty="0" err="1">
                          <a:latin typeface="Times New Roman" panose="02020603050405020304" pitchFamily="18" charset="0"/>
                          <a:cs typeface="Times New Roman" panose="02020603050405020304" pitchFamily="18" charset="0"/>
                        </a:rPr>
                        <a:t>Reyalat</a:t>
                      </a:r>
                      <a:r>
                        <a:rPr lang="en-US" b="1" dirty="0">
                          <a:latin typeface="Times New Roman" panose="02020603050405020304" pitchFamily="18" charset="0"/>
                          <a:cs typeface="Times New Roman" panose="02020603050405020304" pitchFamily="18" charset="0"/>
                        </a:rPr>
                        <a:t>, M. </a:t>
                      </a:r>
                      <a:r>
                        <a:rPr lang="en-US" b="1" dirty="0" err="1">
                          <a:latin typeface="Times New Roman" panose="02020603050405020304" pitchFamily="18" charset="0"/>
                          <a:cs typeface="Times New Roman" panose="02020603050405020304" pitchFamily="18" charset="0"/>
                        </a:rPr>
                        <a:t>Braik</a:t>
                      </a:r>
                      <a:r>
                        <a:rPr lang="en-US" b="1" dirty="0">
                          <a:latin typeface="Times New Roman" panose="02020603050405020304" pitchFamily="18" charset="0"/>
                          <a:cs typeface="Times New Roman" panose="02020603050405020304" pitchFamily="18" charset="0"/>
                        </a:rPr>
                        <a:t> and Z. </a:t>
                      </a:r>
                      <a:r>
                        <a:rPr lang="en-US" b="1" dirty="0" err="1">
                          <a:latin typeface="Times New Roman" panose="02020603050405020304" pitchFamily="18" charset="0"/>
                          <a:cs typeface="Times New Roman" panose="02020603050405020304" pitchFamily="18" charset="0"/>
                        </a:rPr>
                        <a:t>ALRahamneh</a:t>
                      </a: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txBody>
                  <a:tcPr/>
                </a:tc>
                <a:tc>
                  <a:txBody>
                    <a:bodyPr/>
                    <a:lstStyle/>
                    <a:p>
                      <a:pPr algn="just"/>
                      <a:r>
                        <a:rPr lang="en-US" sz="2000" b="0" dirty="0">
                          <a:latin typeface="Times New Roman" panose="02020603050405020304" pitchFamily="18" charset="0"/>
                          <a:cs typeface="Times New Roman" panose="02020603050405020304" pitchFamily="18" charset="0"/>
                        </a:rPr>
                        <a:t>The study introduces an improved system for automatically detecting and classifying plant leaf diseases. It removes unnecessary green and boundary pixels to make the process faster and more accurate. The method works well, reaching 83–94% accuracy and running 20% faster than the previous approach.</a:t>
                      </a:r>
                    </a:p>
                  </a:txBody>
                  <a:tcPr/>
                </a:tc>
                <a:extLst>
                  <a:ext uri="{0D108BD9-81ED-4DB2-BD59-A6C34878D82A}">
                    <a16:rowId xmlns:a16="http://schemas.microsoft.com/office/drawing/2014/main" val="3661994259"/>
                  </a:ext>
                </a:extLst>
              </a:tr>
              <a:tr h="1829914">
                <a:tc>
                  <a:txBody>
                    <a:bodyPr/>
                    <a:lstStyle/>
                    <a:p>
                      <a:pPr algn="l"/>
                      <a:r>
                        <a:rPr lang="en-US" dirty="0">
                          <a:latin typeface="Times New Roman" panose="02020603050405020304" pitchFamily="18" charset="0"/>
                          <a:cs typeface="Times New Roman" panose="02020603050405020304" pitchFamily="18" charset="0"/>
                        </a:rPr>
                        <a:t>Detection and Classification of Plant Leaf Diseases by using Deep Learning </a:t>
                      </a:r>
                      <a:r>
                        <a:rPr lang="en-US" b="1" dirty="0">
                          <a:latin typeface="Times New Roman" panose="02020603050405020304" pitchFamily="18" charset="0"/>
                          <a:cs typeface="Times New Roman" panose="02020603050405020304" pitchFamily="18" charset="0"/>
                        </a:rPr>
                        <a:t>Algorithm-M. Akila , P. Deepan ,Arasu Engineering College, </a:t>
                      </a:r>
                    </a:p>
                    <a:p>
                      <a:pPr algn="l"/>
                      <a:r>
                        <a:rPr lang="en-US" b="1" dirty="0" err="1">
                          <a:latin typeface="Times New Roman" panose="02020603050405020304" pitchFamily="18" charset="0"/>
                          <a:cs typeface="Times New Roman" panose="02020603050405020304" pitchFamily="18" charset="0"/>
                        </a:rPr>
                        <a:t>Kumbakonam</a:t>
                      </a:r>
                      <a:r>
                        <a:rPr lang="en-US" b="1" dirty="0">
                          <a:latin typeface="Times New Roman" panose="02020603050405020304" pitchFamily="18" charset="0"/>
                          <a:cs typeface="Times New Roman" panose="02020603050405020304" pitchFamily="18" charset="0"/>
                        </a:rPr>
                        <a:t>, India </a:t>
                      </a:r>
                      <a:endParaRPr lang="en-IN" b="1"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This paper uses deep-learning methods to detect diseases on plant leaves from images. Three detection models—Faster R-CNN, R-FCN, and SSD—were tested, and SSD was chosen for the system. The method can accurately identify different leaf diseases, even in complex plant environments, helping farmers detect problems early.</a:t>
                      </a:r>
                    </a:p>
                  </a:txBody>
                  <a:tcPr/>
                </a:tc>
                <a:extLst>
                  <a:ext uri="{0D108BD9-81ED-4DB2-BD59-A6C34878D82A}">
                    <a16:rowId xmlns:a16="http://schemas.microsoft.com/office/drawing/2014/main" val="846511824"/>
                  </a:ext>
                </a:extLst>
              </a:tr>
              <a:tr h="1829914">
                <a:tc>
                  <a:txBody>
                    <a:bodyPr/>
                    <a:lstStyle/>
                    <a:p>
                      <a:pPr algn="l"/>
                      <a:r>
                        <a:rPr lang="en-US" b="0" dirty="0">
                          <a:latin typeface="Times New Roman" panose="02020603050405020304" pitchFamily="18" charset="0"/>
                          <a:cs typeface="Times New Roman" panose="02020603050405020304" pitchFamily="18" charset="0"/>
                        </a:rPr>
                        <a:t>Design and development of an automated and Non–contact sensing system for continuous Monitoring of plant health and growth </a:t>
                      </a:r>
                      <a:r>
                        <a:rPr lang="en-US" b="1" dirty="0">
                          <a:latin typeface="Times New Roman" panose="02020603050405020304" pitchFamily="18" charset="0"/>
                          <a:cs typeface="Times New Roman" panose="02020603050405020304" pitchFamily="18" charset="0"/>
                        </a:rPr>
                        <a:t>-M. </a:t>
                      </a:r>
                      <a:r>
                        <a:rPr lang="en-US" b="1" dirty="0" err="1">
                          <a:latin typeface="Times New Roman" panose="02020603050405020304" pitchFamily="18" charset="0"/>
                          <a:cs typeface="Times New Roman" panose="02020603050405020304" pitchFamily="18" charset="0"/>
                        </a:rPr>
                        <a:t>Kacira</a:t>
                      </a:r>
                      <a:r>
                        <a:rPr lang="en-US" b="1" dirty="0">
                          <a:latin typeface="Times New Roman" panose="02020603050405020304" pitchFamily="18" charset="0"/>
                          <a:cs typeface="Times New Roman" panose="02020603050405020304" pitchFamily="18" charset="0"/>
                        </a:rPr>
                        <a:t>, P. P. Ling</a:t>
                      </a:r>
                      <a:endParaRPr lang="en-IN" b="1" dirty="0">
                        <a:latin typeface="Times New Roman" panose="02020603050405020304" pitchFamily="18" charset="0"/>
                        <a:cs typeface="Times New Roman" panose="02020603050405020304" pitchFamily="18" charset="0"/>
                      </a:endParaRPr>
                    </a:p>
                  </a:txBody>
                  <a:tcPr/>
                </a:tc>
                <a:tc>
                  <a:txBody>
                    <a:bodyPr/>
                    <a:lstStyle/>
                    <a:p>
                      <a:pPr algn="just"/>
                      <a:r>
                        <a:rPr lang="en-US" sz="2000" dirty="0">
                          <a:latin typeface="Times New Roman" panose="02020603050405020304" pitchFamily="18" charset="0"/>
                          <a:cs typeface="Times New Roman" panose="02020603050405020304" pitchFamily="18" charset="0"/>
                        </a:rPr>
                        <a:t>A computer-controlled system was created to continuously monitor plant health and growth. It used sensors to track temperature, moisture, and plant changes, while a motorized turntable helped collect data evenly. The system also controlled irrigation automatically, providing accurate and consistent plant monitoring.</a:t>
                      </a:r>
                    </a:p>
                  </a:txBody>
                  <a:tcPr/>
                </a:tc>
                <a:extLst>
                  <a:ext uri="{0D108BD9-81ED-4DB2-BD59-A6C34878D82A}">
                    <a16:rowId xmlns:a16="http://schemas.microsoft.com/office/drawing/2014/main" val="179117902"/>
                  </a:ext>
                </a:extLst>
              </a:tr>
            </a:tbl>
          </a:graphicData>
        </a:graphic>
      </p:graphicFrame>
      <p:sp>
        <p:nvSpPr>
          <p:cNvPr id="4" name="Slide Number Placeholder 3">
            <a:extLst>
              <a:ext uri="{FF2B5EF4-FFF2-40B4-BE49-F238E27FC236}">
                <a16:creationId xmlns:a16="http://schemas.microsoft.com/office/drawing/2014/main" id="{85969757-4F75-37F2-7493-C72B71C8853A}"/>
              </a:ext>
            </a:extLst>
          </p:cNvPr>
          <p:cNvSpPr>
            <a:spLocks noGrp="1"/>
          </p:cNvSpPr>
          <p:nvPr>
            <p:ph type="sldNum" sz="half" idx="12"/>
          </p:nvPr>
        </p:nvSpPr>
        <p:spPr/>
        <p:txBody>
          <a:bodyPr/>
          <a:lstStyle/>
          <a:p>
            <a:fld id="{27CE633F-9882-4A5C-83A2-1109D0C73261}" type="slidenum">
              <a:rPr lang="en-US" smtClean="0"/>
              <a:t>6</a:t>
            </a:fld>
            <a:endParaRPr lang="en-US"/>
          </a:p>
        </p:txBody>
      </p:sp>
    </p:spTree>
    <p:extLst>
      <p:ext uri="{BB962C8B-B14F-4D97-AF65-F5344CB8AC3E}">
        <p14:creationId xmlns:p14="http://schemas.microsoft.com/office/powerpoint/2010/main" val="276244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78D643BB-C65A-0491-E5BD-6C1A08D6FDB5}"/>
              </a:ext>
            </a:extLst>
          </p:cNvPr>
          <p:cNvGraphicFramePr>
            <a:graphicFrameLocks noGrp="1"/>
          </p:cNvGraphicFramePr>
          <p:nvPr>
            <p:ph idx="1"/>
            <p:extLst>
              <p:ext uri="{D42A27DB-BD31-4B8C-83A1-F6EECF244321}">
                <p14:modId xmlns:p14="http://schemas.microsoft.com/office/powerpoint/2010/main" val="3943268095"/>
              </p:ext>
            </p:extLst>
          </p:nvPr>
        </p:nvGraphicFramePr>
        <p:xfrm>
          <a:off x="619540" y="688450"/>
          <a:ext cx="11160760" cy="6068278"/>
        </p:xfrm>
        <a:graphic>
          <a:graphicData uri="http://schemas.openxmlformats.org/drawingml/2006/table">
            <a:tbl>
              <a:tblPr firstRow="1" bandRow="1">
                <a:tableStyleId>{616DA210-FB5B-4158-B5E0-FEB733F419BA}</a:tableStyleId>
              </a:tblPr>
              <a:tblGrid>
                <a:gridCol w="2861283">
                  <a:extLst>
                    <a:ext uri="{9D8B030D-6E8A-4147-A177-3AD203B41FA5}">
                      <a16:colId xmlns:a16="http://schemas.microsoft.com/office/drawing/2014/main" val="3177369632"/>
                    </a:ext>
                  </a:extLst>
                </a:gridCol>
                <a:gridCol w="8299477">
                  <a:extLst>
                    <a:ext uri="{9D8B030D-6E8A-4147-A177-3AD203B41FA5}">
                      <a16:colId xmlns:a16="http://schemas.microsoft.com/office/drawing/2014/main" val="354992420"/>
                    </a:ext>
                  </a:extLst>
                </a:gridCol>
              </a:tblGrid>
              <a:tr h="2074019">
                <a:tc>
                  <a:txBody>
                    <a:bodyPr/>
                    <a:lstStyle/>
                    <a:p>
                      <a:pPr algn="l"/>
                      <a:r>
                        <a:rPr lang="en-US" b="0" dirty="0">
                          <a:latin typeface="Times New Roman" panose="02020603050405020304" pitchFamily="18" charset="0"/>
                          <a:cs typeface="Times New Roman" panose="02020603050405020304" pitchFamily="18" charset="0"/>
                        </a:rPr>
                        <a:t>Design of a Plant Health Monitoring System for Enhancing Food Safety of Space Crop Production Systems- </a:t>
                      </a:r>
                      <a:r>
                        <a:rPr lang="en-US" dirty="0">
                          <a:latin typeface="Times New Roman" panose="02020603050405020304" pitchFamily="18" charset="0"/>
                          <a:cs typeface="Times New Roman" panose="02020603050405020304" pitchFamily="18" charset="0"/>
                        </a:rPr>
                        <a:t>Oscar Monje, Matthew R. Nugent.</a:t>
                      </a:r>
                    </a:p>
                    <a:p>
                      <a:pPr algn="l"/>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0" dirty="0">
                          <a:latin typeface="Times New Roman" panose="02020603050405020304" pitchFamily="18" charset="0"/>
                          <a:cs typeface="Times New Roman" panose="02020603050405020304" pitchFamily="18" charset="0"/>
                        </a:rPr>
                        <a:t>A new imaging system was created to detect plant stress early in space without needing crew involvement. It uses hyperspectral and fluorescence sensors with special LED lights to capture detailed plant images. These images help spot signs of problems—like drought or nutrient issues—much earlier than normal photos. Future work will improve the system and find the best indicators for different plant stresses.</a:t>
                      </a:r>
                    </a:p>
                  </a:txBody>
                  <a:tcPr/>
                </a:tc>
                <a:extLst>
                  <a:ext uri="{0D108BD9-81ED-4DB2-BD59-A6C34878D82A}">
                    <a16:rowId xmlns:a16="http://schemas.microsoft.com/office/drawing/2014/main" val="3675668677"/>
                  </a:ext>
                </a:extLst>
              </a:tr>
              <a:tr h="1841654">
                <a:tc>
                  <a:txBody>
                    <a:bodyPr/>
                    <a:lstStyle/>
                    <a:p>
                      <a:pPr algn="l"/>
                      <a:r>
                        <a:rPr lang="en-IN" dirty="0">
                          <a:latin typeface="Times New Roman" panose="02020603050405020304" pitchFamily="18" charset="0"/>
                          <a:cs typeface="Times New Roman" panose="02020603050405020304" pitchFamily="18" charset="0"/>
                        </a:rPr>
                        <a:t>Prediction and Analysis of Paddy Crops Disease in Artificial Intelligence Techniques- </a:t>
                      </a:r>
                    </a:p>
                    <a:p>
                      <a:pPr algn="l"/>
                      <a:r>
                        <a:rPr lang="en-IN" b="1" dirty="0">
                          <a:latin typeface="Times New Roman" panose="02020603050405020304" pitchFamily="18" charset="0"/>
                          <a:cs typeface="Times New Roman" panose="02020603050405020304" pitchFamily="18" charset="0"/>
                        </a:rPr>
                        <a:t>Tanmayee Tushar Parbat Rohan </a:t>
                      </a:r>
                      <a:r>
                        <a:rPr lang="en-IN" b="1" dirty="0" err="1">
                          <a:latin typeface="Times New Roman" panose="02020603050405020304" pitchFamily="18" charset="0"/>
                          <a:cs typeface="Times New Roman" panose="02020603050405020304" pitchFamily="18" charset="0"/>
                        </a:rPr>
                        <a:t>Benhal</a:t>
                      </a:r>
                      <a:endParaRPr lang="en-IN" b="1"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Paddy crops are easily affected by diseases caused by bacteria, fungi, viruses, and insects, which can greatly reduce yield. In the past, farmers checked diseases manually, but this was slow and often inaccurate. Today, image processing and machine learning help quickly identify and classify plant diseases and even detect weeds, making crop management easier and more effective.</a:t>
                      </a:r>
                    </a:p>
                  </a:txBody>
                  <a:tcPr/>
                </a:tc>
                <a:extLst>
                  <a:ext uri="{0D108BD9-81ED-4DB2-BD59-A6C34878D82A}">
                    <a16:rowId xmlns:a16="http://schemas.microsoft.com/office/drawing/2014/main" val="1426118780"/>
                  </a:ext>
                </a:extLst>
              </a:tr>
              <a:tr h="2074019">
                <a:tc>
                  <a:txBody>
                    <a:bodyPr/>
                    <a:lstStyle/>
                    <a:p>
                      <a:pPr algn="l"/>
                      <a:r>
                        <a:rPr lang="en-US" dirty="0">
                          <a:latin typeface="Times New Roman" panose="02020603050405020304" pitchFamily="18" charset="0"/>
                          <a:cs typeface="Times New Roman" panose="02020603050405020304" pitchFamily="18" charset="0"/>
                        </a:rPr>
                        <a:t>AI-IoT based smart agriculture pivot for plant diseases detection and treatment-</a:t>
                      </a:r>
                    </a:p>
                    <a:p>
                      <a:pPr algn="l"/>
                      <a:r>
                        <a:rPr lang="en-US" b="1" dirty="0">
                          <a:latin typeface="Times New Roman" panose="02020603050405020304" pitchFamily="18" charset="0"/>
                          <a:cs typeface="Times New Roman" panose="02020603050405020304" pitchFamily="18" charset="0"/>
                        </a:rPr>
                        <a:t>Amin S. Ibrahim1, Saeed Mohsen</a:t>
                      </a:r>
                      <a:endParaRPr lang="en-IN" b="1"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latin typeface="Times New Roman" panose="02020603050405020304" pitchFamily="18" charset="0"/>
                          <a:cs typeface="Times New Roman" panose="02020603050405020304" pitchFamily="18" charset="0"/>
                        </a:rPr>
                        <a:t>Modern farming struggles with water shortages, plant diseases, and pests. AI and IoT technologies help solve these problems by enabling smarter and more efficient farming. This paper presents a new AI-IoT pivot system that can detect and treat plant diseases better than drones or robots. Using a large dataset of leaf images, the ResNet50 model achieved very high accuracy in identifying 11 types of plant diseases.</a:t>
                      </a:r>
                    </a:p>
                  </a:txBody>
                  <a:tcPr/>
                </a:tc>
                <a:extLst>
                  <a:ext uri="{0D108BD9-81ED-4DB2-BD59-A6C34878D82A}">
                    <a16:rowId xmlns:a16="http://schemas.microsoft.com/office/drawing/2014/main" val="3371476649"/>
                  </a:ext>
                </a:extLst>
              </a:tr>
            </a:tbl>
          </a:graphicData>
        </a:graphic>
      </p:graphicFrame>
      <p:sp>
        <p:nvSpPr>
          <p:cNvPr id="4" name="Slide Number Placeholder 3">
            <a:extLst>
              <a:ext uri="{FF2B5EF4-FFF2-40B4-BE49-F238E27FC236}">
                <a16:creationId xmlns:a16="http://schemas.microsoft.com/office/drawing/2014/main" id="{99D4C673-F285-8CB5-A0E1-0F9DC8127C29}"/>
              </a:ext>
            </a:extLst>
          </p:cNvPr>
          <p:cNvSpPr>
            <a:spLocks noGrp="1"/>
          </p:cNvSpPr>
          <p:nvPr>
            <p:ph type="sldNum" sz="half" idx="12"/>
          </p:nvPr>
        </p:nvSpPr>
        <p:spPr/>
        <p:txBody>
          <a:bodyPr/>
          <a:lstStyle/>
          <a:p>
            <a:fld id="{27CE633F-9882-4A5C-83A2-1109D0C73261}" type="slidenum">
              <a:rPr lang="en-US" smtClean="0"/>
              <a:t>7</a:t>
            </a:fld>
            <a:endParaRPr lang="en-US"/>
          </a:p>
        </p:txBody>
      </p:sp>
      <p:sp>
        <p:nvSpPr>
          <p:cNvPr id="2" name="TextBox 1">
            <a:extLst>
              <a:ext uri="{FF2B5EF4-FFF2-40B4-BE49-F238E27FC236}">
                <a16:creationId xmlns:a16="http://schemas.microsoft.com/office/drawing/2014/main" id="{93567EF4-B69C-6EF6-170E-3F17B34FEE47}"/>
              </a:ext>
            </a:extLst>
          </p:cNvPr>
          <p:cNvSpPr txBox="1"/>
          <p:nvPr/>
        </p:nvSpPr>
        <p:spPr>
          <a:xfrm>
            <a:off x="619540" y="88490"/>
            <a:ext cx="4099944"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Literature Review:-</a:t>
            </a:r>
            <a:endParaRPr lang="en-IN" sz="3200" dirty="0"/>
          </a:p>
        </p:txBody>
      </p:sp>
    </p:spTree>
    <p:extLst>
      <p:ext uri="{BB962C8B-B14F-4D97-AF65-F5344CB8AC3E}">
        <p14:creationId xmlns:p14="http://schemas.microsoft.com/office/powerpoint/2010/main" val="2764180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4D78C-5AE3-50D8-0FB8-D20293754795}"/>
              </a:ext>
            </a:extLst>
          </p:cNvPr>
          <p:cNvSpPr>
            <a:spLocks noGrp="1"/>
          </p:cNvSpPr>
          <p:nvPr>
            <p:ph type="title"/>
          </p:nvPr>
        </p:nvSpPr>
        <p:spPr>
          <a:xfrm>
            <a:off x="838200" y="365125"/>
            <a:ext cx="10515600" cy="935355"/>
          </a:xfrm>
        </p:spPr>
        <p:txBody>
          <a:bodyPr>
            <a:normAutofit/>
          </a:bodyPr>
          <a:lstStyle/>
          <a:p>
            <a:r>
              <a:rPr lang="en-US" sz="4000" b="1" dirty="0">
                <a:latin typeface="Times New Roman" panose="02020603050405020304" pitchFamily="18" charset="0"/>
                <a:cs typeface="Times New Roman" panose="02020603050405020304" pitchFamily="18" charset="0"/>
              </a:rPr>
              <a:t>Components of the Robot:-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51C736-8AF7-B2C6-2581-3CD8CD0EC320}"/>
              </a:ext>
            </a:extLst>
          </p:cNvPr>
          <p:cNvSpPr>
            <a:spLocks noGrp="1"/>
          </p:cNvSpPr>
          <p:nvPr>
            <p:ph idx="1"/>
          </p:nvPr>
        </p:nvSpPr>
        <p:spPr>
          <a:xfrm>
            <a:off x="838200" y="1300480"/>
            <a:ext cx="10515600" cy="5293359"/>
          </a:xfrm>
        </p:spPr>
        <p:txBody>
          <a:bodyPr numCol="2">
            <a:normAutofit/>
          </a:bodyPr>
          <a:lstStyle/>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Rear Hub left hand side</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Rear hub right hand side</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Trailing Arm</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Gear</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Arm top</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Arm bottom</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Front plate</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Front Brace</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Top brace</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Motor Housing</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Chassis</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Track wheel</a:t>
            </a:r>
            <a:endParaRPr lang="en-IN" sz="36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Solar panel</a:t>
            </a:r>
            <a:endParaRPr lang="en-IN" sz="36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D7AB108-27BF-ED96-2A55-BB702E3AE790}"/>
              </a:ext>
            </a:extLst>
          </p:cNvPr>
          <p:cNvSpPr>
            <a:spLocks noGrp="1"/>
          </p:cNvSpPr>
          <p:nvPr>
            <p:ph type="sldNum" sz="half" idx="12"/>
          </p:nvPr>
        </p:nvSpPr>
        <p:spPr/>
        <p:txBody>
          <a:bodyPr/>
          <a:lstStyle/>
          <a:p>
            <a:fld id="{27CE633F-9882-4A5C-83A2-1109D0C73261}" type="slidenum">
              <a:rPr lang="en-US" smtClean="0"/>
              <a:t>8</a:t>
            </a:fld>
            <a:endParaRPr lang="en-US"/>
          </a:p>
        </p:txBody>
      </p:sp>
    </p:spTree>
    <p:extLst>
      <p:ext uri="{BB962C8B-B14F-4D97-AF65-F5344CB8AC3E}">
        <p14:creationId xmlns:p14="http://schemas.microsoft.com/office/powerpoint/2010/main" val="15343334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print of a project&#10;&#10;AI-generated content may be incorrect.">
            <a:extLst>
              <a:ext uri="{FF2B5EF4-FFF2-40B4-BE49-F238E27FC236}">
                <a16:creationId xmlns:a16="http://schemas.microsoft.com/office/drawing/2014/main" id="{EFB8515C-309F-6FA3-274D-A8C77D784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099" y="497520"/>
            <a:ext cx="9452953" cy="4825987"/>
          </a:xfrm>
          <a:prstGeom prst="rect">
            <a:avLst/>
          </a:prstGeom>
        </p:spPr>
      </p:pic>
      <p:sp>
        <p:nvSpPr>
          <p:cNvPr id="2" name="Title 1"/>
          <p:cNvSpPr>
            <a:spLocks noGrp="1"/>
          </p:cNvSpPr>
          <p:nvPr>
            <p:ph type="title"/>
          </p:nvPr>
        </p:nvSpPr>
        <p:spPr>
          <a:xfrm>
            <a:off x="1152099" y="5395912"/>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Rear Hub left hand side:</a:t>
            </a:r>
            <a:r>
              <a:rPr lang="en-US" sz="2000" dirty="0">
                <a:latin typeface="Times New Roman" panose="02020603050405020304" pitchFamily="18" charset="0"/>
                <a:cs typeface="Times New Roman" panose="02020603050405020304" pitchFamily="18" charset="0"/>
              </a:rPr>
              <a:t>-</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The left side of the rear hub helps hold the axle in position and keeps the wheel centered in the frame</a:t>
            </a:r>
            <a:r>
              <a:rPr lang="en-US" alt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6EDF04E-0108-DD48-7D7F-BF9AB8A36072}"/>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9</a:t>
            </a:fld>
            <a:endParaRPr lang="en-US"/>
          </a:p>
        </p:txBody>
      </p:sp>
    </p:spTree>
    <p:extLst>
      <p:ext uri="{BB962C8B-B14F-4D97-AF65-F5344CB8AC3E}">
        <p14:creationId xmlns:p14="http://schemas.microsoft.com/office/powerpoint/2010/main" val="2645771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03BF17-EC10-458D-FDDA-CEB1BA1894E2}"/>
              </a:ext>
            </a:extLst>
          </p:cNvPr>
          <p:cNvPicPr>
            <a:picLocks noChangeAspect="1"/>
          </p:cNvPicPr>
          <p:nvPr/>
        </p:nvPicPr>
        <p:blipFill>
          <a:blip r:embed="rId2"/>
          <a:stretch>
            <a:fillRect/>
          </a:stretch>
        </p:blipFill>
        <p:spPr>
          <a:xfrm>
            <a:off x="1032570" y="244877"/>
            <a:ext cx="10418415" cy="5231994"/>
          </a:xfrm>
          <a:prstGeom prst="rect">
            <a:avLst/>
          </a:prstGeom>
        </p:spPr>
      </p:pic>
      <p:sp>
        <p:nvSpPr>
          <p:cNvPr id="2" name="Title 1"/>
          <p:cNvSpPr>
            <a:spLocks noGrp="1"/>
          </p:cNvSpPr>
          <p:nvPr>
            <p:ph type="title"/>
          </p:nvPr>
        </p:nvSpPr>
        <p:spPr>
          <a:xfrm>
            <a:off x="935385" y="5457207"/>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Rear hub right hand side:-</a:t>
            </a:r>
            <a:r>
              <a:rPr lang="en-US" altLang="en-US" sz="2000" dirty="0">
                <a:latin typeface="Times New Roman" panose="02020603050405020304" pitchFamily="18" charset="0"/>
                <a:cs typeface="Times New Roman" panose="02020603050405020304" pitchFamily="18" charset="0"/>
              </a:rPr>
              <a:t>The right  side of the rear hub helps hold the axle in position and keeps the wheel centered in the frame</a:t>
            </a:r>
            <a:r>
              <a:rPr lang="en-US" alt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20E44F69-25F0-6CDC-6835-47CA2981116E}"/>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10</a:t>
            </a:fld>
            <a:endParaRPr lang="en-US"/>
          </a:p>
        </p:txBody>
      </p:sp>
    </p:spTree>
    <p:extLst>
      <p:ext uri="{BB962C8B-B14F-4D97-AF65-F5344CB8AC3E}">
        <p14:creationId xmlns:p14="http://schemas.microsoft.com/office/powerpoint/2010/main" val="184644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632670-CA47-33D5-E9C0-474EC7DFAF61}"/>
              </a:ext>
            </a:extLst>
          </p:cNvPr>
          <p:cNvPicPr>
            <a:picLocks noChangeAspect="1"/>
          </p:cNvPicPr>
          <p:nvPr/>
        </p:nvPicPr>
        <p:blipFill>
          <a:blip r:embed="rId2"/>
          <a:stretch>
            <a:fillRect/>
          </a:stretch>
        </p:blipFill>
        <p:spPr>
          <a:xfrm>
            <a:off x="904462" y="242870"/>
            <a:ext cx="10578548" cy="5518167"/>
          </a:xfrm>
          <a:prstGeom prst="rect">
            <a:avLst/>
          </a:prstGeom>
        </p:spPr>
      </p:pic>
      <p:sp>
        <p:nvSpPr>
          <p:cNvPr id="2" name="Title 1"/>
          <p:cNvSpPr>
            <a:spLocks noGrp="1"/>
          </p:cNvSpPr>
          <p:nvPr>
            <p:ph type="title"/>
          </p:nvPr>
        </p:nvSpPr>
        <p:spPr>
          <a:xfrm>
            <a:off x="567042" y="5761037"/>
            <a:ext cx="11057915" cy="960438"/>
          </a:xfrm>
        </p:spPr>
        <p:txBody>
          <a:bodyPr>
            <a:normAutofit/>
          </a:bodyPr>
          <a:lstStyle/>
          <a:p>
            <a:r>
              <a:rPr lang="en-IN" sz="2400" b="1" dirty="0">
                <a:latin typeface="Times New Roman" panose="02020603050405020304" pitchFamily="18" charset="0"/>
                <a:cs typeface="Times New Roman" panose="02020603050405020304" pitchFamily="18" charset="0"/>
              </a:rPr>
              <a:t>Trailing Arm </a:t>
            </a:r>
            <a:r>
              <a:rPr lang="en-IN"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Connects both Rear hub right hand and left-hand side , transmitting motion and load.</a:t>
            </a:r>
            <a:endParaRPr lang="en-US" sz="2000" dirty="0"/>
          </a:p>
        </p:txBody>
      </p:sp>
      <p:sp>
        <p:nvSpPr>
          <p:cNvPr id="5" name="Slide Number Placeholder 4">
            <a:extLst>
              <a:ext uri="{FF2B5EF4-FFF2-40B4-BE49-F238E27FC236}">
                <a16:creationId xmlns:a16="http://schemas.microsoft.com/office/drawing/2014/main" id="{6B076522-6A28-0F2E-BD32-65AF0B0CEF26}"/>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11</a:t>
            </a:fld>
            <a:endParaRPr lang="en-US"/>
          </a:p>
        </p:txBody>
      </p:sp>
    </p:spTree>
    <p:extLst>
      <p:ext uri="{BB962C8B-B14F-4D97-AF65-F5344CB8AC3E}">
        <p14:creationId xmlns:p14="http://schemas.microsoft.com/office/powerpoint/2010/main" val="1580853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61AACD-3CF9-FA92-50CC-3DBB0E6F9BF7}"/>
              </a:ext>
            </a:extLst>
          </p:cNvPr>
          <p:cNvPicPr>
            <a:picLocks noChangeAspect="1"/>
          </p:cNvPicPr>
          <p:nvPr/>
        </p:nvPicPr>
        <p:blipFill>
          <a:blip r:embed="rId2"/>
          <a:stretch>
            <a:fillRect/>
          </a:stretch>
        </p:blipFill>
        <p:spPr>
          <a:xfrm>
            <a:off x="838200" y="309706"/>
            <a:ext cx="10315249" cy="5231285"/>
          </a:xfrm>
          <a:prstGeom prst="rect">
            <a:avLst/>
          </a:prstGeom>
        </p:spPr>
      </p:pic>
      <p:sp>
        <p:nvSpPr>
          <p:cNvPr id="2" name="Title 1"/>
          <p:cNvSpPr>
            <a:spLocks noGrp="1"/>
          </p:cNvSpPr>
          <p:nvPr>
            <p:ph type="title"/>
          </p:nvPr>
        </p:nvSpPr>
        <p:spPr>
          <a:xfrm>
            <a:off x="1056565" y="5540991"/>
            <a:ext cx="10297235" cy="1180484"/>
          </a:xfrm>
        </p:spPr>
        <p:txBody>
          <a:bodyPr>
            <a:normAutofit/>
          </a:bodyPr>
          <a:lstStyle/>
          <a:p>
            <a:r>
              <a:rPr lang="en-IN" sz="2400" b="1" dirty="0">
                <a:latin typeface="Times New Roman" panose="02020603050405020304" pitchFamily="18" charset="0"/>
                <a:cs typeface="Times New Roman" panose="02020603050405020304" pitchFamily="18" charset="0"/>
              </a:rPr>
              <a:t>Gear</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gear receives rotation motion and turns the rear wheel.</a:t>
            </a:r>
          </a:p>
        </p:txBody>
      </p:sp>
      <p:sp>
        <p:nvSpPr>
          <p:cNvPr id="5" name="Slide Number Placeholder 4">
            <a:extLst>
              <a:ext uri="{FF2B5EF4-FFF2-40B4-BE49-F238E27FC236}">
                <a16:creationId xmlns:a16="http://schemas.microsoft.com/office/drawing/2014/main" id="{A5D946FC-FFDD-942F-CEA0-5112691A9AF5}"/>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12</a:t>
            </a:fld>
            <a:endParaRPr lang="en-US"/>
          </a:p>
        </p:txBody>
      </p:sp>
    </p:spTree>
    <p:extLst>
      <p:ext uri="{BB962C8B-B14F-4D97-AF65-F5344CB8AC3E}">
        <p14:creationId xmlns:p14="http://schemas.microsoft.com/office/powerpoint/2010/main" val="2325097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4E923D-0254-954D-D01B-0BFC8534F12D}"/>
              </a:ext>
            </a:extLst>
          </p:cNvPr>
          <p:cNvPicPr>
            <a:picLocks noChangeAspect="1"/>
          </p:cNvPicPr>
          <p:nvPr/>
        </p:nvPicPr>
        <p:blipFill>
          <a:blip r:embed="rId2"/>
          <a:stretch>
            <a:fillRect/>
          </a:stretch>
        </p:blipFill>
        <p:spPr>
          <a:xfrm>
            <a:off x="838013" y="154091"/>
            <a:ext cx="11009670" cy="5241821"/>
          </a:xfrm>
          <a:prstGeom prst="rect">
            <a:avLst/>
          </a:prstGeom>
        </p:spPr>
      </p:pic>
      <p:sp>
        <p:nvSpPr>
          <p:cNvPr id="2" name="Title 1"/>
          <p:cNvSpPr>
            <a:spLocks noGrp="1"/>
          </p:cNvSpPr>
          <p:nvPr>
            <p:ph type="title"/>
          </p:nvPr>
        </p:nvSpPr>
        <p:spPr>
          <a:xfrm>
            <a:off x="976053" y="5395912"/>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Arm top : </a:t>
            </a:r>
            <a:r>
              <a:rPr lang="en-US" sz="2000" dirty="0">
                <a:latin typeface="Times New Roman" panose="02020603050405020304" pitchFamily="18" charset="0"/>
                <a:cs typeface="Times New Roman" panose="02020603050405020304" pitchFamily="18" charset="0"/>
              </a:rPr>
              <a:t>The arm top connects to front plate which creates the suspension for the front portions of rover which is the function of the arm top.</a:t>
            </a:r>
          </a:p>
        </p:txBody>
      </p:sp>
      <p:sp>
        <p:nvSpPr>
          <p:cNvPr id="5" name="Slide Number Placeholder 4">
            <a:extLst>
              <a:ext uri="{FF2B5EF4-FFF2-40B4-BE49-F238E27FC236}">
                <a16:creationId xmlns:a16="http://schemas.microsoft.com/office/drawing/2014/main" id="{33D7BCB1-C520-F46C-5A1F-CA6926E61CDE}"/>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13</a:t>
            </a:fld>
            <a:endParaRPr lang="en-US"/>
          </a:p>
        </p:txBody>
      </p:sp>
    </p:spTree>
    <p:extLst>
      <p:ext uri="{BB962C8B-B14F-4D97-AF65-F5344CB8AC3E}">
        <p14:creationId xmlns:p14="http://schemas.microsoft.com/office/powerpoint/2010/main" val="96196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272541-1221-1258-B96E-F57A50C3A764}"/>
              </a:ext>
            </a:extLst>
          </p:cNvPr>
          <p:cNvPicPr>
            <a:picLocks noChangeAspect="1"/>
          </p:cNvPicPr>
          <p:nvPr/>
        </p:nvPicPr>
        <p:blipFill>
          <a:blip r:embed="rId2"/>
          <a:stretch>
            <a:fillRect/>
          </a:stretch>
        </p:blipFill>
        <p:spPr>
          <a:xfrm>
            <a:off x="1000394" y="316251"/>
            <a:ext cx="10660259" cy="5079661"/>
          </a:xfrm>
          <a:prstGeom prst="rect">
            <a:avLst/>
          </a:prstGeom>
        </p:spPr>
      </p:pic>
      <p:sp>
        <p:nvSpPr>
          <p:cNvPr id="2" name="Title 1"/>
          <p:cNvSpPr>
            <a:spLocks noGrp="1"/>
          </p:cNvSpPr>
          <p:nvPr>
            <p:ph type="title"/>
          </p:nvPr>
        </p:nvSpPr>
        <p:spPr>
          <a:xfrm>
            <a:off x="1145053" y="5395912"/>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Arm bottom </a:t>
            </a:r>
            <a:r>
              <a:rPr lang="en-US"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arm bottom  connects to front plate which creates the suspension for the front portions of rover.</a:t>
            </a:r>
          </a:p>
        </p:txBody>
      </p:sp>
      <p:sp>
        <p:nvSpPr>
          <p:cNvPr id="5" name="Slide Number Placeholder 4">
            <a:extLst>
              <a:ext uri="{FF2B5EF4-FFF2-40B4-BE49-F238E27FC236}">
                <a16:creationId xmlns:a16="http://schemas.microsoft.com/office/drawing/2014/main" id="{907C173A-DCFF-204B-B245-13B789F90F85}"/>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14</a:t>
            </a:fld>
            <a:endParaRPr lang="en-US"/>
          </a:p>
        </p:txBody>
      </p:sp>
    </p:spTree>
    <p:extLst>
      <p:ext uri="{BB962C8B-B14F-4D97-AF65-F5344CB8AC3E}">
        <p14:creationId xmlns:p14="http://schemas.microsoft.com/office/powerpoint/2010/main" val="1878866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2D70B8F-BEDF-800A-6CE2-0ECE522C4DF7}"/>
              </a:ext>
            </a:extLst>
          </p:cNvPr>
          <p:cNvPicPr>
            <a:picLocks noChangeAspect="1"/>
          </p:cNvPicPr>
          <p:nvPr/>
        </p:nvPicPr>
        <p:blipFill>
          <a:blip r:embed="rId2"/>
          <a:stretch>
            <a:fillRect/>
          </a:stretch>
        </p:blipFill>
        <p:spPr>
          <a:xfrm>
            <a:off x="1162849" y="249111"/>
            <a:ext cx="10341077" cy="5482949"/>
          </a:xfrm>
          <a:prstGeom prst="rect">
            <a:avLst/>
          </a:prstGeom>
        </p:spPr>
      </p:pic>
      <p:sp>
        <p:nvSpPr>
          <p:cNvPr id="2" name="Title 1"/>
          <p:cNvSpPr>
            <a:spLocks noGrp="1"/>
          </p:cNvSpPr>
          <p:nvPr>
            <p:ph type="title"/>
          </p:nvPr>
        </p:nvSpPr>
        <p:spPr>
          <a:xfrm>
            <a:off x="616197" y="5882287"/>
            <a:ext cx="10515600" cy="1117483"/>
          </a:xfrm>
        </p:spPr>
        <p:txBody>
          <a:bodyPr>
            <a:normAutofit/>
          </a:bodyPr>
          <a:lstStyle/>
          <a:p>
            <a:r>
              <a:rPr lang="en-US" sz="2400" b="1" dirty="0">
                <a:latin typeface="Times New Roman" panose="02020603050405020304" pitchFamily="18" charset="0"/>
                <a:cs typeface="Times New Roman" panose="02020603050405020304" pitchFamily="18" charset="0"/>
              </a:rPr>
              <a:t>Front plate </a:t>
            </a:r>
            <a:r>
              <a:rPr lang="en-US" sz="2000" dirty="0"/>
              <a:t>: </a:t>
            </a:r>
            <a:r>
              <a:rPr lang="en-US" sz="2200" dirty="0">
                <a:latin typeface="Times New Roman" panose="02020603050405020304" pitchFamily="18" charset="0"/>
                <a:cs typeface="Times New Roman" panose="02020603050405020304" pitchFamily="18" charset="0"/>
              </a:rPr>
              <a:t>The front plate holds both the arms of top and bottom , left and right  </a:t>
            </a:r>
          </a:p>
        </p:txBody>
      </p:sp>
      <p:sp>
        <p:nvSpPr>
          <p:cNvPr id="5" name="Slide Number Placeholder 4">
            <a:extLst>
              <a:ext uri="{FF2B5EF4-FFF2-40B4-BE49-F238E27FC236}">
                <a16:creationId xmlns:a16="http://schemas.microsoft.com/office/drawing/2014/main" id="{52633D9A-9279-1F28-4919-8FE88061C6A2}"/>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15</a:t>
            </a:fld>
            <a:endParaRPr lang="en-US"/>
          </a:p>
        </p:txBody>
      </p:sp>
    </p:spTree>
    <p:extLst>
      <p:ext uri="{BB962C8B-B14F-4D97-AF65-F5344CB8AC3E}">
        <p14:creationId xmlns:p14="http://schemas.microsoft.com/office/powerpoint/2010/main" val="765359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omputer screen shot of a project&#10;&#10;AI-generated content may be incorrect.">
            <a:extLst>
              <a:ext uri="{FF2B5EF4-FFF2-40B4-BE49-F238E27FC236}">
                <a16:creationId xmlns:a16="http://schemas.microsoft.com/office/drawing/2014/main" id="{C7752F73-E9FA-BC6E-DBCF-74AD1894F3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289" y="387627"/>
            <a:ext cx="10438207" cy="5352250"/>
          </a:xfrm>
          <a:prstGeom prst="rect">
            <a:avLst/>
          </a:prstGeom>
        </p:spPr>
      </p:pic>
      <p:sp>
        <p:nvSpPr>
          <p:cNvPr id="2" name="Title 1"/>
          <p:cNvSpPr>
            <a:spLocks noGrp="1"/>
          </p:cNvSpPr>
          <p:nvPr>
            <p:ph type="title"/>
          </p:nvPr>
        </p:nvSpPr>
        <p:spPr>
          <a:xfrm>
            <a:off x="876896" y="5820697"/>
            <a:ext cx="10515600" cy="758293"/>
          </a:xfrm>
        </p:spPr>
        <p:txBody>
          <a:bodyPr>
            <a:normAutofit/>
          </a:bodyPr>
          <a:lstStyle/>
          <a:p>
            <a:r>
              <a:rPr lang="en-US" sz="2400" b="1" dirty="0">
                <a:latin typeface="Times New Roman" panose="02020603050405020304" pitchFamily="18" charset="0"/>
                <a:cs typeface="Times New Roman" panose="02020603050405020304" pitchFamily="18" charset="0"/>
              </a:rPr>
              <a:t>Front Brace </a:t>
            </a:r>
            <a:r>
              <a:rPr lang="en-US" sz="2000" dirty="0">
                <a:latin typeface="Times New Roman" panose="02020603050405020304" pitchFamily="18" charset="0"/>
                <a:cs typeface="Times New Roman" panose="02020603050405020304" pitchFamily="18" charset="0"/>
              </a:rPr>
              <a:t>: The front Brace holds the two front plates as per required suspension  </a:t>
            </a:r>
          </a:p>
        </p:txBody>
      </p:sp>
      <p:sp>
        <p:nvSpPr>
          <p:cNvPr id="5" name="Slide Number Placeholder 4">
            <a:extLst>
              <a:ext uri="{FF2B5EF4-FFF2-40B4-BE49-F238E27FC236}">
                <a16:creationId xmlns:a16="http://schemas.microsoft.com/office/drawing/2014/main" id="{CDB7F896-19EA-99CF-723B-03D2AAFBC98C}"/>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16</a:t>
            </a:fld>
            <a:endParaRPr lang="en-US"/>
          </a:p>
        </p:txBody>
      </p:sp>
    </p:spTree>
    <p:extLst>
      <p:ext uri="{BB962C8B-B14F-4D97-AF65-F5344CB8AC3E}">
        <p14:creationId xmlns:p14="http://schemas.microsoft.com/office/powerpoint/2010/main" val="4119911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563C7-D3FC-9685-463C-1CB5CC1A8812}"/>
              </a:ext>
            </a:extLst>
          </p:cNvPr>
          <p:cNvSpPr>
            <a:spLocks noGrp="1"/>
          </p:cNvSpPr>
          <p:nvPr>
            <p:ph type="title"/>
          </p:nvPr>
        </p:nvSpPr>
        <p:spPr>
          <a:xfrm>
            <a:off x="1037485" y="5702710"/>
            <a:ext cx="10898875" cy="1022094"/>
          </a:xfrm>
        </p:spPr>
        <p:txBody>
          <a:bodyPr>
            <a:normAutofit/>
          </a:bodyPr>
          <a:lstStyle/>
          <a:p>
            <a:r>
              <a:rPr lang="en-IN" sz="2400" b="1" dirty="0">
                <a:latin typeface="Times New Roman" panose="02020603050405020304" pitchFamily="18" charset="0"/>
                <a:cs typeface="Times New Roman" panose="02020603050405020304" pitchFamily="18" charset="0"/>
              </a:rPr>
              <a:t>Top brace </a:t>
            </a:r>
            <a:r>
              <a:rPr lang="en-IN" sz="2000" dirty="0">
                <a:latin typeface="Times New Roman" panose="02020603050405020304" pitchFamily="18" charset="0"/>
                <a:cs typeface="Times New Roman" panose="02020603050405020304" pitchFamily="18" charset="0"/>
              </a:rPr>
              <a:t>: It’s function is to cover the components which are inside the chassis . </a:t>
            </a:r>
          </a:p>
        </p:txBody>
      </p:sp>
      <p:sp>
        <p:nvSpPr>
          <p:cNvPr id="5" name="Slide Number Placeholder 4">
            <a:extLst>
              <a:ext uri="{FF2B5EF4-FFF2-40B4-BE49-F238E27FC236}">
                <a16:creationId xmlns:a16="http://schemas.microsoft.com/office/drawing/2014/main" id="{06D72EE0-13A0-D8E6-DD87-D4226E6AEF3B}"/>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17</a:t>
            </a:fld>
            <a:endParaRPr lang="en-US"/>
          </a:p>
        </p:txBody>
      </p:sp>
      <p:pic>
        <p:nvPicPr>
          <p:cNvPr id="4" name="Picture 3">
            <a:extLst>
              <a:ext uri="{FF2B5EF4-FFF2-40B4-BE49-F238E27FC236}">
                <a16:creationId xmlns:a16="http://schemas.microsoft.com/office/drawing/2014/main" id="{9016C44F-C0E8-A300-1B33-39DF66FA0D92}"/>
              </a:ext>
            </a:extLst>
          </p:cNvPr>
          <p:cNvPicPr>
            <a:picLocks noChangeAspect="1"/>
          </p:cNvPicPr>
          <p:nvPr/>
        </p:nvPicPr>
        <p:blipFill>
          <a:blip r:embed="rId2"/>
          <a:stretch>
            <a:fillRect/>
          </a:stretch>
        </p:blipFill>
        <p:spPr>
          <a:xfrm>
            <a:off x="838200" y="265471"/>
            <a:ext cx="10898875" cy="5433909"/>
          </a:xfrm>
          <a:prstGeom prst="rect">
            <a:avLst/>
          </a:prstGeom>
        </p:spPr>
      </p:pic>
    </p:spTree>
    <p:extLst>
      <p:ext uri="{BB962C8B-B14F-4D97-AF65-F5344CB8AC3E}">
        <p14:creationId xmlns:p14="http://schemas.microsoft.com/office/powerpoint/2010/main" val="2276756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725228-8BA0-6D0A-AFEE-A6FCDF4CAF21}"/>
              </a:ext>
            </a:extLst>
          </p:cNvPr>
          <p:cNvPicPr>
            <a:picLocks noChangeAspect="1"/>
          </p:cNvPicPr>
          <p:nvPr/>
        </p:nvPicPr>
        <p:blipFill>
          <a:blip r:embed="rId2"/>
          <a:stretch>
            <a:fillRect/>
          </a:stretch>
        </p:blipFill>
        <p:spPr>
          <a:xfrm>
            <a:off x="819525" y="300203"/>
            <a:ext cx="10552949" cy="5322627"/>
          </a:xfrm>
          <a:prstGeom prst="rect">
            <a:avLst/>
          </a:prstGeom>
        </p:spPr>
      </p:pic>
      <p:sp>
        <p:nvSpPr>
          <p:cNvPr id="2" name="Title 1"/>
          <p:cNvSpPr>
            <a:spLocks noGrp="1"/>
          </p:cNvSpPr>
          <p:nvPr>
            <p:ph type="title"/>
          </p:nvPr>
        </p:nvSpPr>
        <p:spPr>
          <a:xfrm>
            <a:off x="939421" y="5622830"/>
            <a:ext cx="10515600" cy="1098645"/>
          </a:xfrm>
        </p:spPr>
        <p:txBody>
          <a:bodyPr>
            <a:normAutofit/>
          </a:bodyPr>
          <a:lstStyle/>
          <a:p>
            <a:r>
              <a:rPr lang="en-US" sz="2400" b="1" dirty="0">
                <a:latin typeface="Times New Roman" panose="02020603050405020304" pitchFamily="18" charset="0"/>
                <a:cs typeface="Times New Roman" panose="02020603050405020304" pitchFamily="18" charset="0"/>
              </a:rPr>
              <a:t>Motor Housing </a:t>
            </a:r>
            <a:r>
              <a:rPr lang="en-US"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motor housing name itself  says that it protects motor modules , it  connects to the gear present in left hand side </a:t>
            </a:r>
            <a:r>
              <a:rPr lang="en-US" sz="2400" dirty="0"/>
              <a:t>.</a:t>
            </a:r>
          </a:p>
        </p:txBody>
      </p:sp>
      <p:sp>
        <p:nvSpPr>
          <p:cNvPr id="6" name="Slide Number Placeholder 5">
            <a:extLst>
              <a:ext uri="{FF2B5EF4-FFF2-40B4-BE49-F238E27FC236}">
                <a16:creationId xmlns:a16="http://schemas.microsoft.com/office/drawing/2014/main" id="{94DC0794-B58C-65F5-FFAF-A222FF9BBBA5}"/>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18</a:t>
            </a:fld>
            <a:endParaRPr lang="en-US" dirty="0"/>
          </a:p>
        </p:txBody>
      </p:sp>
    </p:spTree>
    <p:extLst>
      <p:ext uri="{BB962C8B-B14F-4D97-AF65-F5344CB8AC3E}">
        <p14:creationId xmlns:p14="http://schemas.microsoft.com/office/powerpoint/2010/main" val="1868164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2E9E9-37B9-DB7B-06CA-3B2475763095}"/>
              </a:ext>
            </a:extLst>
          </p:cNvPr>
          <p:cNvSpPr>
            <a:spLocks noGrp="1"/>
          </p:cNvSpPr>
          <p:nvPr>
            <p:ph type="title"/>
          </p:nvPr>
        </p:nvSpPr>
        <p:spPr>
          <a:xfrm>
            <a:off x="956187" y="5395912"/>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Chassis:- </a:t>
            </a:r>
            <a:r>
              <a:rPr lang="en-US" sz="2000" dirty="0">
                <a:latin typeface="Times New Roman" panose="02020603050405020304" pitchFamily="18" charset="0"/>
                <a:cs typeface="Times New Roman" panose="02020603050405020304" pitchFamily="18" charset="0"/>
              </a:rPr>
              <a:t>It holds all the components mounted on it. It acts as a connection between front and back wheels.</a:t>
            </a:r>
            <a:endParaRPr lang="en-IN" sz="2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00F749F2-F4AD-3885-37A7-381B5FF60F56}"/>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19</a:t>
            </a:fld>
            <a:endParaRPr lang="en-US"/>
          </a:p>
        </p:txBody>
      </p:sp>
      <p:pic>
        <p:nvPicPr>
          <p:cNvPr id="5" name="Picture 4">
            <a:extLst>
              <a:ext uri="{FF2B5EF4-FFF2-40B4-BE49-F238E27FC236}">
                <a16:creationId xmlns:a16="http://schemas.microsoft.com/office/drawing/2014/main" id="{41AAD1CE-2424-86BB-D669-2CA0EF90A572}"/>
              </a:ext>
            </a:extLst>
          </p:cNvPr>
          <p:cNvPicPr>
            <a:picLocks noChangeAspect="1"/>
          </p:cNvPicPr>
          <p:nvPr/>
        </p:nvPicPr>
        <p:blipFill>
          <a:blip r:embed="rId2"/>
          <a:stretch>
            <a:fillRect/>
          </a:stretch>
        </p:blipFill>
        <p:spPr>
          <a:xfrm>
            <a:off x="876300" y="235917"/>
            <a:ext cx="10675374" cy="5084404"/>
          </a:xfrm>
          <a:prstGeom prst="rect">
            <a:avLst/>
          </a:prstGeom>
        </p:spPr>
      </p:pic>
    </p:spTree>
    <p:extLst>
      <p:ext uri="{BB962C8B-B14F-4D97-AF65-F5344CB8AC3E}">
        <p14:creationId xmlns:p14="http://schemas.microsoft.com/office/powerpoint/2010/main" val="4210802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B2C248-9E13-A82A-A1DF-BAFF42EC2212}"/>
              </a:ext>
            </a:extLst>
          </p:cNvPr>
          <p:cNvPicPr>
            <a:picLocks noChangeAspect="1"/>
          </p:cNvPicPr>
          <p:nvPr/>
        </p:nvPicPr>
        <p:blipFill>
          <a:blip r:embed="rId2"/>
          <a:stretch>
            <a:fillRect/>
          </a:stretch>
        </p:blipFill>
        <p:spPr>
          <a:xfrm>
            <a:off x="1153470" y="341587"/>
            <a:ext cx="10397721" cy="5281684"/>
          </a:xfrm>
          <a:prstGeom prst="rect">
            <a:avLst/>
          </a:prstGeom>
        </p:spPr>
      </p:pic>
      <p:sp>
        <p:nvSpPr>
          <p:cNvPr id="2" name="Title 1"/>
          <p:cNvSpPr>
            <a:spLocks noGrp="1"/>
          </p:cNvSpPr>
          <p:nvPr>
            <p:ph type="title"/>
          </p:nvPr>
        </p:nvSpPr>
        <p:spPr>
          <a:xfrm>
            <a:off x="956078" y="5623271"/>
            <a:ext cx="10515600" cy="1218856"/>
          </a:xfrm>
        </p:spPr>
        <p:txBody>
          <a:bodyPr>
            <a:normAutofit/>
          </a:bodyPr>
          <a:lstStyle/>
          <a:p>
            <a:r>
              <a:rPr lang="en-US" sz="2400" b="1" dirty="0">
                <a:latin typeface="Times New Roman" panose="02020603050405020304" pitchFamily="18" charset="0"/>
                <a:cs typeface="Times New Roman" panose="02020603050405020304" pitchFamily="18" charset="0"/>
              </a:rPr>
              <a:t>Track wheel </a:t>
            </a:r>
            <a:r>
              <a:rPr lang="en-US"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Its function is to keep the track in place and let it move smoothly and also to distribute pressure and reducing soil compaction. </a:t>
            </a:r>
          </a:p>
        </p:txBody>
      </p:sp>
      <p:sp>
        <p:nvSpPr>
          <p:cNvPr id="5" name="Slide Number Placeholder 4">
            <a:extLst>
              <a:ext uri="{FF2B5EF4-FFF2-40B4-BE49-F238E27FC236}">
                <a16:creationId xmlns:a16="http://schemas.microsoft.com/office/drawing/2014/main" id="{3817EC93-FFCF-7DFF-C312-F69A3F6012D4}"/>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20</a:t>
            </a:fld>
            <a:endParaRPr lang="en-US" dirty="0"/>
          </a:p>
        </p:txBody>
      </p:sp>
    </p:spTree>
    <p:extLst>
      <p:ext uri="{BB962C8B-B14F-4D97-AF65-F5344CB8AC3E}">
        <p14:creationId xmlns:p14="http://schemas.microsoft.com/office/powerpoint/2010/main" val="3944950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13E63A-D55B-6B20-BEE8-F24E3E60B7EA}"/>
              </a:ext>
            </a:extLst>
          </p:cNvPr>
          <p:cNvPicPr>
            <a:picLocks noChangeAspect="1"/>
          </p:cNvPicPr>
          <p:nvPr/>
        </p:nvPicPr>
        <p:blipFill>
          <a:blip r:embed="rId2"/>
          <a:stretch>
            <a:fillRect/>
          </a:stretch>
        </p:blipFill>
        <p:spPr>
          <a:xfrm>
            <a:off x="947384" y="452668"/>
            <a:ext cx="10515599" cy="5269504"/>
          </a:xfrm>
          <a:prstGeom prst="rect">
            <a:avLst/>
          </a:prstGeom>
        </p:spPr>
      </p:pic>
      <p:sp>
        <p:nvSpPr>
          <p:cNvPr id="2" name="Title 1"/>
          <p:cNvSpPr>
            <a:spLocks noGrp="1"/>
          </p:cNvSpPr>
          <p:nvPr>
            <p:ph type="title"/>
          </p:nvPr>
        </p:nvSpPr>
        <p:spPr>
          <a:xfrm>
            <a:off x="947383" y="5644391"/>
            <a:ext cx="10515600" cy="497992"/>
          </a:xfrm>
        </p:spPr>
        <p:txBody>
          <a:bodyPr>
            <a:normAutofit/>
          </a:bodyPr>
          <a:lstStyle/>
          <a:p>
            <a:r>
              <a:rPr lang="en-US" sz="2400" b="1" dirty="0">
                <a:latin typeface="Times New Roman" panose="02020603050405020304" pitchFamily="18" charset="0"/>
                <a:cs typeface="Times New Roman" panose="02020603050405020304" pitchFamily="18" charset="0"/>
              </a:rPr>
              <a:t>Solar </a:t>
            </a:r>
            <a:r>
              <a:rPr lang="en-US" sz="2400" b="1" dirty="0" err="1">
                <a:latin typeface="Times New Roman" panose="02020603050405020304" pitchFamily="18" charset="0"/>
                <a:cs typeface="Times New Roman" panose="02020603050405020304" pitchFamily="18" charset="0"/>
              </a:rPr>
              <a:t>pannel</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It converts sunlight into usable electricity .</a:t>
            </a:r>
          </a:p>
        </p:txBody>
      </p:sp>
      <p:sp>
        <p:nvSpPr>
          <p:cNvPr id="5" name="Slide Number Placeholder 4">
            <a:extLst>
              <a:ext uri="{FF2B5EF4-FFF2-40B4-BE49-F238E27FC236}">
                <a16:creationId xmlns:a16="http://schemas.microsoft.com/office/drawing/2014/main" id="{9E4C2DCC-E24B-5464-A1FA-1896223872B1}"/>
              </a:ext>
            </a:extLst>
          </p:cNvPr>
          <p:cNvSpPr>
            <a:spLocks noGrp="1"/>
          </p:cNvSpPr>
          <p:nvPr>
            <p:ph type="sldNum" sz="quarter" idx="4294967295"/>
          </p:nvPr>
        </p:nvSpPr>
        <p:spPr>
          <a:xfrm>
            <a:off x="9448800" y="6356350"/>
            <a:ext cx="2743200" cy="365125"/>
          </a:xfrm>
          <a:prstGeom prst="rect">
            <a:avLst/>
          </a:prstGeom>
        </p:spPr>
        <p:txBody>
          <a:bodyPr/>
          <a:lstStyle/>
          <a:p>
            <a:fld id="{27CE633F-9882-4A5C-83A2-1109D0C73261}" type="slidenum">
              <a:rPr lang="en-US" smtClean="0"/>
              <a:t>21</a:t>
            </a:fld>
            <a:endParaRPr lang="en-US"/>
          </a:p>
        </p:txBody>
      </p:sp>
    </p:spTree>
    <p:extLst>
      <p:ext uri="{BB962C8B-B14F-4D97-AF65-F5344CB8AC3E}">
        <p14:creationId xmlns:p14="http://schemas.microsoft.com/office/powerpoint/2010/main" val="3009115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4D5402-7D72-F4C5-C6FB-078C1D81BB7F}"/>
              </a:ext>
            </a:extLst>
          </p:cNvPr>
          <p:cNvSpPr>
            <a:spLocks noGrp="1"/>
          </p:cNvSpPr>
          <p:nvPr>
            <p:ph type="sldNum" sz="half" idx="12"/>
          </p:nvPr>
        </p:nvSpPr>
        <p:spPr>
          <a:xfrm>
            <a:off x="9448800" y="6356350"/>
            <a:ext cx="2743200" cy="365125"/>
          </a:xfrm>
          <a:prstGeom prst="rect">
            <a:avLst/>
          </a:prstGeom>
        </p:spPr>
        <p:txBody>
          <a:bodyPr/>
          <a:lstStyle/>
          <a:p>
            <a:fld id="{27CE633F-9882-4A5C-83A2-1109D0C73261}" type="slidenum">
              <a:rPr lang="en-US" smtClean="0"/>
              <a:t>22</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41123"/>
            <a:ext cx="11054686" cy="6215227"/>
          </a:xfrm>
          <a:prstGeom prst="rect">
            <a:avLst/>
          </a:prstGeom>
        </p:spPr>
      </p:pic>
    </p:spTree>
    <p:extLst>
      <p:ext uri="{BB962C8B-B14F-4D97-AF65-F5344CB8AC3E}">
        <p14:creationId xmlns:p14="http://schemas.microsoft.com/office/powerpoint/2010/main" val="2668385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6845" y="3930260"/>
            <a:ext cx="5630061" cy="279121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4225" y="0"/>
            <a:ext cx="4291813" cy="3986538"/>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6918" y="226137"/>
            <a:ext cx="3210373" cy="4896533"/>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98680" y="936617"/>
            <a:ext cx="2991267" cy="2924583"/>
          </a:xfrm>
          <a:prstGeom prst="rect">
            <a:avLst/>
          </a:prstGeom>
        </p:spPr>
      </p:pic>
      <p:sp>
        <p:nvSpPr>
          <p:cNvPr id="7" name="Slide Number Placeholder 6">
            <a:extLst>
              <a:ext uri="{FF2B5EF4-FFF2-40B4-BE49-F238E27FC236}">
                <a16:creationId xmlns:a16="http://schemas.microsoft.com/office/drawing/2014/main" id="{D1855A07-E7A7-6535-C651-472CFB0E4F3B}"/>
              </a:ext>
            </a:extLst>
          </p:cNvPr>
          <p:cNvSpPr>
            <a:spLocks noGrp="1"/>
          </p:cNvSpPr>
          <p:nvPr>
            <p:ph type="sldNum" sz="half" idx="12"/>
          </p:nvPr>
        </p:nvSpPr>
        <p:spPr>
          <a:xfrm>
            <a:off x="9448800" y="6356350"/>
            <a:ext cx="2743200" cy="365125"/>
          </a:xfrm>
          <a:prstGeom prst="rect">
            <a:avLst/>
          </a:prstGeom>
        </p:spPr>
        <p:txBody>
          <a:bodyPr/>
          <a:lstStyle/>
          <a:p>
            <a:fld id="{27CE633F-9882-4A5C-83A2-1109D0C73261}" type="slidenum">
              <a:rPr lang="en-US" smtClean="0"/>
              <a:t>23</a:t>
            </a:fld>
            <a:endParaRPr lang="en-US"/>
          </a:p>
        </p:txBody>
      </p:sp>
    </p:spTree>
    <p:extLst>
      <p:ext uri="{BB962C8B-B14F-4D97-AF65-F5344CB8AC3E}">
        <p14:creationId xmlns:p14="http://schemas.microsoft.com/office/powerpoint/2010/main" val="1352924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half" idx="12"/>
          </p:nvPr>
        </p:nvSpPr>
        <p:spPr>
          <a:xfrm>
            <a:off x="9448800" y="6356350"/>
            <a:ext cx="2743200" cy="365125"/>
          </a:xfrm>
          <a:prstGeom prst="rect">
            <a:avLst/>
          </a:prstGeom>
        </p:spPr>
        <p:txBody>
          <a:bodyPr/>
          <a:lstStyle/>
          <a:p>
            <a:fld id="{27CE633F-9882-4A5C-83A2-1109D0C73261}" type="slidenum">
              <a:rPr lang="en-US" smtClean="0"/>
              <a:t>24</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3958" y="349250"/>
            <a:ext cx="8098809" cy="6372225"/>
          </a:xfrm>
          <a:prstGeom prst="rect">
            <a:avLst/>
          </a:prstGeom>
        </p:spPr>
      </p:pic>
    </p:spTree>
    <p:extLst>
      <p:ext uri="{BB962C8B-B14F-4D97-AF65-F5344CB8AC3E}">
        <p14:creationId xmlns:p14="http://schemas.microsoft.com/office/powerpoint/2010/main" val="2810416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734A6-6982-C090-2506-200AFE866292}"/>
              </a:ext>
            </a:extLst>
          </p:cNvPr>
          <p:cNvSpPr>
            <a:spLocks noGrp="1"/>
          </p:cNvSpPr>
          <p:nvPr>
            <p:ph type="title"/>
          </p:nvPr>
        </p:nvSpPr>
        <p:spPr>
          <a:xfrm>
            <a:off x="4912581" y="2970338"/>
            <a:ext cx="3764280" cy="731519"/>
          </a:xfrm>
        </p:spPr>
        <p:txBody>
          <a:bodyPr>
            <a:normAutofit/>
          </a:bodyPr>
          <a:lstStyle/>
          <a:p>
            <a:r>
              <a:rPr lang="en-US" sz="3200" dirty="0">
                <a:solidFill>
                  <a:schemeClr val="accent3">
                    <a:lumMod val="95000"/>
                  </a:schemeClr>
                </a:solidFill>
              </a:rPr>
              <a:t>Methodology</a:t>
            </a:r>
            <a:endParaRPr lang="en-IN" sz="3200" dirty="0">
              <a:solidFill>
                <a:schemeClr val="accent3">
                  <a:lumMod val="95000"/>
                </a:schemeClr>
              </a:solidFill>
            </a:endParaRPr>
          </a:p>
        </p:txBody>
      </p:sp>
      <p:graphicFrame>
        <p:nvGraphicFramePr>
          <p:cNvPr id="12" name="Content Placeholder 11">
            <a:extLst>
              <a:ext uri="{FF2B5EF4-FFF2-40B4-BE49-F238E27FC236}">
                <a16:creationId xmlns:a16="http://schemas.microsoft.com/office/drawing/2014/main" id="{3152FBE7-F0D9-581C-4DA2-1305D97F37DE}"/>
              </a:ext>
            </a:extLst>
          </p:cNvPr>
          <p:cNvGraphicFramePr>
            <a:graphicFrameLocks noGrp="1"/>
          </p:cNvGraphicFramePr>
          <p:nvPr>
            <p:ph idx="1"/>
            <p:extLst>
              <p:ext uri="{D42A27DB-BD31-4B8C-83A1-F6EECF244321}">
                <p14:modId xmlns:p14="http://schemas.microsoft.com/office/powerpoint/2010/main" val="3622074570"/>
              </p:ext>
            </p:extLst>
          </p:nvPr>
        </p:nvGraphicFramePr>
        <p:xfrm>
          <a:off x="365759" y="337930"/>
          <a:ext cx="11461806" cy="63835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0B77134F-6E99-FD67-9ACE-EC58BC4DB62B}"/>
              </a:ext>
            </a:extLst>
          </p:cNvPr>
          <p:cNvSpPr>
            <a:spLocks noGrp="1"/>
          </p:cNvSpPr>
          <p:nvPr>
            <p:ph type="sldNum" sz="half" idx="12"/>
          </p:nvPr>
        </p:nvSpPr>
        <p:spPr/>
        <p:txBody>
          <a:bodyPr vert="horz" lIns="91440" tIns="45720" rIns="91440" bIns="45720" rtlCol="0" anchor="ctr">
            <a:normAutofit lnSpcReduction="10000"/>
          </a:bodyPr>
          <a:lstStyle/>
          <a:p>
            <a:pPr>
              <a:spcAft>
                <a:spcPts val="600"/>
              </a:spcAft>
            </a:pPr>
            <a:fld id="{27CE633F-9882-4A5C-83A2-1109D0C73261}" type="slidenum">
              <a:rPr lang="en-US" smtClean="0">
                <a:solidFill>
                  <a:schemeClr val="tx1">
                    <a:tint val="75000"/>
                  </a:schemeClr>
                </a:solidFill>
              </a:rPr>
              <a:pPr>
                <a:spcAft>
                  <a:spcPts val="600"/>
                </a:spcAft>
              </a:pPr>
              <a:t>25</a:t>
            </a:fld>
            <a:endParaRPr lang="en-US">
              <a:solidFill>
                <a:schemeClr val="tx1">
                  <a:tint val="75000"/>
                </a:schemeClr>
              </a:solidFill>
            </a:endParaRPr>
          </a:p>
        </p:txBody>
      </p:sp>
    </p:spTree>
    <p:extLst>
      <p:ext uri="{BB962C8B-B14F-4D97-AF65-F5344CB8AC3E}">
        <p14:creationId xmlns:p14="http://schemas.microsoft.com/office/powerpoint/2010/main" val="1273408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5386C-C4E2-E01D-C341-EE54A2FD278B}"/>
              </a:ext>
            </a:extLst>
          </p:cNvPr>
          <p:cNvSpPr>
            <a:spLocks noGrp="1"/>
          </p:cNvSpPr>
          <p:nvPr>
            <p:ph type="title"/>
          </p:nvPr>
        </p:nvSpPr>
        <p:spPr>
          <a:xfrm>
            <a:off x="416560" y="365125"/>
            <a:ext cx="10937240" cy="518795"/>
          </a:xfrm>
        </p:spPr>
        <p:txBody>
          <a:bodyPr>
            <a:noAutofit/>
          </a:bodyPr>
          <a:lstStyle/>
          <a:p>
            <a:r>
              <a:rPr lang="en-US" sz="4800" b="1" dirty="0">
                <a:latin typeface="Times New Roman" panose="02020603050405020304" pitchFamily="18" charset="0"/>
                <a:cs typeface="Times New Roman" panose="02020603050405020304" pitchFamily="18" charset="0"/>
              </a:rPr>
              <a:t>Working:-</a:t>
            </a:r>
            <a:endParaRPr lang="en-IN"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B1203E8-8519-0F16-7AD1-7A5FE9D0700B}"/>
              </a:ext>
            </a:extLst>
          </p:cNvPr>
          <p:cNvSpPr>
            <a:spLocks noGrp="1"/>
          </p:cNvSpPr>
          <p:nvPr>
            <p:ph idx="1"/>
          </p:nvPr>
        </p:nvSpPr>
        <p:spPr>
          <a:xfrm>
            <a:off x="824948" y="1450450"/>
            <a:ext cx="10729430" cy="5837555"/>
          </a:xfrm>
        </p:spPr>
        <p:txBody>
          <a:bodyPr>
            <a:normAutofit/>
          </a:bodyPr>
          <a:lstStyle/>
          <a:p>
            <a:pPr marL="342900" indent="-342900">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Robot captures images:-</a:t>
            </a:r>
            <a:r>
              <a:rPr lang="en-US" sz="2000" dirty="0">
                <a:latin typeface="Times New Roman" panose="02020603050405020304" pitchFamily="18" charset="0"/>
                <a:cs typeface="Times New Roman" panose="02020603050405020304" pitchFamily="18" charset="0"/>
              </a:rPr>
              <a:t>The robot (conceptually) moves in the field and takes pictures of the plants.</a:t>
            </a:r>
          </a:p>
          <a:p>
            <a:pPr marL="342900" indent="-342900">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Image preprocessing:-</a:t>
            </a:r>
            <a:r>
              <a:rPr lang="en-US" sz="2000" dirty="0">
                <a:latin typeface="Times New Roman" panose="02020603050405020304" pitchFamily="18" charset="0"/>
                <a:cs typeface="Times New Roman" panose="02020603050405020304" pitchFamily="18" charset="0"/>
              </a:rPr>
              <a:t>The captured images are cleaned and enhanced to remove noise and improve clarity.</a:t>
            </a:r>
          </a:p>
          <a:p>
            <a:pPr marL="342900" indent="-342900">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Plant detection /ROI extraction:-</a:t>
            </a:r>
            <a:r>
              <a:rPr lang="en-US" sz="2000" dirty="0">
                <a:latin typeface="Times New Roman" panose="02020603050405020304" pitchFamily="18" charset="0"/>
                <a:cs typeface="Times New Roman" panose="02020603050405020304" pitchFamily="18" charset="0"/>
              </a:rPr>
              <a:t>The system identifies the plant area and separates it from the background.</a:t>
            </a:r>
          </a:p>
          <a:p>
            <a:pPr marL="342900" indent="-342900">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Segmentation:-</a:t>
            </a:r>
            <a:r>
              <a:rPr lang="en-US" sz="2000" dirty="0">
                <a:latin typeface="Times New Roman" panose="02020603050405020304" pitchFamily="18" charset="0"/>
                <a:cs typeface="Times New Roman" panose="02020603050405020304" pitchFamily="18" charset="0"/>
              </a:rPr>
              <a:t>The leaf or affected region is segmented to isolate the disease-suspected part.</a:t>
            </a:r>
          </a:p>
          <a:p>
            <a:pPr marL="342900" indent="-342900">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Severity analysis:-</a:t>
            </a:r>
            <a:r>
              <a:rPr lang="en-US" sz="2000" dirty="0">
                <a:latin typeface="Times New Roman" panose="02020603050405020304" pitchFamily="18" charset="0"/>
                <a:cs typeface="Times New Roman" panose="02020603050405020304" pitchFamily="18" charset="0"/>
              </a:rPr>
              <a:t>The system checks how much of the leaf is affected and measures the disease severity.</a:t>
            </a:r>
          </a:p>
          <a:p>
            <a:pPr marL="342900" indent="-342900">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Generate suggestions:-</a:t>
            </a:r>
            <a:r>
              <a:rPr lang="en-US" sz="2000" dirty="0">
                <a:latin typeface="Times New Roman" panose="02020603050405020304" pitchFamily="18" charset="0"/>
                <a:cs typeface="Times New Roman" panose="02020603050405020304" pitchFamily="18" charset="0"/>
              </a:rPr>
              <a:t>Based on analysis, the system prepares basic recommendations (e.g., disease type, severity level, next steps).</a:t>
            </a:r>
          </a:p>
          <a:p>
            <a:pPr marL="342900" indent="-342900">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Display output to user:-</a:t>
            </a:r>
            <a:r>
              <a:rPr lang="en-US" sz="2000" dirty="0">
                <a:latin typeface="Times New Roman" panose="02020603050405020304" pitchFamily="18" charset="0"/>
                <a:cs typeface="Times New Roman" panose="02020603050405020304" pitchFamily="18" charset="0"/>
              </a:rPr>
              <a:t>The final result is shown to the farmer/user in a simple understandable format.</a:t>
            </a:r>
          </a:p>
          <a:p>
            <a:pPr marL="342900" indent="-342900">
              <a:lnSpc>
                <a:spcPct val="12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End:-</a:t>
            </a:r>
            <a:r>
              <a:rPr lang="en-US" sz="2000" dirty="0">
                <a:latin typeface="Times New Roman" panose="02020603050405020304" pitchFamily="18" charset="0"/>
                <a:cs typeface="Times New Roman" panose="02020603050405020304" pitchFamily="18" charset="0"/>
              </a:rPr>
              <a:t>Process completes and waits for the next image</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4D931BA-4D6B-2593-BE5C-34B6312375BA}"/>
              </a:ext>
            </a:extLst>
          </p:cNvPr>
          <p:cNvSpPr>
            <a:spLocks noGrp="1"/>
          </p:cNvSpPr>
          <p:nvPr>
            <p:ph type="sldNum" sz="half" idx="12"/>
          </p:nvPr>
        </p:nvSpPr>
        <p:spPr/>
        <p:txBody>
          <a:bodyPr/>
          <a:lstStyle/>
          <a:p>
            <a:fld id="{27CE633F-9882-4A5C-83A2-1109D0C73261}" type="slidenum">
              <a:rPr lang="en-US" smtClean="0"/>
              <a:t>26</a:t>
            </a:fld>
            <a:endParaRPr lang="en-US" dirty="0"/>
          </a:p>
        </p:txBody>
      </p:sp>
    </p:spTree>
    <p:extLst>
      <p:ext uri="{BB962C8B-B14F-4D97-AF65-F5344CB8AC3E}">
        <p14:creationId xmlns:p14="http://schemas.microsoft.com/office/powerpoint/2010/main" val="31966836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176A7-E9C9-5407-4FDF-7B4239B1A593}"/>
              </a:ext>
            </a:extLst>
          </p:cNvPr>
          <p:cNvSpPr>
            <a:spLocks noGrp="1"/>
          </p:cNvSpPr>
          <p:nvPr>
            <p:ph type="title"/>
          </p:nvPr>
        </p:nvSpPr>
        <p:spPr>
          <a:xfrm>
            <a:off x="838200" y="365126"/>
            <a:ext cx="10515600" cy="1656714"/>
          </a:xfrm>
        </p:spPr>
        <p:txBody>
          <a:bodyPr>
            <a:normAutofit/>
          </a:bodyPr>
          <a:lstStyle/>
          <a:p>
            <a:r>
              <a:rPr lang="en-US" b="1" dirty="0">
                <a:latin typeface="Times New Roman" panose="02020603050405020304" pitchFamily="18" charset="0"/>
                <a:cs typeface="Times New Roman" panose="02020603050405020304" pitchFamily="18" charset="0"/>
              </a:rPr>
              <a:t>Future Scope :-</a:t>
            </a:r>
            <a:br>
              <a:rPr lang="en-US" sz="1600" b="1"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C9D0991-E2B4-6974-024A-D35029FAC37A}"/>
              </a:ext>
            </a:extLst>
          </p:cNvPr>
          <p:cNvSpPr>
            <a:spLocks noGrp="1"/>
          </p:cNvSpPr>
          <p:nvPr>
            <p:ph idx="1"/>
          </p:nvPr>
        </p:nvSpPr>
        <p:spPr>
          <a:xfrm>
            <a:off x="838200" y="1699014"/>
            <a:ext cx="10515600" cy="5427407"/>
          </a:xfrm>
        </p:spPr>
        <p:txBody>
          <a:bodyPr>
            <a:normAutofit/>
          </a:bodyPr>
          <a:lstStyle/>
          <a:p>
            <a:pPr marL="342900" indent="-342900">
              <a:lnSpc>
                <a:spcPct val="110000"/>
              </a:lnSpc>
              <a:buFont typeface="Courier New" panose="02070309020205020404" pitchFamily="49" charset="0"/>
              <a:buChar char="o"/>
            </a:pPr>
            <a:r>
              <a:rPr lang="en-US" sz="2400" b="1" dirty="0">
                <a:latin typeface="Times New Roman" panose="02020603050405020304" pitchFamily="18" charset="0"/>
                <a:cs typeface="Times New Roman" panose="02020603050405020304" pitchFamily="18" charset="0"/>
              </a:rPr>
              <a:t>Add Pesticide Spraying Module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robot can spray pesticides only on infected plants instead of the whole field. This reduces chemical usage, saves cost, and protects the environment.</a:t>
            </a:r>
          </a:p>
          <a:p>
            <a:pPr marL="342900" indent="-342900">
              <a:lnSpc>
                <a:spcPct val="110000"/>
              </a:lnSpc>
              <a:buFont typeface="Courier New" panose="02070309020205020404" pitchFamily="49" charset="0"/>
              <a:buChar char="o"/>
            </a:pPr>
            <a:r>
              <a:rPr lang="en-US" sz="2400" b="1" dirty="0">
                <a:latin typeface="Times New Roman" panose="02020603050405020304" pitchFamily="18" charset="0"/>
                <a:cs typeface="Times New Roman" panose="02020603050405020304" pitchFamily="18" charset="0"/>
              </a:rPr>
              <a:t> Add Soil-Nutrient Sensors</a:t>
            </a:r>
          </a:p>
          <a:p>
            <a:pPr marL="342900" indent="-342900">
              <a:lnSpc>
                <a:spcPct val="11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Sensors like pH, moisture, and nitrogen detectors can provide information about     </a:t>
            </a:r>
          </a:p>
          <a:p>
            <a:pPr marL="342900" indent="-342900">
              <a:lnSpc>
                <a:spcPct val="11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soil Health. Helps farmers manage irrigation and fertilizer more accurately.</a:t>
            </a:r>
          </a:p>
          <a:p>
            <a:pPr marL="342900" indent="-342900">
              <a:lnSpc>
                <a:spcPct val="110000"/>
              </a:lnSpc>
              <a:buFont typeface="Courier New" panose="02070309020205020404" pitchFamily="49" charset="0"/>
              <a:buChar char="o"/>
            </a:pPr>
            <a:r>
              <a:rPr lang="en-US" sz="2400" b="1" dirty="0">
                <a:latin typeface="Times New Roman" panose="02020603050405020304" pitchFamily="18" charset="0"/>
                <a:cs typeface="Times New Roman" panose="02020603050405020304" pitchFamily="18" charset="0"/>
              </a:rPr>
              <a:t> Smart Path Planning</a:t>
            </a:r>
          </a:p>
          <a:p>
            <a:pPr marL="342900" indent="-342900">
              <a:lnSpc>
                <a:spcPct val="11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Robot can map the field and create the best route to cover all plants     </a:t>
            </a:r>
          </a:p>
          <a:p>
            <a:pPr marL="342900" indent="-342900">
              <a:lnSpc>
                <a:spcPct val="110000"/>
              </a:lnSpc>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   with minimum time and energy.</a:t>
            </a:r>
            <a:endParaRPr lang="en-IN" sz="24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82FF2E97-8B21-82E0-72B9-C1CC6D0046D5}"/>
              </a:ext>
            </a:extLst>
          </p:cNvPr>
          <p:cNvSpPr>
            <a:spLocks noGrp="1"/>
          </p:cNvSpPr>
          <p:nvPr>
            <p:ph type="sldNum" sz="half" idx="12"/>
          </p:nvPr>
        </p:nvSpPr>
        <p:spPr/>
        <p:txBody>
          <a:bodyPr/>
          <a:lstStyle/>
          <a:p>
            <a:fld id="{27CE633F-9882-4A5C-83A2-1109D0C73261}" type="slidenum">
              <a:rPr lang="en-US" smtClean="0"/>
              <a:t>27</a:t>
            </a:fld>
            <a:endParaRPr lang="en-US"/>
          </a:p>
        </p:txBody>
      </p:sp>
    </p:spTree>
    <p:extLst>
      <p:ext uri="{BB962C8B-B14F-4D97-AF65-F5344CB8AC3E}">
        <p14:creationId xmlns:p14="http://schemas.microsoft.com/office/powerpoint/2010/main" val="3951725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605" y="526198"/>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Results :-</a:t>
            </a:r>
          </a:p>
        </p:txBody>
      </p:sp>
      <p:sp>
        <p:nvSpPr>
          <p:cNvPr id="4" name="Slide Number Placeholder 3"/>
          <p:cNvSpPr>
            <a:spLocks noGrp="1"/>
          </p:cNvSpPr>
          <p:nvPr>
            <p:ph type="sldNum" sz="half" idx="12"/>
          </p:nvPr>
        </p:nvSpPr>
        <p:spPr/>
        <p:txBody>
          <a:bodyPr/>
          <a:lstStyle/>
          <a:p>
            <a:fld id="{27CE633F-9882-4A5C-83A2-1109D0C73261}" type="slidenum">
              <a:rPr lang="en-US" smtClean="0"/>
              <a:t>28</a:t>
            </a:fld>
            <a:endParaRPr lang="en-US"/>
          </a:p>
        </p:txBody>
      </p:sp>
      <p:sp>
        <p:nvSpPr>
          <p:cNvPr id="5" name="TextBox 4">
            <a:extLst>
              <a:ext uri="{FF2B5EF4-FFF2-40B4-BE49-F238E27FC236}">
                <a16:creationId xmlns:a16="http://schemas.microsoft.com/office/drawing/2014/main" id="{04015E45-0DDD-0AA8-C378-4988A1618C62}"/>
              </a:ext>
            </a:extLst>
          </p:cNvPr>
          <p:cNvSpPr txBox="1"/>
          <p:nvPr/>
        </p:nvSpPr>
        <p:spPr>
          <a:xfrm>
            <a:off x="974035" y="1851760"/>
            <a:ext cx="9956432" cy="4401205"/>
          </a:xfrm>
          <a:prstGeom prst="rect">
            <a:avLst/>
          </a:prstGeom>
          <a:noFill/>
        </p:spPr>
        <p:txBody>
          <a:bodyPr wrap="square" rtlCol="0">
            <a:spAutoFit/>
          </a:bodyPr>
          <a:lstStyle/>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 complete 3D CAD model of the farmer assistant robot was created</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All parts like chassis, wheels, and body were designed and assembled</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Clear render images were produced to show how the robot looks.</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A simple workflow for early disease detection was explained using images.</a:t>
            </a:r>
          </a:p>
          <a:p>
            <a:pPr marL="457200" indent="-457200">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The model is stable, easy to build, and suitable for future sensor addition.</a:t>
            </a:r>
          </a:p>
          <a:p>
            <a:pPr marL="457200" indent="-457200">
              <a:buFont typeface="Wingdings" panose="05000000000000000000" pitchFamily="2" charset="2"/>
              <a:buChar char="§"/>
            </a:pPr>
            <a:endParaRPr lang="en-IN" sz="2800" dirty="0"/>
          </a:p>
        </p:txBody>
      </p:sp>
    </p:spTree>
    <p:extLst>
      <p:ext uri="{BB962C8B-B14F-4D97-AF65-F5344CB8AC3E}">
        <p14:creationId xmlns:p14="http://schemas.microsoft.com/office/powerpoint/2010/main" val="41620940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7D19E-2FD0-43A3-7906-06229A84CFD8}"/>
              </a:ext>
            </a:extLst>
          </p:cNvPr>
          <p:cNvSpPr>
            <a:spLocks noGrp="1"/>
          </p:cNvSpPr>
          <p:nvPr>
            <p:ph type="title"/>
          </p:nvPr>
        </p:nvSpPr>
        <p:spPr>
          <a:xfrm>
            <a:off x="852754" y="957433"/>
            <a:ext cx="10923645" cy="763600"/>
          </a:xfrm>
        </p:spPr>
        <p:txBody>
          <a:bodyPr>
            <a:normAutofit/>
          </a:bodyPr>
          <a:lstStyle/>
          <a:p>
            <a:r>
              <a:rPr lang="en-US" sz="3600" b="1" dirty="0">
                <a:latin typeface="Times New Roman" panose="02020603050405020304" pitchFamily="18" charset="0"/>
                <a:cs typeface="Times New Roman" panose="02020603050405020304" pitchFamily="18" charset="0"/>
              </a:rPr>
              <a:t>Conclusions:-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E63480E-1E2F-A15A-950F-50DF805E1241}"/>
              </a:ext>
            </a:extLst>
          </p:cNvPr>
          <p:cNvSpPr>
            <a:spLocks noGrp="1"/>
          </p:cNvSpPr>
          <p:nvPr>
            <p:ph idx="1"/>
          </p:nvPr>
        </p:nvSpPr>
        <p:spPr>
          <a:xfrm>
            <a:off x="523982" y="1766840"/>
            <a:ext cx="10602930" cy="4253816"/>
          </a:xfrm>
        </p:spPr>
        <p:txBody>
          <a:bodyPr>
            <a:normAutofit/>
          </a:bodyPr>
          <a:lstStyle/>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project successfully designed a robot model in CAD software.</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model can be used in the future for early disease detection in farms.</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shows how a robot can help farmers by reducing manual work.</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design is simple, practical, and can be improved further with real hardware</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E09B5FC-7ACC-FB77-0433-1962BD27B81C}"/>
              </a:ext>
            </a:extLst>
          </p:cNvPr>
          <p:cNvSpPr>
            <a:spLocks noGrp="1"/>
          </p:cNvSpPr>
          <p:nvPr>
            <p:ph type="sldNum" sz="half" idx="12"/>
          </p:nvPr>
        </p:nvSpPr>
        <p:spPr>
          <a:xfrm>
            <a:off x="-9497287" y="-10842171"/>
            <a:ext cx="26936201" cy="14271104"/>
          </a:xfrm>
        </p:spPr>
        <p:txBody>
          <a:bodyPr/>
          <a:lstStyle/>
          <a:p>
            <a:fld id="{27CE633F-9882-4A5C-83A2-1109D0C73261}" type="slidenum">
              <a:rPr lang="en-US" smtClean="0"/>
              <a:pPr/>
              <a:t>29</a:t>
            </a:fld>
            <a:endParaRPr lang="en-US" dirty="0"/>
          </a:p>
        </p:txBody>
      </p:sp>
    </p:spTree>
    <p:extLst>
      <p:ext uri="{BB962C8B-B14F-4D97-AF65-F5344CB8AC3E}">
        <p14:creationId xmlns:p14="http://schemas.microsoft.com/office/powerpoint/2010/main" val="15638888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0B5C8-49E3-DC59-D50A-A88F6757243F}"/>
              </a:ext>
            </a:extLst>
          </p:cNvPr>
          <p:cNvSpPr>
            <a:spLocks noGrp="1"/>
          </p:cNvSpPr>
          <p:nvPr>
            <p:ph type="title"/>
          </p:nvPr>
        </p:nvSpPr>
        <p:spPr>
          <a:xfrm>
            <a:off x="944880" y="365126"/>
            <a:ext cx="10408920" cy="959168"/>
          </a:xfrm>
        </p:spPr>
        <p:txBody>
          <a:bodyPr>
            <a:normAutofit/>
          </a:bodyPr>
          <a:lstStyle/>
          <a:p>
            <a:r>
              <a:rPr lang="en-US"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C77D71-1FFD-7C8F-15BD-E3D0B4A3088E}"/>
              </a:ext>
            </a:extLst>
          </p:cNvPr>
          <p:cNvSpPr>
            <a:spLocks noGrp="1"/>
          </p:cNvSpPr>
          <p:nvPr>
            <p:ph idx="1"/>
          </p:nvPr>
        </p:nvSpPr>
        <p:spPr>
          <a:xfrm>
            <a:off x="838200" y="1503680"/>
            <a:ext cx="10515600" cy="4673283"/>
          </a:xfrm>
        </p:spPr>
        <p:txBody>
          <a:bodyPr>
            <a:normAutofit lnSpcReduction="10000"/>
          </a:bodyPr>
          <a:lstStyle/>
          <a:p>
            <a:pPr algn="just"/>
            <a:r>
              <a:rPr lang="en-IN" sz="2000" dirty="0">
                <a:latin typeface="Times New Roman" panose="02020603050405020304" pitchFamily="18" charset="0"/>
                <a:cs typeface="Times New Roman" panose="02020603050405020304" pitchFamily="18" charset="0"/>
              </a:rPr>
              <a:t>1. </a:t>
            </a:r>
            <a:r>
              <a:rPr lang="en-IN" sz="2000" dirty="0" err="1">
                <a:latin typeface="Times New Roman" panose="02020603050405020304" pitchFamily="18" charset="0"/>
                <a:cs typeface="Times New Roman" panose="02020603050405020304" pitchFamily="18" charset="0"/>
              </a:rPr>
              <a:t>Kamilaris</a:t>
            </a:r>
            <a:r>
              <a:rPr lang="en-IN" sz="2000" dirty="0">
                <a:latin typeface="Times New Roman" panose="02020603050405020304" pitchFamily="18" charset="0"/>
                <a:cs typeface="Times New Roman" panose="02020603050405020304" pitchFamily="18" charset="0"/>
              </a:rPr>
              <a:t>, A., &amp; </a:t>
            </a:r>
            <a:r>
              <a:rPr lang="en-IN" sz="2000" dirty="0" err="1">
                <a:latin typeface="Times New Roman" panose="02020603050405020304" pitchFamily="18" charset="0"/>
                <a:cs typeface="Times New Roman" panose="02020603050405020304" pitchFamily="18" charset="0"/>
              </a:rPr>
              <a:t>Prenafeta-Boldú</a:t>
            </a:r>
            <a:r>
              <a:rPr lang="en-IN" sz="2000" dirty="0">
                <a:latin typeface="Times New Roman" panose="02020603050405020304" pitchFamily="18" charset="0"/>
                <a:cs typeface="Times New Roman" panose="02020603050405020304" pitchFamily="18" charset="0"/>
              </a:rPr>
              <a:t>, F. X. (2018). Deep learning in agriculture: A </a:t>
            </a:r>
            <a:r>
              <a:rPr lang="en-IN" sz="2000" dirty="0" err="1">
                <a:latin typeface="Times New Roman" panose="02020603050405020304" pitchFamily="18" charset="0"/>
                <a:cs typeface="Times New Roman" panose="02020603050405020304" pitchFamily="18" charset="0"/>
              </a:rPr>
              <a:t>survey.Computers</a:t>
            </a:r>
            <a:r>
              <a:rPr lang="en-IN" sz="2000" dirty="0">
                <a:latin typeface="Times New Roman" panose="02020603050405020304" pitchFamily="18" charset="0"/>
                <a:cs typeface="Times New Roman" panose="02020603050405020304" pitchFamily="18" charset="0"/>
              </a:rPr>
              <a:t> and Electronics in Agriculture, 147, 70–90.</a:t>
            </a:r>
          </a:p>
          <a:p>
            <a:pPr algn="just"/>
            <a:r>
              <a:rPr lang="en-IN" sz="2000" dirty="0">
                <a:latin typeface="Times New Roman" panose="02020603050405020304" pitchFamily="18" charset="0"/>
                <a:cs typeface="Times New Roman" panose="02020603050405020304" pitchFamily="18" charset="0"/>
              </a:rPr>
              <a:t>2. </a:t>
            </a:r>
            <a:r>
              <a:rPr lang="en-IN" sz="2000" dirty="0" err="1">
                <a:latin typeface="Times New Roman" panose="02020603050405020304" pitchFamily="18" charset="0"/>
                <a:cs typeface="Times New Roman" panose="02020603050405020304" pitchFamily="18" charset="0"/>
              </a:rPr>
              <a:t>Vedantham</a:t>
            </a:r>
            <a:r>
              <a:rPr lang="en-IN" sz="2000" dirty="0">
                <a:latin typeface="Times New Roman" panose="02020603050405020304" pitchFamily="18" charset="0"/>
                <a:cs typeface="Times New Roman" panose="02020603050405020304" pitchFamily="18" charset="0"/>
              </a:rPr>
              <a:t>, A. "Cloud and IoT Technologies Revolutionizing Precision Agriculture." Int. J. Sci. Res. </a:t>
            </a:r>
            <a:r>
              <a:rPr lang="en-IN" sz="2000" dirty="0" err="1">
                <a:latin typeface="Times New Roman" panose="02020603050405020304" pitchFamily="18" charset="0"/>
                <a:cs typeface="Times New Roman" panose="02020603050405020304" pitchFamily="18" charset="0"/>
              </a:rPr>
              <a:t>Comput</a:t>
            </a:r>
            <a:r>
              <a:rPr lang="en-IN" sz="2000" dirty="0">
                <a:latin typeface="Times New Roman" panose="02020603050405020304" pitchFamily="18" charset="0"/>
                <a:cs typeface="Times New Roman" panose="02020603050405020304" pitchFamily="18" charset="0"/>
              </a:rPr>
              <a:t>. Sci. Eng. Inf. </a:t>
            </a:r>
            <a:r>
              <a:rPr lang="en-IN" sz="2000" dirty="0" err="1">
                <a:latin typeface="Times New Roman" panose="02020603050405020304" pitchFamily="18" charset="0"/>
                <a:cs typeface="Times New Roman" panose="02020603050405020304" pitchFamily="18" charset="0"/>
              </a:rPr>
              <a:t>Technol</a:t>
            </a:r>
            <a:r>
              <a:rPr lang="en-IN" sz="2000" dirty="0">
                <a:latin typeface="Times New Roman" panose="02020603050405020304" pitchFamily="18" charset="0"/>
                <a:cs typeface="Times New Roman" panose="02020603050405020304" pitchFamily="18" charset="0"/>
              </a:rPr>
              <a:t> 10 (2024): 860-867.</a:t>
            </a:r>
          </a:p>
          <a:p>
            <a:pPr algn="just"/>
            <a:r>
              <a:rPr lang="en-IN" sz="2000" dirty="0">
                <a:latin typeface="Times New Roman" panose="02020603050405020304" pitchFamily="18" charset="0"/>
                <a:cs typeface="Times New Roman" panose="02020603050405020304" pitchFamily="18" charset="0"/>
              </a:rPr>
              <a:t>3. Ferentinos, K. P. (2018). Deep learning models for plant disease detection and diagnosis. Computers and Electronics in Agriculture, 145, 311–318.</a:t>
            </a:r>
          </a:p>
          <a:p>
            <a:pPr algn="just"/>
            <a:r>
              <a:rPr lang="en-IN" sz="2000" dirty="0">
                <a:latin typeface="Times New Roman" panose="02020603050405020304" pitchFamily="18" charset="0"/>
                <a:cs typeface="Times New Roman" panose="02020603050405020304" pitchFamily="18" charset="0"/>
              </a:rPr>
              <a:t>4. Zhang, C., &amp; Kovacs, J. M. (2019). Precision agriculture using drone-based hyperspectral imaging. Remote Sensing, 11(5), 567.</a:t>
            </a:r>
          </a:p>
          <a:p>
            <a:pPr algn="just"/>
            <a:r>
              <a:rPr lang="en-IN" sz="2000" dirty="0">
                <a:latin typeface="Times New Roman" panose="02020603050405020304" pitchFamily="18" charset="0"/>
                <a:cs typeface="Times New Roman" panose="02020603050405020304" pitchFamily="18" charset="0"/>
              </a:rPr>
              <a:t>5. Arnal </a:t>
            </a:r>
            <a:r>
              <a:rPr lang="en-IN" sz="2000" dirty="0" err="1">
                <a:latin typeface="Times New Roman" panose="02020603050405020304" pitchFamily="18" charset="0"/>
                <a:cs typeface="Times New Roman" panose="02020603050405020304" pitchFamily="18" charset="0"/>
              </a:rPr>
              <a:t>Barbedo</a:t>
            </a:r>
            <a:r>
              <a:rPr lang="en-IN" sz="2000" dirty="0">
                <a:latin typeface="Times New Roman" panose="02020603050405020304" pitchFamily="18" charset="0"/>
                <a:cs typeface="Times New Roman" panose="02020603050405020304" pitchFamily="18" charset="0"/>
              </a:rPr>
              <a:t>, J. G. (2016). A review on the use of unmanned aerial vehicles and imaging sensors for monitoring and assessing plant stresses. Drones, 1(2), 6.</a:t>
            </a:r>
          </a:p>
          <a:p>
            <a:pPr algn="just"/>
            <a:r>
              <a:rPr lang="en-IN" sz="2000" dirty="0">
                <a:latin typeface="Times New Roman" panose="02020603050405020304" pitchFamily="18" charset="0"/>
                <a:cs typeface="Times New Roman" panose="02020603050405020304" pitchFamily="18" charset="0"/>
              </a:rPr>
              <a:t>6. </a:t>
            </a:r>
            <a:r>
              <a:rPr lang="en-IN" sz="2000" dirty="0" err="1">
                <a:latin typeface="Times New Roman" panose="02020603050405020304" pitchFamily="18" charset="0"/>
                <a:cs typeface="Times New Roman" panose="02020603050405020304" pitchFamily="18" charset="0"/>
              </a:rPr>
              <a:t>Wäldchen</a:t>
            </a:r>
            <a:r>
              <a:rPr lang="en-IN" sz="2000" dirty="0">
                <a:latin typeface="Times New Roman" panose="02020603050405020304" pitchFamily="18" charset="0"/>
                <a:cs typeface="Times New Roman" panose="02020603050405020304" pitchFamily="18" charset="0"/>
              </a:rPr>
              <a:t>, J., </a:t>
            </a:r>
            <a:r>
              <a:rPr lang="en-IN" sz="2000" dirty="0" err="1">
                <a:latin typeface="Times New Roman" panose="02020603050405020304" pitchFamily="18" charset="0"/>
                <a:cs typeface="Times New Roman" panose="02020603050405020304" pitchFamily="18" charset="0"/>
              </a:rPr>
              <a:t>Rzanny</a:t>
            </a:r>
            <a:r>
              <a:rPr lang="en-IN" sz="2000" dirty="0">
                <a:latin typeface="Times New Roman" panose="02020603050405020304" pitchFamily="18" charset="0"/>
                <a:cs typeface="Times New Roman" panose="02020603050405020304" pitchFamily="18" charset="0"/>
              </a:rPr>
              <a:t>, M., Seeland, M., &amp; </a:t>
            </a:r>
            <a:r>
              <a:rPr lang="en-IN" sz="2000" dirty="0" err="1">
                <a:latin typeface="Times New Roman" panose="02020603050405020304" pitchFamily="18" charset="0"/>
                <a:cs typeface="Times New Roman" panose="02020603050405020304" pitchFamily="18" charset="0"/>
              </a:rPr>
              <a:t>Mäder</a:t>
            </a:r>
            <a:r>
              <a:rPr lang="en-IN" sz="2000" dirty="0">
                <a:latin typeface="Times New Roman" panose="02020603050405020304" pitchFamily="18" charset="0"/>
                <a:cs typeface="Times New Roman" panose="02020603050405020304" pitchFamily="18" charset="0"/>
              </a:rPr>
              <a:t>, P. (2018). Automated plant species identification—Trends and future directions. PLOS Computational Biology, 14(4), e1005993.</a:t>
            </a:r>
          </a:p>
          <a:p>
            <a:pPr algn="just"/>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651E76B-D6D6-A723-F48A-7889CDD9EDD3}"/>
              </a:ext>
            </a:extLst>
          </p:cNvPr>
          <p:cNvSpPr>
            <a:spLocks noGrp="1"/>
          </p:cNvSpPr>
          <p:nvPr>
            <p:ph type="sldNum" sz="half" idx="12"/>
          </p:nvPr>
        </p:nvSpPr>
        <p:spPr/>
        <p:txBody>
          <a:bodyPr/>
          <a:lstStyle/>
          <a:p>
            <a:fld id="{27CE633F-9882-4A5C-83A2-1109D0C73261}" type="slidenum">
              <a:rPr lang="en-US" smtClean="0"/>
              <a:pPr/>
              <a:t>30</a:t>
            </a:fld>
            <a:endParaRPr lang="en-US"/>
          </a:p>
        </p:txBody>
      </p:sp>
    </p:spTree>
    <p:extLst>
      <p:ext uri="{BB962C8B-B14F-4D97-AF65-F5344CB8AC3E}">
        <p14:creationId xmlns:p14="http://schemas.microsoft.com/office/powerpoint/2010/main" val="3749328256"/>
      </p:ext>
    </p:extLst>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opology - Master of Science in Mathematics by Slidesgo">
  <a:themeElements>
    <a:clrScheme name="Simple Light">
      <a:dk1>
        <a:srgbClr val="233251"/>
      </a:dk1>
      <a:lt1>
        <a:srgbClr val="34579E"/>
      </a:lt1>
      <a:dk2>
        <a:srgbClr val="36867D"/>
      </a:dk2>
      <a:lt2>
        <a:srgbClr val="70A19C"/>
      </a:lt2>
      <a:accent1>
        <a:srgbClr val="F1F1F1"/>
      </a:accent1>
      <a:accent2>
        <a:srgbClr val="FFFFFF"/>
      </a:accent2>
      <a:accent3>
        <a:srgbClr val="FFFFFF"/>
      </a:accent3>
      <a:accent4>
        <a:srgbClr val="FFFFFF"/>
      </a:accent4>
      <a:accent5>
        <a:srgbClr val="FFFFFF"/>
      </a:accent5>
      <a:accent6>
        <a:srgbClr val="FFFFFF"/>
      </a:accent6>
      <a:hlink>
        <a:srgbClr val="23325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2_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College Center by Slidego">
  <a:themeElements>
    <a:clrScheme name="Simple Light">
      <a:dk1>
        <a:srgbClr val="000000"/>
      </a:dk1>
      <a:lt1>
        <a:srgbClr val="FFFFFF"/>
      </a:lt1>
      <a:dk2>
        <a:srgbClr val="B4A7D6"/>
      </a:dk2>
      <a:lt2>
        <a:srgbClr val="EEEEEE"/>
      </a:lt2>
      <a:accent1>
        <a:srgbClr val="B9E3C6"/>
      </a:accent1>
      <a:accent2>
        <a:srgbClr val="FF7E6B"/>
      </a:accent2>
      <a:accent3>
        <a:srgbClr val="2C302E"/>
      </a:accent3>
      <a:accent4>
        <a:srgbClr val="124E78"/>
      </a:accent4>
      <a:accent5>
        <a:srgbClr val="FCF6BD"/>
      </a:accent5>
      <a:accent6>
        <a:srgbClr val="F9CB9C"/>
      </a:accent6>
      <a:hlink>
        <a:srgbClr val="124E7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3_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Custom">
  <a:themeElements>
    <a:clrScheme name="250214globalOP001">
      <a:dk1>
        <a:sysClr val="windowText" lastClr="000000"/>
      </a:dk1>
      <a:lt1>
        <a:sysClr val="window" lastClr="FFFFFF"/>
      </a:lt1>
      <a:dk2>
        <a:srgbClr val="2F63E5"/>
      </a:dk2>
      <a:lt2>
        <a:srgbClr val="E7E6E6"/>
      </a:lt2>
      <a:accent1>
        <a:srgbClr val="1A4FCF"/>
      </a:accent1>
      <a:accent2>
        <a:srgbClr val="FFD935"/>
      </a:accent2>
      <a:accent3>
        <a:srgbClr val="FFA5AD"/>
      </a:accent3>
      <a:accent4>
        <a:srgbClr val="03C63E"/>
      </a:accent4>
      <a:accent5>
        <a:srgbClr val="FF551C"/>
      </a:accent5>
      <a:accent6>
        <a:srgbClr val="70AD47"/>
      </a:accent6>
      <a:hlink>
        <a:srgbClr val="0563C1"/>
      </a:hlink>
      <a:folHlink>
        <a:srgbClr val="954F72"/>
      </a:folHlink>
    </a:clrScheme>
    <a:fontScheme name="Custom 4">
      <a:majorFont>
        <a:latin typeface="Poppins SemiBold"/>
        <a:ea typeface=""/>
        <a:cs typeface=""/>
      </a:majorFont>
      <a:minorFont>
        <a:latin typeface="Aptos"/>
        <a:ea typeface=""/>
        <a:cs typeface=""/>
      </a:minorFont>
    </a:fontScheme>
    <a:fmtScheme name="OfficePLU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PLUS"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Minimalist Business Slides XL by Slidesgo</Template>
  <TotalTime>1187</TotalTime>
  <Words>1801</Words>
  <Application>Microsoft Office PowerPoint</Application>
  <PresentationFormat>Widescreen</PresentationFormat>
  <Paragraphs>164</Paragraphs>
  <Slides>30</Slides>
  <Notes>0</Notes>
  <HiddenSlides>0</HiddenSlides>
  <MMClips>0</MMClips>
  <ScaleCrop>false</ScaleCrop>
  <HeadingPairs>
    <vt:vector size="6" baseType="variant">
      <vt:variant>
        <vt:lpstr>Fonts Used</vt:lpstr>
      </vt:variant>
      <vt:variant>
        <vt:i4>23</vt:i4>
      </vt:variant>
      <vt:variant>
        <vt:lpstr>Theme</vt:lpstr>
      </vt:variant>
      <vt:variant>
        <vt:i4>8</vt:i4>
      </vt:variant>
      <vt:variant>
        <vt:lpstr>Slide Titles</vt:lpstr>
      </vt:variant>
      <vt:variant>
        <vt:i4>30</vt:i4>
      </vt:variant>
    </vt:vector>
  </HeadingPairs>
  <TitlesOfParts>
    <vt:vector size="61" baseType="lpstr">
      <vt:lpstr>Alegreya Sans</vt:lpstr>
      <vt:lpstr>Aptos</vt:lpstr>
      <vt:lpstr>Arial</vt:lpstr>
      <vt:lpstr>Bebas Neue</vt:lpstr>
      <vt:lpstr>Courier New</vt:lpstr>
      <vt:lpstr>Crimson Text</vt:lpstr>
      <vt:lpstr>Josefin Sans</vt:lpstr>
      <vt:lpstr>Lato</vt:lpstr>
      <vt:lpstr>Mako</vt:lpstr>
      <vt:lpstr>Martel Heavy</vt:lpstr>
      <vt:lpstr>Merriweather Light</vt:lpstr>
      <vt:lpstr>Montserrat</vt:lpstr>
      <vt:lpstr>Open Sans</vt:lpstr>
      <vt:lpstr>Open Sans SemiBold</vt:lpstr>
      <vt:lpstr>Poppins Medium</vt:lpstr>
      <vt:lpstr>Poppins SemiBold</vt:lpstr>
      <vt:lpstr>Proxima Nova</vt:lpstr>
      <vt:lpstr>Proxima Nova Semibold</vt:lpstr>
      <vt:lpstr>Roboto</vt:lpstr>
      <vt:lpstr>Russo One</vt:lpstr>
      <vt:lpstr>Times New Roman</vt:lpstr>
      <vt:lpstr>Vidaloka</vt:lpstr>
      <vt:lpstr>Wingdings</vt:lpstr>
      <vt:lpstr>Minimalist Business Slides XL by Slidesgo</vt:lpstr>
      <vt:lpstr>Slidesgo Final Pages</vt:lpstr>
      <vt:lpstr>1_Slidesgo Final Pages</vt:lpstr>
      <vt:lpstr>Topology - Master of Science in Mathematics by Slidesgo</vt:lpstr>
      <vt:lpstr>2_Slidesgo Final Pages</vt:lpstr>
      <vt:lpstr>College Center by Slidego</vt:lpstr>
      <vt:lpstr>3_Slidesgo Final Pages</vt:lpstr>
      <vt:lpstr>Custom</vt:lpstr>
      <vt:lpstr>Department Of Mechanical Engineering Vasavi College Of Engineering</vt:lpstr>
      <vt:lpstr>Table of contents:-</vt:lpstr>
      <vt:lpstr>Problem Statement:-</vt:lpstr>
      <vt:lpstr>Need for a Robot:- </vt:lpstr>
      <vt:lpstr>Objective of the Project:-</vt:lpstr>
      <vt:lpstr>Literature Review:-</vt:lpstr>
      <vt:lpstr>PowerPoint Presentation</vt:lpstr>
      <vt:lpstr>Components of the Robot:-</vt:lpstr>
      <vt:lpstr>Rear Hub left hand side:- The left side of the rear hub helps hold the axle in position and keeps the wheel centered in the frame.</vt:lpstr>
      <vt:lpstr>Rear hub right hand side:-The right  side of the rear hub helps hold the axle in position and keeps the wheel centered in the frame.</vt:lpstr>
      <vt:lpstr>Trailing Arm :- Connects both Rear hub right hand and left-hand side , transmitting motion and load.</vt:lpstr>
      <vt:lpstr>Gear :- The gear receives rotation motion and turns the rear wheel.</vt:lpstr>
      <vt:lpstr>Arm top : The arm top connects to front plate which creates the suspension for the front portions of rover which is the function of the arm top.</vt:lpstr>
      <vt:lpstr>Arm bottom : The arm bottom  connects to front plate which creates the suspension for the front portions of rover.</vt:lpstr>
      <vt:lpstr>Front plate : The front plate holds both the arms of top and bottom , left and right  </vt:lpstr>
      <vt:lpstr>Front Brace : The front Brace holds the two front plates as per required suspension  </vt:lpstr>
      <vt:lpstr>Top brace : It’s function is to cover the components which are inside the chassis . </vt:lpstr>
      <vt:lpstr>Motor Housing : The motor housing name itself  says that it protects motor modules , it  connects to the gear present in left hand side .</vt:lpstr>
      <vt:lpstr>Chassis:- It holds all the components mounted on it. It acts as a connection between front and back wheels.</vt:lpstr>
      <vt:lpstr>Track wheel : Its function is to keep the track in place and let it move smoothly and also to distribute pressure and reducing soil compaction. </vt:lpstr>
      <vt:lpstr>Solar pannel :- It converts sunlight into usable electricity .</vt:lpstr>
      <vt:lpstr>PowerPoint Presentation</vt:lpstr>
      <vt:lpstr>PowerPoint Presentation</vt:lpstr>
      <vt:lpstr>PowerPoint Presentation</vt:lpstr>
      <vt:lpstr>Methodology</vt:lpstr>
      <vt:lpstr>Working:-</vt:lpstr>
      <vt:lpstr>Future Scope :- </vt:lpstr>
      <vt:lpstr>Results :-</vt:lpstr>
      <vt:lpstr>Conclusions:-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Mechanical Engineering    Vasavi College Of Engineering</dc:title>
  <dc:creator>23-736-013_HARITHA CHINNAMASIRI</dc:creator>
  <cp:lastModifiedBy>23-736-013_HARITHA CHINNAMASIRI</cp:lastModifiedBy>
  <cp:revision>25</cp:revision>
  <dcterms:created xsi:type="dcterms:W3CDTF">2025-11-20T15:35:57Z</dcterms:created>
  <dcterms:modified xsi:type="dcterms:W3CDTF">2025-12-12T01:31:44Z</dcterms:modified>
</cp:coreProperties>
</file>